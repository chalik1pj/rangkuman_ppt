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Sumber utama: Erma Susanti. Pemrograman Mobile Android dengan Java. Desember 2020. Enam PDF yang diunggah pengguna.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Batas cakupan: ringkasan materi sumber, bukan pembaruan dokumentasi Android. Potongan kode pada slide merupakan contoh inti dan bukan proyek lengkap.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Sumber: Erma Susanti (2020), Pemrograman Mobile Android dengan Java, Bab 1. PDF hlm. 5–6, 22</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Sumber: Erma Susanti (2020), Pemrograman Mobile Android dengan Java, Bab 1. PDF hlm. 7–9</a:t>
            </a:r>
          </a:p>
          <a:p>
            <a:r>
              <a:t>Gambar 1 dari e-book. Sumber gambar yang dicantumkan penulis: https://developer.android.com/guide/platform/images/android-stack_2x.png . ART dibahas untuk Android 5.0/API 21 dan sesudahnya, sedangkan versi sebelumnya menggunakan Dalvik.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Sumber: Erma Susanti (2020), Pemrograman Mobile Android dengan Java, Bab 1. PDF hlm. 9–17</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Sumber: Erma Susanti (2020), Pemrograman Mobile Android dengan Java, Bab 1. PDF hlm. 15–21, 23–27</a:t>
            </a:r>
          </a:p>
          <a:p>
            <a:r>
              <a:t>Spesifikasi historis modul: RAM minimum 4 GB dan rekomendasi 8 GB. Angka tersebut bukan persyaratan versi Android Studio terbaru. Modul menyebut dukungan akselerasi emulator HAXM pada lingkungan yang sesuai.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Sumber: Erma Susanti (2020), Pemrograman Mobile Android dengan Java, Bab 1. PDF hlm. 22–23</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Sumber: Erma Susanti (2020), Pemrograman Mobile Android dengan Java, Bab 1. PDF hlm. 18, 22–27</a:t>
            </a:r>
          </a:p>
          <a:p>
            <a:r>
              <a:t>Prosedur menu, format publikasi, dan biaya dalam e-book merupakan konteks 2020. Keystore perlu disimpan untuk penggunaan pembaruan aplikasi. Slide tidak menyatakan persyaratan publikasi terkini.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Sumber: Erma Susanti (2020), Pemrograman Mobile Android dengan Java, Bab 2. PDF hlm. 4–7, 10–11</a:t>
            </a:r>
          </a:p>
          <a:p>
            <a:r>
              <a:t>Activity dapat diorganisasikan dalam hubungan parent-child. Navigasi antar-Activity memakai back stack yang secara konseptual bersifat LIFO. Materi praktik mencakup LinearLayout dan input pengguna.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Sumber: Erma Susanti (2020), Pemrograman Mobile Android dengan Java, Bab 2. PDF hlm. 6–10</a:t>
            </a:r>
          </a:p>
          <a:p>
            <a:r>
              <a:t>Gambar 14 dari e-book, sumber asli yang dicantumkan: https://developer.android.com/guide/components/images/activity_lifecycle.png . Diagram juga memperlihatkan penghentian proses dan pembuatan kembali. Jangan menafsirkan onDestroy sebagai jaminan callback ketika proses dihentikan.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Sumber: Erma Susanti (2020), Pemrograman Mobile Android dengan Java, Bab 2. PDF hlm. 14–19</a:t>
            </a:r>
          </a:p>
          <a:p>
            <a:r>
              <a:t>Intent juga dibahas sebagai komunikasi dengan service dan broadcast receiver. Contoh implicit intent dalam modul memeriksa resolveActivity() sebelum memanggil startActivity().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Sumber: Erma Susanti (2020), Pemrograman Mobile Android dengan Java, Bab 2. PDF hlm. 17–18, 24–29</a:t>
            </a:r>
          </a:p>
          <a:p>
            <a:r>
              <a:t>Potongan kode disederhanakan dari pola Intent dalam modul. DetailActivity merupakan nama contoh kelas tujuan. Konstanta key yang sama harus digunakan di kedua Activity.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Sumber: Erma Susanti (2020), Pemrograman Mobile Android dengan Java, Bab 2. PDF hlm. 25–26</a:t>
            </a:r>
          </a:p>
          <a:p>
            <a:r>
              <a:t>API ditampilkan sebagai pola pada e-book 2020. Ringkasan tidak menyatakan bahwa pola ini merupakan rekomendasi API terbaru.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Sumber: Erma Susanti (2020), Pemrograman Mobile Android dengan Java, Bab 2. PDF hlm. 20–23</a:t>
            </a:r>
          </a:p>
          <a:p>
            <a:r>
              <a:t>Modul membahas kondisi resumed, paused, dan stopped serta diagram lifecycle Fragment dan view-nya. Rincian kompatibilitas pada teks sumber mengikuti pustaka dan periode modul.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Sumber: Erma Susanti (2020), Pemrograman Mobile Android dengan Java, Bab 3. PDF hlm. 4–7</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Sumber: Erma Susanti (2020), Pemrograman Mobile Android dengan Java, Bab 3. PDF hlm. 5–8</a:t>
            </a:r>
          </a:p>
          <a:p>
            <a:r>
              <a:t>Bab juga menyebut RelativeLayout. Style mengurangi pengulangan atribut. Theme diterapkan pada tingkat Activity atau aplikasi, termasuk melalui manifest.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Sumber: Erma Susanti (2020), Pemrograman Mobile Android dengan Java, Bab 3. PDF hlm. 9–10</a:t>
            </a:r>
          </a:p>
          <a:p>
            <a:r>
              <a:t>Prinsip desain interaksi dalam modul: meminimalkan langkah, membuat elemen mudah diakses dan dipahami, serta mengikuti ekspektasi pengguna.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Sumber: Erma Susanti (2020), Pemrograman Mobile Android dengan Java, Bab 3. PDF hlm. 6, 10–12</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Sumber: Erma Susanti (2020), Pemrograman Mobile Android dengan Java, Bab 3. PDF hlm. 12–13</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Sumber: Erma Susanti (2020), Pemrograman Mobile Android dengan Java, Bab 3. Bab 3 PDF hlm. 13–22; Bab 5 hlm. 24–26; Bab 6 hlm. 14–16</a:t>
            </a:r>
          </a:p>
          <a:p>
            <a:r>
              <a:t>Kompetensi Bab 3 menyebut ListView dan RecyclerView, tetapi contoh kode utama bab berfokus pada RecyclerView. Contoh ListView nyata terdapat pada Bab 5 dan 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Sumber: Erma Susanti (2020), Pemrograman Mobile Android dengan Java, Bab 3. PDF hlm. 13–24</a:t>
            </a:r>
          </a:p>
          <a:p>
            <a:r>
              <a:t>ListBookAdapter mendefinisikan ViewHolder dan OnItemClickCallback. Contoh Activity menampilkan judul buku yang dipilih sebagai Toast. Import Glide terdapat pada kode adapter sumber. Ringkasan tidak menyalin uraian panjang sinopsis buku.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Sumber: Erma Susanti (2020), Pemrograman Mobile Android dengan Java, Bab 4. PDF hlm. 4–6</a:t>
            </a:r>
          </a:p>
          <a:p>
            <a:r>
              <a:t>Ringkasan menghindari klaim keliru bahwa alarm menyalakan perangkat yang benar-benar mati. Materi menekankan tugas lokal dan penghematan daya, termasuk pengelompokan alarm.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Sumber: Erma Susanti (2020), Pemrograman Mobile Android dengan Java, Bab 4. PDF hlm. 6–8</a:t>
            </a:r>
          </a:p>
          <a:p>
            <a:r>
              <a:t>Modul membahas JobScheduler sejak API 21, nilai boolean onStartJob(), dan penggunaan AsyncTask dalam konteks 2020. Persistensi setelah reboot tidak boleh dianggap otomatis tanpa konfigurasi yang sesuai.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Sumber: Erma Susanti (2020), Pemrograman Mobile Android dengan Java, Bab 4. PDF hlm. 8–16</a:t>
            </a:r>
          </a:p>
          <a:p>
            <a:r>
              <a:t>Gambar 21 dari e-book. Sumber gambar yang dicantumkan: https://developer.android.com/codelabs/android-training-notifications/img/18372f91a1eb5837.png?authuser=1 . Badge atau notification dot juga dibahas pada perangkat yang mendukungnya.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Sumber: Erma Susanti (2020), Pemrograman Mobile Android dengan Java, Bab 4. PDF hlm. 9–21</a:t>
            </a:r>
          </a:p>
          <a:p>
            <a:r>
              <a:t>Contoh lengkap sumber berfokus pada pengiriman notifikasi. Tujuan praktik menyebut update dan cancel, tetapi implementasi lengkap keduanya tidak ditampilkan. Pengaturan PendingIntent dan izin perlu diperiksa untuk lingkungan di luar edisi modul.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Sumber: Erma Susanti (2020), Pemrograman Mobile Android dengan Java, Bab 5. PDF hlm. 4–6</a:t>
            </a:r>
          </a:p>
          <a:p>
            <a:r>
              <a:t>Penjelasan akses external storage dan permission pada sumber memakai model historis Android. Jangan menggeneralisasi seluruh area eksternal sebagai selalu dapat dibaca semua aplikasi atau selalu bertahan setelah uninstall.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Sumber: Erma Susanti (2020), Pemrograman Mobile Android dengan Java, Bab 5. PDF hlm. 4–6</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Sumber: Erma Susanti (2020), Pemrograman Mobile Android dengan Java, Bab 5. PDF hlm. 6–9</a:t>
            </a:r>
          </a:p>
          <a:p>
            <a:r>
              <a:t>Tipe yang dibahas: boolean, float, int, long, String. File preferensi tersimpan sebagai XML di area data privat aplikasi. Saved instance state bukan pengganti penyimpanan permanen.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Sumber: Erma Susanti (2020), Pemrograman Mobile Android dengan Java, Bab 5. PDF hlm. 6–14</a:t>
            </a:r>
          </a:p>
          <a:p>
            <a:r>
              <a:t>Kode diringkas dari contoh penyimpanan nama dan usia. Modul mencontohkan simpan pada onPause() dan pemulihan pada onCreate(), serta tombol Save/Read. Potongan pada slide memisahkan pembersihan dari simpan biasa.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Sumber: Erma Susanti (2020), Pemrograman Mobile Android dengan Java, Bab 5. PDF hlm. 15–16, 24–26</a:t>
            </a:r>
          </a:p>
          <a:p>
            <a:r>
              <a:t>Kelas dan interface tambahan yang disebut: SQLiteCursorDriver, CursorFactory, SQLiteTransactionListener, SQLiteCloseable, SQLiteCursor, SQLiteProgram, SQLiteQuery, SQLiteQueryBuilder, SQLiteStatement. Nama package yang tepat adalah android.database.sqlite.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Sumber: Erma Susanti (2020), Pemrograman Mobile Android dengan Java, Bab 5. PDF hlm. 17–31</a:t>
            </a:r>
          </a:p>
          <a:p>
            <a:r>
              <a:t>Gambar antarmuka asli dari Bab 5, PDF halaman 17. MainActivity memuat daftar nama dari query SELECT, menampilkan dialog pilihan, dan memuat ulang daftar sesudah perubahan. DataHelper membuat primary key no autoincrement.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Sumber: Erma Susanti (2020), Pemrograman Mobile Android dengan Java, Bab 5. PDF hlm. 24–31</a:t>
            </a:r>
          </a:p>
          <a:p>
            <a:r>
              <a:t>Catatan analisis kode sumber: beberapa operasi memilih record memakai nama. Primary key lebih tepat untuk identitas baris karena nama dapat berulang. Contoh SQL memakai penyambungan string input; pola ini tidak disajikan sebagai kode siap produksi.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Sumber: Erma Susanti (2020), Pemrograman Mobile Android dengan Java, Bab 6. PDF hlm. 4–5</a:t>
            </a:r>
          </a:p>
          <a:p>
            <a:r>
              <a:t>Pembahasan bab difokuskan pada Realtime Database, bukan seluruh produk Firebase. Modul menyebut dukungan berbagai platform tanpa perlu membangun sendiri infrastruktur server database.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Sumber: Erma Susanti (2020), Pemrograman Mobile Android dengan Java, Bab 6. PDF hlm. 5–12</a:t>
            </a:r>
          </a:p>
          <a:p>
            <a:r>
              <a:t>Sumber menampilkan konfigurasi google-services versi 4.3.2 dan firebase-database 19.2.0 sebagai contoh historis. Teks sumber salah menuliskan google-service.json pada satu bagian; nama konfigurasi pada ringkasan dinormalkan menjadi google-services.json.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Sumber: Erma Susanti (2020), Pemrograman Mobile Android dengan Java, Bab 6. PDF hlm. 10–15, 19–25</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Sumber: Erma Susanti (2020), Pemrograman Mobile Android dengan Java, Bab 6. PDF hlm. 14, 18, 22–24</a:t>
            </a:r>
          </a:p>
          <a:p>
            <a:r>
              <a:t>Potongan kode meringkas simpanAgenda() dan updateAgenda(). ref adalah DatabaseReference yang telah diinisialisasi. Contoh pada e-book menampilkan Toast segera setelah pemanggilan tulis, sehingga bukan bukti bahwa server telah mengonfirmasi operasi.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Sumber: Erma Susanti (2020), Pemrograman Mobile Android dengan Java, Bab 6. PDF hlm. 15–18, 22–24</a:t>
            </a:r>
          </a:p>
          <a:p>
            <a:r>
              <a:t>Di dalam onDataChange(), agendas.clear() dijalankan sebelum snapshot dibaca ulang untuk menghindari penumpukan data daftar. Dialog mengambil id dan item dari agenda terpilih.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Sumber: Erma Susanti (2020), Pemrograman Mobile Android dengan Java, Bab 6. PDF hlm. 10, 14–18</a:t>
            </a:r>
          </a:p>
          <a:p>
            <a:r>
              <a:t>Syarat pengguna login saja tidak menjelaskan otorisasi per-pengguna. Ringkasan mempertahankan peringatan keamanan dari sumber dan tidak menganjurkan aturan terbuka untuk data nyata.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Sintesis hubungan Bab 1–6 berdasarkan keenam e-book.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Rangkuman akhir seluruh materi sumber. Contoh praktik utama: proyek pertama, perpindahan layar, daftar buku, notifikasi, preferensi nama/usia, CRUD biodata, dan CRUD agenda.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63B52C3-BF6F-4677-A38C-7FB4E54DE94E}"/>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7DA1BBB6-DC80-48EF-99A1-66B8176AA59C}"/>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83876E36-8E74-4DD4-ACF5-B48EC090336F}"/>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DF1D293-AD5B-440B-80F8-768E16727F5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A10FAAA7-560B-4D8A-9C17-29C590F98F24}"/>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03F86ED9-06F3-4DC4-8480-DD379B2E6AB3}"/>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EF0A61AD-1F99-4EE4-91D1-2B5B6FA4473C}"/>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82D79452-D929-442B-86B6-63544FA0FC78}"/>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F313BA9-4529-4B6E-9A52-7EAE3054AAC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642F36EE-A275-4941-9CEF-FE84B856F1BC}"/>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83F"/>
        </a:solidFill>
        <a:effectLst/>
      </p:bgPr>
    </p:bg>
    <p:spTree>
      <p:nvGrpSpPr>
        <p:cNvPr id="1" name=""/>
        <p:cNvGrpSpPr/>
        <p:nvPr/>
      </p:nvGrpSpPr>
      <p:grpSpPr>
        <a:xfrm>
          <a:off x="0" y="0"/>
          <a:ext cx="0" cy="0"/>
          <a:chOff x="0" y="0"/>
          <a:chExt cx="0" cy="0"/>
        </a:xfrm>
      </p:grpSpPr>
      <p:sp>
        <p:nvSpPr>
          <p:cNvPr id="5" name="text-0">
            <a:extLst>
              <a:ext uri="{FF2B5EF4-FFF2-40B4-BE49-F238E27FC236}">
                <a16:creationId xmlns:a16="http://schemas.microsoft.com/office/drawing/2014/main" id="{BD846567-3A46-4DDF-BB19-B181DD6C79CD}"/>
              </a:ext>
            </a:extLst>
          </p:cNvPr>
          <p:cNvSpPr>
            <a:spLocks noGrp="1"/>
          </p:cNvSpPr>
          <p:nvPr/>
        </p:nvSpPr>
        <p:spPr>
          <a:xfrm>
            <a:off x="685800" y="819150"/>
            <a:ext cx="10477500" cy="428625"/>
          </a:xfrm>
          <a:prstGeom prst="rect">
            <a:avLst/>
          </a:prstGeom>
          <a:noFill/>
          <a:ln w="0">
            <a:noFill/>
            <a:prstDash val="solid"/>
          </a:ln>
        </p:spPr>
        <p:txBody>
          <a:bodyPr lIns="0" tIns="0" rIns="0" bIns="0" anchor="t">
            <a:noAutofit/>
          </a:bodyPr>
          <a:lstStyle>
            <a:defPPr>
              <a:defRPr sz="1650" b="1">
                <a:solidFill>
                  <a:srgbClr val="65D5CC"/>
                </a:solidFill>
                <a:latin typeface="DejaVu Sans"/>
                <a:ea typeface="DejaVu Sans"/>
                <a:cs typeface="DejaVu Sans"/>
              </a:defRPr>
            </a:defPPr>
            <a:lvl1pPr>
              <a:defRPr sz="1650" b="1">
                <a:solidFill>
                  <a:srgbClr val="65D5CC"/>
                </a:solidFill>
                <a:latin typeface="DejaVu Sans"/>
                <a:ea typeface="DejaVu Sans"/>
                <a:cs typeface="DejaVu Sans"/>
              </a:defRPr>
            </a:lvl1pPr>
            <a:lvl2pPr>
              <a:defRPr sz="1650" b="1">
                <a:solidFill>
                  <a:srgbClr val="65D5CC"/>
                </a:solidFill>
                <a:latin typeface="DejaVu Sans"/>
                <a:ea typeface="DejaVu Sans"/>
                <a:cs typeface="DejaVu Sans"/>
              </a:defRPr>
            </a:lvl2pPr>
            <a:lvl3pPr>
              <a:defRPr sz="1650" b="1">
                <a:solidFill>
                  <a:srgbClr val="65D5CC"/>
                </a:solidFill>
                <a:latin typeface="DejaVu Sans"/>
                <a:ea typeface="DejaVu Sans"/>
                <a:cs typeface="DejaVu Sans"/>
              </a:defRPr>
            </a:lvl3pPr>
            <a:lvl4pPr>
              <a:defRPr sz="1650" b="1">
                <a:solidFill>
                  <a:srgbClr val="65D5CC"/>
                </a:solidFill>
                <a:latin typeface="DejaVu Sans"/>
                <a:ea typeface="DejaVu Sans"/>
                <a:cs typeface="DejaVu Sans"/>
              </a:defRPr>
            </a:lvl4pPr>
            <a:lvl5pPr>
              <a:defRPr sz="1650" b="1">
                <a:solidFill>
                  <a:srgbClr val="65D5CC"/>
                </a:solidFill>
                <a:latin typeface="DejaVu Sans"/>
                <a:ea typeface="DejaVu Sans"/>
                <a:cs typeface="DejaVu Sans"/>
              </a:defRPr>
            </a:lvl5pPr>
            <a:lvl6pPr>
              <a:defRPr sz="1650" b="1">
                <a:solidFill>
                  <a:srgbClr val="65D5CC"/>
                </a:solidFill>
                <a:latin typeface="DejaVu Sans"/>
                <a:ea typeface="DejaVu Sans"/>
                <a:cs typeface="DejaVu Sans"/>
              </a:defRPr>
            </a:lvl6pPr>
            <a:lvl7pPr>
              <a:defRPr sz="1650" b="1">
                <a:solidFill>
                  <a:srgbClr val="65D5CC"/>
                </a:solidFill>
                <a:latin typeface="DejaVu Sans"/>
                <a:ea typeface="DejaVu Sans"/>
                <a:cs typeface="DejaVu Sans"/>
              </a:defRPr>
            </a:lvl7pPr>
            <a:lvl8pPr>
              <a:defRPr sz="1650" b="1">
                <a:solidFill>
                  <a:srgbClr val="65D5CC"/>
                </a:solidFill>
                <a:latin typeface="DejaVu Sans"/>
                <a:ea typeface="DejaVu Sans"/>
                <a:cs typeface="DejaVu Sans"/>
              </a:defRPr>
            </a:lvl8pPr>
            <a:lvl9pPr>
              <a:defRPr sz="1650" b="1">
                <a:solidFill>
                  <a:srgbClr val="65D5CC"/>
                </a:solidFill>
                <a:latin typeface="DejaVu Sans"/>
                <a:ea typeface="DejaVu Sans"/>
                <a:cs typeface="DejaVu Sans"/>
              </a:defRPr>
            </a:lvl9pPr>
          </a:lstStyle>
          <a:p>
            <a:pPr>
              <a:defRPr sz="1650" b="1">
                <a:solidFill>
                  <a:srgbClr val="65D5CC"/>
                </a:solidFill>
                <a:latin typeface="DejaVu Sans"/>
                <a:ea typeface="DejaVu Sans"/>
                <a:cs typeface="DejaVu Sans"/>
              </a:defRPr>
            </a:pPr>
            <a:r>
              <a:rPr sz="1650" b="1">
                <a:solidFill>
                  <a:srgbClr val="65D5CC"/>
                </a:solidFill>
                <a:latin typeface="DejaVu Sans"/>
                <a:ea typeface="DejaVu Sans"/>
                <a:cs typeface="DejaVu Sans"/>
              </a:rPr>
              <a:t>RANGKUMAN ENAM E-BOOK</a:t>
            </a:r>
          </a:p>
        </p:txBody>
      </p:sp>
      <p:sp>
        <p:nvSpPr>
          <p:cNvPr id="2" name="text-1">
            <a:extLst>
              <a:ext uri="{FF2B5EF4-FFF2-40B4-BE49-F238E27FC236}">
                <a16:creationId xmlns:a16="http://schemas.microsoft.com/office/drawing/2014/main" id="{23AD7F74-4467-4A09-A16E-4C104C6C344A}"/>
              </a:ext>
            </a:extLst>
          </p:cNvPr>
          <p:cNvSpPr>
            <a:spLocks noGrp="1"/>
          </p:cNvSpPr>
          <p:nvPr/>
        </p:nvSpPr>
        <p:spPr>
          <a:xfrm>
            <a:off x="685800" y="1924050"/>
            <a:ext cx="10763250" cy="1828800"/>
          </a:xfrm>
          <a:prstGeom prst="rect">
            <a:avLst/>
          </a:prstGeom>
          <a:noFill/>
          <a:ln w="0">
            <a:noFill/>
            <a:prstDash val="solid"/>
          </a:ln>
        </p:spPr>
        <p:txBody>
          <a:bodyPr lIns="0" tIns="0" rIns="0" bIns="0" anchor="t">
            <a:noAutofit/>
          </a:bodyPr>
          <a:lstStyle>
            <a:defPPr>
              <a:defRPr sz="4800" b="1">
                <a:solidFill>
                  <a:srgbClr val="FFFFFF"/>
                </a:solidFill>
                <a:latin typeface="DejaVu Sans"/>
                <a:ea typeface="DejaVu Sans"/>
                <a:cs typeface="DejaVu Sans"/>
              </a:defRPr>
            </a:defPPr>
            <a:lvl1pPr>
              <a:defRPr sz="4800" b="1">
                <a:solidFill>
                  <a:srgbClr val="FFFFFF"/>
                </a:solidFill>
                <a:latin typeface="DejaVu Sans"/>
                <a:ea typeface="DejaVu Sans"/>
                <a:cs typeface="DejaVu Sans"/>
              </a:defRPr>
            </a:lvl1pPr>
            <a:lvl2pPr>
              <a:defRPr sz="4800" b="1">
                <a:solidFill>
                  <a:srgbClr val="FFFFFF"/>
                </a:solidFill>
                <a:latin typeface="DejaVu Sans"/>
                <a:ea typeface="DejaVu Sans"/>
                <a:cs typeface="DejaVu Sans"/>
              </a:defRPr>
            </a:lvl2pPr>
            <a:lvl3pPr>
              <a:defRPr sz="4800" b="1">
                <a:solidFill>
                  <a:srgbClr val="FFFFFF"/>
                </a:solidFill>
                <a:latin typeface="DejaVu Sans"/>
                <a:ea typeface="DejaVu Sans"/>
                <a:cs typeface="DejaVu Sans"/>
              </a:defRPr>
            </a:lvl3pPr>
            <a:lvl4pPr>
              <a:defRPr sz="4800" b="1">
                <a:solidFill>
                  <a:srgbClr val="FFFFFF"/>
                </a:solidFill>
                <a:latin typeface="DejaVu Sans"/>
                <a:ea typeface="DejaVu Sans"/>
                <a:cs typeface="DejaVu Sans"/>
              </a:defRPr>
            </a:lvl4pPr>
            <a:lvl5pPr>
              <a:defRPr sz="4800" b="1">
                <a:solidFill>
                  <a:srgbClr val="FFFFFF"/>
                </a:solidFill>
                <a:latin typeface="DejaVu Sans"/>
                <a:ea typeface="DejaVu Sans"/>
                <a:cs typeface="DejaVu Sans"/>
              </a:defRPr>
            </a:lvl5pPr>
            <a:lvl6pPr>
              <a:defRPr sz="4800" b="1">
                <a:solidFill>
                  <a:srgbClr val="FFFFFF"/>
                </a:solidFill>
                <a:latin typeface="DejaVu Sans"/>
                <a:ea typeface="DejaVu Sans"/>
                <a:cs typeface="DejaVu Sans"/>
              </a:defRPr>
            </a:lvl6pPr>
            <a:lvl7pPr>
              <a:defRPr sz="4800" b="1">
                <a:solidFill>
                  <a:srgbClr val="FFFFFF"/>
                </a:solidFill>
                <a:latin typeface="DejaVu Sans"/>
                <a:ea typeface="DejaVu Sans"/>
                <a:cs typeface="DejaVu Sans"/>
              </a:defRPr>
            </a:lvl7pPr>
            <a:lvl8pPr>
              <a:defRPr sz="4800" b="1">
                <a:solidFill>
                  <a:srgbClr val="FFFFFF"/>
                </a:solidFill>
                <a:latin typeface="DejaVu Sans"/>
                <a:ea typeface="DejaVu Sans"/>
                <a:cs typeface="DejaVu Sans"/>
              </a:defRPr>
            </a:lvl8pPr>
            <a:lvl9pPr>
              <a:defRPr sz="4800" b="1">
                <a:solidFill>
                  <a:srgbClr val="FFFFFF"/>
                </a:solidFill>
                <a:latin typeface="DejaVu Sans"/>
                <a:ea typeface="DejaVu Sans"/>
                <a:cs typeface="DejaVu Sans"/>
              </a:defRPr>
            </a:lvl9pPr>
          </a:lstStyle>
          <a:p>
            <a:pPr>
              <a:defRPr sz="4800" b="1">
                <a:solidFill>
                  <a:srgbClr val="FFFFFF"/>
                </a:solidFill>
                <a:latin typeface="DejaVu Sans"/>
                <a:ea typeface="DejaVu Sans"/>
                <a:cs typeface="DejaVu Sans"/>
              </a:defRPr>
            </a:pPr>
            <a:r>
              <a:rPr sz="4800" b="1">
                <a:solidFill>
                  <a:srgbClr val="FFFFFF"/>
                </a:solidFill>
                <a:latin typeface="DejaVu Sans"/>
                <a:ea typeface="DejaVu Sans"/>
                <a:cs typeface="DejaVu Sans"/>
              </a:rPr>
              <a:t>Pemrograman Mobile</a:t>
            </a:r>
          </a:p>
          <a:p>
            <a:pPr>
              <a:defRPr sz="4800" b="1">
                <a:solidFill>
                  <a:srgbClr val="FFFFFF"/>
                </a:solidFill>
                <a:latin typeface="DejaVu Sans"/>
                <a:ea typeface="DejaVu Sans"/>
                <a:cs typeface="DejaVu Sans"/>
              </a:defRPr>
            </a:pPr>
            <a:r>
              <a:rPr sz="4800" b="1">
                <a:solidFill>
                  <a:srgbClr val="FFFFFF"/>
                </a:solidFill>
                <a:latin typeface="DejaVu Sans"/>
                <a:ea typeface="DejaVu Sans"/>
                <a:cs typeface="DejaVu Sans"/>
              </a:rPr>
              <a:t>Android dengan Java</a:t>
            </a:r>
          </a:p>
        </p:txBody>
      </p:sp>
      <p:sp>
        <p:nvSpPr>
          <p:cNvPr id="3" name="text-2">
            <a:extLst>
              <a:ext uri="{FF2B5EF4-FFF2-40B4-BE49-F238E27FC236}">
                <a16:creationId xmlns:a16="http://schemas.microsoft.com/office/drawing/2014/main" id="{4343F41C-6A2B-4656-955E-17AB956BA5CF}"/>
              </a:ext>
            </a:extLst>
          </p:cNvPr>
          <p:cNvSpPr>
            <a:spLocks noGrp="1"/>
          </p:cNvSpPr>
          <p:nvPr/>
        </p:nvSpPr>
        <p:spPr>
          <a:xfrm>
            <a:off x="723900" y="4143375"/>
            <a:ext cx="10477500" cy="552450"/>
          </a:xfrm>
          <a:prstGeom prst="rect">
            <a:avLst/>
          </a:prstGeom>
          <a:noFill/>
          <a:ln w="0">
            <a:noFill/>
            <a:prstDash val="solid"/>
          </a:ln>
        </p:spPr>
        <p:txBody>
          <a:bodyPr lIns="0" tIns="0" rIns="0" bIns="0" anchor="t">
            <a:noAutofit/>
          </a:bodyPr>
          <a:lstStyle>
            <a:defPPr>
              <a:defRPr sz="2250" b="0">
                <a:solidFill>
                  <a:srgbClr val="DEEAF1"/>
                </a:solidFill>
                <a:latin typeface="DejaVu Sans"/>
                <a:ea typeface="DejaVu Sans"/>
                <a:cs typeface="DejaVu Sans"/>
              </a:defRPr>
            </a:defPPr>
            <a:lvl1pPr>
              <a:defRPr sz="2250" b="0">
                <a:solidFill>
                  <a:srgbClr val="DEEAF1"/>
                </a:solidFill>
                <a:latin typeface="DejaVu Sans"/>
                <a:ea typeface="DejaVu Sans"/>
                <a:cs typeface="DejaVu Sans"/>
              </a:defRPr>
            </a:lvl1pPr>
            <a:lvl2pPr>
              <a:defRPr sz="2250" b="0">
                <a:solidFill>
                  <a:srgbClr val="DEEAF1"/>
                </a:solidFill>
                <a:latin typeface="DejaVu Sans"/>
                <a:ea typeface="DejaVu Sans"/>
                <a:cs typeface="DejaVu Sans"/>
              </a:defRPr>
            </a:lvl2pPr>
            <a:lvl3pPr>
              <a:defRPr sz="2250" b="0">
                <a:solidFill>
                  <a:srgbClr val="DEEAF1"/>
                </a:solidFill>
                <a:latin typeface="DejaVu Sans"/>
                <a:ea typeface="DejaVu Sans"/>
                <a:cs typeface="DejaVu Sans"/>
              </a:defRPr>
            </a:lvl3pPr>
            <a:lvl4pPr>
              <a:defRPr sz="2250" b="0">
                <a:solidFill>
                  <a:srgbClr val="DEEAF1"/>
                </a:solidFill>
                <a:latin typeface="DejaVu Sans"/>
                <a:ea typeface="DejaVu Sans"/>
                <a:cs typeface="DejaVu Sans"/>
              </a:defRPr>
            </a:lvl4pPr>
            <a:lvl5pPr>
              <a:defRPr sz="2250" b="0">
                <a:solidFill>
                  <a:srgbClr val="DEEAF1"/>
                </a:solidFill>
                <a:latin typeface="DejaVu Sans"/>
                <a:ea typeface="DejaVu Sans"/>
                <a:cs typeface="DejaVu Sans"/>
              </a:defRPr>
            </a:lvl5pPr>
            <a:lvl6pPr>
              <a:defRPr sz="2250" b="0">
                <a:solidFill>
                  <a:srgbClr val="DEEAF1"/>
                </a:solidFill>
                <a:latin typeface="DejaVu Sans"/>
                <a:ea typeface="DejaVu Sans"/>
                <a:cs typeface="DejaVu Sans"/>
              </a:defRPr>
            </a:lvl6pPr>
            <a:lvl7pPr>
              <a:defRPr sz="2250" b="0">
                <a:solidFill>
                  <a:srgbClr val="DEEAF1"/>
                </a:solidFill>
                <a:latin typeface="DejaVu Sans"/>
                <a:ea typeface="DejaVu Sans"/>
                <a:cs typeface="DejaVu Sans"/>
              </a:defRPr>
            </a:lvl7pPr>
            <a:lvl8pPr>
              <a:defRPr sz="2250" b="0">
                <a:solidFill>
                  <a:srgbClr val="DEEAF1"/>
                </a:solidFill>
                <a:latin typeface="DejaVu Sans"/>
                <a:ea typeface="DejaVu Sans"/>
                <a:cs typeface="DejaVu Sans"/>
              </a:defRPr>
            </a:lvl8pPr>
            <a:lvl9pPr>
              <a:defRPr sz="2250" b="0">
                <a:solidFill>
                  <a:srgbClr val="DEEAF1"/>
                </a:solidFill>
                <a:latin typeface="DejaVu Sans"/>
                <a:ea typeface="DejaVu Sans"/>
                <a:cs typeface="DejaVu Sans"/>
              </a:defRPr>
            </a:lvl9pPr>
          </a:lstStyle>
          <a:p>
            <a:pPr>
              <a:defRPr sz="2250" b="0">
                <a:solidFill>
                  <a:srgbClr val="DEEAF1"/>
                </a:solidFill>
                <a:latin typeface="DejaVu Sans"/>
                <a:ea typeface="DejaVu Sans"/>
                <a:cs typeface="DejaVu Sans"/>
              </a:defRPr>
            </a:pPr>
            <a:r>
              <a:rPr sz="2250" b="0" dirty="0" err="1">
                <a:solidFill>
                  <a:srgbClr val="DEEAF1"/>
                </a:solidFill>
                <a:latin typeface="DejaVu Sans"/>
                <a:ea typeface="DejaVu Sans"/>
                <a:cs typeface="DejaVu Sans"/>
              </a:rPr>
              <a:t>Rangkuman</a:t>
            </a:r>
            <a:r>
              <a:rPr sz="2250" b="0" dirty="0">
                <a:solidFill>
                  <a:srgbClr val="DEEAF1"/>
                </a:solidFill>
                <a:latin typeface="DejaVu Sans"/>
                <a:ea typeface="DejaVu Sans"/>
                <a:cs typeface="DejaVu Sans"/>
              </a:rPr>
              <a:t> </a:t>
            </a:r>
            <a:r>
              <a:rPr sz="2250" b="0" dirty="0" err="1">
                <a:solidFill>
                  <a:srgbClr val="DEEAF1"/>
                </a:solidFill>
                <a:latin typeface="DejaVu Sans"/>
                <a:ea typeface="DejaVu Sans"/>
                <a:cs typeface="DejaVu Sans"/>
              </a:rPr>
              <a:t>terpadu</a:t>
            </a:r>
            <a:endParaRPr sz="2250" b="0" dirty="0">
              <a:solidFill>
                <a:srgbClr val="DEEAF1"/>
              </a:solidFill>
              <a:latin typeface="DejaVu Sans"/>
              <a:ea typeface="DejaVu Sans"/>
              <a:cs typeface="DejaVu Sans"/>
            </a:endParaRPr>
          </a:p>
        </p:txBody>
      </p:sp>
      <p:sp>
        <p:nvSpPr>
          <p:cNvPr id="4" name="text-3">
            <a:extLst>
              <a:ext uri="{FF2B5EF4-FFF2-40B4-BE49-F238E27FC236}">
                <a16:creationId xmlns:a16="http://schemas.microsoft.com/office/drawing/2014/main" id="{1B89BCE6-29D4-4EA4-A67A-3020E69F8FA4}"/>
              </a:ext>
            </a:extLst>
          </p:cNvPr>
          <p:cNvSpPr>
            <a:spLocks noGrp="1"/>
          </p:cNvSpPr>
          <p:nvPr/>
        </p:nvSpPr>
        <p:spPr>
          <a:xfrm>
            <a:off x="723900" y="5753100"/>
            <a:ext cx="9525000" cy="285750"/>
          </a:xfrm>
          <a:prstGeom prst="rect">
            <a:avLst/>
          </a:prstGeom>
          <a:noFill/>
          <a:ln w="0">
            <a:noFill/>
            <a:prstDash val="solid"/>
          </a:ln>
        </p:spPr>
        <p:txBody>
          <a:bodyPr lIns="0" tIns="0" rIns="0" bIns="0" anchor="t">
            <a:noAutofit/>
          </a:bodyPr>
          <a:lstStyle>
            <a:defPPr>
              <a:defRPr sz="1575" b="0">
                <a:solidFill>
                  <a:srgbClr val="B8CCD8"/>
                </a:solidFill>
                <a:latin typeface="DejaVu Sans"/>
                <a:ea typeface="DejaVu Sans"/>
                <a:cs typeface="DejaVu Sans"/>
              </a:defRPr>
            </a:defPPr>
            <a:lvl1pPr>
              <a:defRPr sz="1575" b="0">
                <a:solidFill>
                  <a:srgbClr val="B8CCD8"/>
                </a:solidFill>
                <a:latin typeface="DejaVu Sans"/>
                <a:ea typeface="DejaVu Sans"/>
                <a:cs typeface="DejaVu Sans"/>
              </a:defRPr>
            </a:lvl1pPr>
            <a:lvl2pPr>
              <a:defRPr sz="1575" b="0">
                <a:solidFill>
                  <a:srgbClr val="B8CCD8"/>
                </a:solidFill>
                <a:latin typeface="DejaVu Sans"/>
                <a:ea typeface="DejaVu Sans"/>
                <a:cs typeface="DejaVu Sans"/>
              </a:defRPr>
            </a:lvl2pPr>
            <a:lvl3pPr>
              <a:defRPr sz="1575" b="0">
                <a:solidFill>
                  <a:srgbClr val="B8CCD8"/>
                </a:solidFill>
                <a:latin typeface="DejaVu Sans"/>
                <a:ea typeface="DejaVu Sans"/>
                <a:cs typeface="DejaVu Sans"/>
              </a:defRPr>
            </a:lvl3pPr>
            <a:lvl4pPr>
              <a:defRPr sz="1575" b="0">
                <a:solidFill>
                  <a:srgbClr val="B8CCD8"/>
                </a:solidFill>
                <a:latin typeface="DejaVu Sans"/>
                <a:ea typeface="DejaVu Sans"/>
                <a:cs typeface="DejaVu Sans"/>
              </a:defRPr>
            </a:lvl4pPr>
            <a:lvl5pPr>
              <a:defRPr sz="1575" b="0">
                <a:solidFill>
                  <a:srgbClr val="B8CCD8"/>
                </a:solidFill>
                <a:latin typeface="DejaVu Sans"/>
                <a:ea typeface="DejaVu Sans"/>
                <a:cs typeface="DejaVu Sans"/>
              </a:defRPr>
            </a:lvl5pPr>
            <a:lvl6pPr>
              <a:defRPr sz="1575" b="0">
                <a:solidFill>
                  <a:srgbClr val="B8CCD8"/>
                </a:solidFill>
                <a:latin typeface="DejaVu Sans"/>
                <a:ea typeface="DejaVu Sans"/>
                <a:cs typeface="DejaVu Sans"/>
              </a:defRPr>
            </a:lvl6pPr>
            <a:lvl7pPr>
              <a:defRPr sz="1575" b="0">
                <a:solidFill>
                  <a:srgbClr val="B8CCD8"/>
                </a:solidFill>
                <a:latin typeface="DejaVu Sans"/>
                <a:ea typeface="DejaVu Sans"/>
                <a:cs typeface="DejaVu Sans"/>
              </a:defRPr>
            </a:lvl7pPr>
            <a:lvl8pPr>
              <a:defRPr sz="1575" b="0">
                <a:solidFill>
                  <a:srgbClr val="B8CCD8"/>
                </a:solidFill>
                <a:latin typeface="DejaVu Sans"/>
                <a:ea typeface="DejaVu Sans"/>
                <a:cs typeface="DejaVu Sans"/>
              </a:defRPr>
            </a:lvl8pPr>
            <a:lvl9pPr>
              <a:defRPr sz="1575" b="0">
                <a:solidFill>
                  <a:srgbClr val="B8CCD8"/>
                </a:solidFill>
                <a:latin typeface="DejaVu Sans"/>
                <a:ea typeface="DejaVu Sans"/>
                <a:cs typeface="DejaVu Sans"/>
              </a:defRPr>
            </a:lvl9pPr>
          </a:lstStyle>
          <a:p>
            <a:pPr>
              <a:defRPr sz="1575" b="0">
                <a:solidFill>
                  <a:srgbClr val="B8CCD8"/>
                </a:solidFill>
                <a:latin typeface="DejaVu Sans"/>
                <a:ea typeface="DejaVu Sans"/>
                <a:cs typeface="DejaVu Sans"/>
              </a:defRPr>
            </a:pPr>
            <a:r>
              <a:rPr sz="1575" b="0">
                <a:solidFill>
                  <a:srgbClr val="B8CCD8"/>
                </a:solidFill>
                <a:latin typeface="DejaVu Sans"/>
                <a:ea typeface="DejaVu Sans"/>
                <a:cs typeface="DejaVu Sans"/>
              </a:rPr>
              <a:t>Sumber: Erma Susanti · Desember 2020</a:t>
            </a:r>
          </a:p>
        </p:txBody>
      </p:sp>
    </p:spTree>
    <p:extLst>
      <p:ext uri="{BB962C8B-B14F-4D97-AF65-F5344CB8AC3E}">
        <p14:creationId xmlns:p14="http://schemas.microsoft.com/office/powerpoint/2010/main" val="19007457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9FA"/>
        </a:solidFill>
        <a:effectLst/>
      </p:bgPr>
    </p:bg>
    <p:spTree>
      <p:nvGrpSpPr>
        <p:cNvPr id="1" name=""/>
        <p:cNvGrpSpPr/>
        <p:nvPr/>
      </p:nvGrpSpPr>
      <p:grpSpPr>
        <a:xfrm>
          <a:off x="0" y="0"/>
          <a:ext cx="0" cy="0"/>
          <a:chOff x="0" y="0"/>
          <a:chExt cx="0" cy="0"/>
        </a:xfrm>
      </p:grpSpPr>
      <p:sp>
        <p:nvSpPr>
          <p:cNvPr id="17" name="text-0">
            <a:extLst>
              <a:ext uri="{FF2B5EF4-FFF2-40B4-BE49-F238E27FC236}">
                <a16:creationId xmlns:a16="http://schemas.microsoft.com/office/drawing/2014/main" id="{BD8A2DAB-4C83-4946-9E59-05AAFDA409BD}"/>
              </a:ext>
            </a:extLst>
          </p:cNvPr>
          <p:cNvSpPr>
            <a:spLocks noGrp="1"/>
          </p:cNvSpPr>
          <p:nvPr/>
        </p:nvSpPr>
        <p:spPr>
          <a:xfrm>
            <a:off x="609600" y="381000"/>
            <a:ext cx="10953750" cy="266700"/>
          </a:xfrm>
          <a:prstGeom prst="rect">
            <a:avLst/>
          </a:prstGeom>
          <a:noFill/>
          <a:ln w="0">
            <a:noFill/>
            <a:prstDash val="solid"/>
          </a:ln>
        </p:spPr>
        <p:txBody>
          <a:bodyPr lIns="0" tIns="0" rIns="0" bIns="0" anchor="t">
            <a:noAutofit/>
          </a:bodyPr>
          <a:lstStyle>
            <a:defPPr>
              <a:defRPr sz="1350" b="1">
                <a:solidFill>
                  <a:srgbClr val="007D85"/>
                </a:solidFill>
                <a:latin typeface="DejaVu Sans"/>
                <a:ea typeface="DejaVu Sans"/>
                <a:cs typeface="DejaVu Sans"/>
              </a:defRPr>
            </a:defPPr>
            <a:lvl1pPr>
              <a:defRPr sz="1350" b="1">
                <a:solidFill>
                  <a:srgbClr val="007D85"/>
                </a:solidFill>
                <a:latin typeface="DejaVu Sans"/>
                <a:ea typeface="DejaVu Sans"/>
                <a:cs typeface="DejaVu Sans"/>
              </a:defRPr>
            </a:lvl1pPr>
            <a:lvl2pPr>
              <a:defRPr sz="1350" b="1">
                <a:solidFill>
                  <a:srgbClr val="007D85"/>
                </a:solidFill>
                <a:latin typeface="DejaVu Sans"/>
                <a:ea typeface="DejaVu Sans"/>
                <a:cs typeface="DejaVu Sans"/>
              </a:defRPr>
            </a:lvl2pPr>
            <a:lvl3pPr>
              <a:defRPr sz="1350" b="1">
                <a:solidFill>
                  <a:srgbClr val="007D85"/>
                </a:solidFill>
                <a:latin typeface="DejaVu Sans"/>
                <a:ea typeface="DejaVu Sans"/>
                <a:cs typeface="DejaVu Sans"/>
              </a:defRPr>
            </a:lvl3pPr>
            <a:lvl4pPr>
              <a:defRPr sz="1350" b="1">
                <a:solidFill>
                  <a:srgbClr val="007D85"/>
                </a:solidFill>
                <a:latin typeface="DejaVu Sans"/>
                <a:ea typeface="DejaVu Sans"/>
                <a:cs typeface="DejaVu Sans"/>
              </a:defRPr>
            </a:lvl4pPr>
            <a:lvl5pPr>
              <a:defRPr sz="1350" b="1">
                <a:solidFill>
                  <a:srgbClr val="007D85"/>
                </a:solidFill>
                <a:latin typeface="DejaVu Sans"/>
                <a:ea typeface="DejaVu Sans"/>
                <a:cs typeface="DejaVu Sans"/>
              </a:defRPr>
            </a:lvl5pPr>
            <a:lvl6pPr>
              <a:defRPr sz="1350" b="1">
                <a:solidFill>
                  <a:srgbClr val="007D85"/>
                </a:solidFill>
                <a:latin typeface="DejaVu Sans"/>
                <a:ea typeface="DejaVu Sans"/>
                <a:cs typeface="DejaVu Sans"/>
              </a:defRPr>
            </a:lvl6pPr>
            <a:lvl7pPr>
              <a:defRPr sz="1350" b="1">
                <a:solidFill>
                  <a:srgbClr val="007D85"/>
                </a:solidFill>
                <a:latin typeface="DejaVu Sans"/>
                <a:ea typeface="DejaVu Sans"/>
                <a:cs typeface="DejaVu Sans"/>
              </a:defRPr>
            </a:lvl7pPr>
            <a:lvl8pPr>
              <a:defRPr sz="1350" b="1">
                <a:solidFill>
                  <a:srgbClr val="007D85"/>
                </a:solidFill>
                <a:latin typeface="DejaVu Sans"/>
                <a:ea typeface="DejaVu Sans"/>
                <a:cs typeface="DejaVu Sans"/>
              </a:defRPr>
            </a:lvl8pPr>
            <a:lvl9pPr>
              <a:defRPr sz="1350" b="1">
                <a:solidFill>
                  <a:srgbClr val="007D85"/>
                </a:solidFill>
                <a:latin typeface="DejaVu Sans"/>
                <a:ea typeface="DejaVu Sans"/>
                <a:cs typeface="DejaVu Sans"/>
              </a:defRPr>
            </a:lvl9pPr>
          </a:lstStyle>
          <a:p>
            <a:pPr>
              <a:defRPr sz="1350" b="1">
                <a:solidFill>
                  <a:srgbClr val="007D85"/>
                </a:solidFill>
                <a:latin typeface="DejaVu Sans"/>
                <a:ea typeface="DejaVu Sans"/>
                <a:cs typeface="DejaVu Sans"/>
              </a:defRPr>
            </a:pPr>
            <a:r>
              <a:rPr sz="1350" b="1">
                <a:solidFill>
                  <a:srgbClr val="007D85"/>
                </a:solidFill>
                <a:latin typeface="DejaVu Sans"/>
                <a:ea typeface="DejaVu Sans"/>
                <a:cs typeface="DejaVu Sans"/>
              </a:rPr>
              <a:t>RANGKUMAN TERPADU</a:t>
            </a:r>
          </a:p>
        </p:txBody>
      </p:sp>
      <p:sp>
        <p:nvSpPr>
          <p:cNvPr id="2" name="text-1">
            <a:extLst>
              <a:ext uri="{FF2B5EF4-FFF2-40B4-BE49-F238E27FC236}">
                <a16:creationId xmlns:a16="http://schemas.microsoft.com/office/drawing/2014/main" id="{C6A4A610-4035-402F-883E-8B224A2C176D}"/>
              </a:ext>
            </a:extLst>
          </p:cNvPr>
          <p:cNvSpPr>
            <a:spLocks noGrp="1"/>
          </p:cNvSpPr>
          <p:nvPr/>
        </p:nvSpPr>
        <p:spPr>
          <a:xfrm>
            <a:off x="609600" y="866775"/>
            <a:ext cx="10953750" cy="895350"/>
          </a:xfrm>
          <a:prstGeom prst="rect">
            <a:avLst/>
          </a:prstGeom>
          <a:noFill/>
          <a:ln w="0">
            <a:noFill/>
            <a:prstDash val="solid"/>
          </a:ln>
        </p:spPr>
        <p:txBody>
          <a:bodyPr lIns="0" tIns="0" rIns="0" bIns="0" anchor="t">
            <a:noAutofit/>
          </a:bodyPr>
          <a:lstStyle>
            <a:defPPr>
              <a:defRPr sz="3150" b="1">
                <a:solidFill>
                  <a:srgbClr val="10283F"/>
                </a:solidFill>
                <a:latin typeface="DejaVu Sans"/>
                <a:ea typeface="DejaVu Sans"/>
                <a:cs typeface="DejaVu Sans"/>
              </a:defRPr>
            </a:defPPr>
            <a:lvl1pPr>
              <a:defRPr sz="3150" b="1">
                <a:solidFill>
                  <a:srgbClr val="10283F"/>
                </a:solidFill>
                <a:latin typeface="DejaVu Sans"/>
                <a:ea typeface="DejaVu Sans"/>
                <a:cs typeface="DejaVu Sans"/>
              </a:defRPr>
            </a:lvl1pPr>
            <a:lvl2pPr>
              <a:defRPr sz="3150" b="1">
                <a:solidFill>
                  <a:srgbClr val="10283F"/>
                </a:solidFill>
                <a:latin typeface="DejaVu Sans"/>
                <a:ea typeface="DejaVu Sans"/>
                <a:cs typeface="DejaVu Sans"/>
              </a:defRPr>
            </a:lvl2pPr>
            <a:lvl3pPr>
              <a:defRPr sz="3150" b="1">
                <a:solidFill>
                  <a:srgbClr val="10283F"/>
                </a:solidFill>
                <a:latin typeface="DejaVu Sans"/>
                <a:ea typeface="DejaVu Sans"/>
                <a:cs typeface="DejaVu Sans"/>
              </a:defRPr>
            </a:lvl3pPr>
            <a:lvl4pPr>
              <a:defRPr sz="3150" b="1">
                <a:solidFill>
                  <a:srgbClr val="10283F"/>
                </a:solidFill>
                <a:latin typeface="DejaVu Sans"/>
                <a:ea typeface="DejaVu Sans"/>
                <a:cs typeface="DejaVu Sans"/>
              </a:defRPr>
            </a:lvl4pPr>
            <a:lvl5pPr>
              <a:defRPr sz="3150" b="1">
                <a:solidFill>
                  <a:srgbClr val="10283F"/>
                </a:solidFill>
                <a:latin typeface="DejaVu Sans"/>
                <a:ea typeface="DejaVu Sans"/>
                <a:cs typeface="DejaVu Sans"/>
              </a:defRPr>
            </a:lvl5pPr>
            <a:lvl6pPr>
              <a:defRPr sz="3150" b="1">
                <a:solidFill>
                  <a:srgbClr val="10283F"/>
                </a:solidFill>
                <a:latin typeface="DejaVu Sans"/>
                <a:ea typeface="DejaVu Sans"/>
                <a:cs typeface="DejaVu Sans"/>
              </a:defRPr>
            </a:lvl6pPr>
            <a:lvl7pPr>
              <a:defRPr sz="3150" b="1">
                <a:solidFill>
                  <a:srgbClr val="10283F"/>
                </a:solidFill>
                <a:latin typeface="DejaVu Sans"/>
                <a:ea typeface="DejaVu Sans"/>
                <a:cs typeface="DejaVu Sans"/>
              </a:defRPr>
            </a:lvl7pPr>
            <a:lvl8pPr>
              <a:defRPr sz="3150" b="1">
                <a:solidFill>
                  <a:srgbClr val="10283F"/>
                </a:solidFill>
                <a:latin typeface="DejaVu Sans"/>
                <a:ea typeface="DejaVu Sans"/>
                <a:cs typeface="DejaVu Sans"/>
              </a:defRPr>
            </a:lvl8pPr>
            <a:lvl9pPr>
              <a:defRPr sz="3150" b="1">
                <a:solidFill>
                  <a:srgbClr val="10283F"/>
                </a:solidFill>
                <a:latin typeface="DejaVu Sans"/>
                <a:ea typeface="DejaVu Sans"/>
                <a:cs typeface="DejaVu Sans"/>
              </a:defRPr>
            </a:lvl9pPr>
          </a:lstStyle>
          <a:p>
            <a:pPr>
              <a:defRPr sz="3150" b="1">
                <a:solidFill>
                  <a:srgbClr val="10283F"/>
                </a:solidFill>
                <a:latin typeface="DejaVu Sans"/>
                <a:ea typeface="DejaVu Sans"/>
                <a:cs typeface="DejaVu Sans"/>
              </a:defRPr>
            </a:pPr>
            <a:r>
              <a:rPr sz="3150" b="1">
                <a:solidFill>
                  <a:srgbClr val="10283F"/>
                </a:solidFill>
                <a:latin typeface="DejaVu Sans"/>
                <a:ea typeface="DejaVu Sans"/>
                <a:cs typeface="DejaVu Sans"/>
              </a:rPr>
              <a:t>Peta materi</a:t>
            </a:r>
          </a:p>
        </p:txBody>
      </p:sp>
      <p:sp>
        <p:nvSpPr>
          <p:cNvPr id="3" name="text-2">
            <a:extLst>
              <a:ext uri="{FF2B5EF4-FFF2-40B4-BE49-F238E27FC236}">
                <a16:creationId xmlns:a16="http://schemas.microsoft.com/office/drawing/2014/main" id="{F8CAA8B2-FA2C-43E1-9975-5E79670A7641}"/>
              </a:ext>
            </a:extLst>
          </p:cNvPr>
          <p:cNvSpPr>
            <a:spLocks noGrp="1"/>
          </p:cNvSpPr>
          <p:nvPr/>
        </p:nvSpPr>
        <p:spPr>
          <a:xfrm>
            <a:off x="609600" y="6410325"/>
            <a:ext cx="10096500" cy="238125"/>
          </a:xfrm>
          <a:prstGeom prst="rect">
            <a:avLst/>
          </a:prstGeom>
          <a:noFill/>
          <a:ln w="0">
            <a:noFill/>
            <a:prstDash val="solid"/>
          </a:ln>
        </p:spPr>
        <p:txBody>
          <a:bodyPr lIns="0" tIns="0" rIns="0" bIns="0" anchor="t">
            <a:noAutofit/>
          </a:bodyPr>
          <a:lstStyle>
            <a:defPPr>
              <a:defRPr sz="1050" b="0">
                <a:solidFill>
                  <a:srgbClr val="506778"/>
                </a:solidFill>
                <a:latin typeface="DejaVu Sans"/>
                <a:ea typeface="DejaVu Sans"/>
                <a:cs typeface="DejaVu Sans"/>
              </a:defRPr>
            </a:defPPr>
            <a:lvl1pPr>
              <a:defRPr sz="1050" b="0">
                <a:solidFill>
                  <a:srgbClr val="506778"/>
                </a:solidFill>
                <a:latin typeface="DejaVu Sans"/>
                <a:ea typeface="DejaVu Sans"/>
                <a:cs typeface="DejaVu Sans"/>
              </a:defRPr>
            </a:lvl1pPr>
            <a:lvl2pPr>
              <a:defRPr sz="1050" b="0">
                <a:solidFill>
                  <a:srgbClr val="506778"/>
                </a:solidFill>
                <a:latin typeface="DejaVu Sans"/>
                <a:ea typeface="DejaVu Sans"/>
                <a:cs typeface="DejaVu Sans"/>
              </a:defRPr>
            </a:lvl2pPr>
            <a:lvl3pPr>
              <a:defRPr sz="1050" b="0">
                <a:solidFill>
                  <a:srgbClr val="506778"/>
                </a:solidFill>
                <a:latin typeface="DejaVu Sans"/>
                <a:ea typeface="DejaVu Sans"/>
                <a:cs typeface="DejaVu Sans"/>
              </a:defRPr>
            </a:lvl3pPr>
            <a:lvl4pPr>
              <a:defRPr sz="1050" b="0">
                <a:solidFill>
                  <a:srgbClr val="506778"/>
                </a:solidFill>
                <a:latin typeface="DejaVu Sans"/>
                <a:ea typeface="DejaVu Sans"/>
                <a:cs typeface="DejaVu Sans"/>
              </a:defRPr>
            </a:lvl4pPr>
            <a:lvl5pPr>
              <a:defRPr sz="1050" b="0">
                <a:solidFill>
                  <a:srgbClr val="506778"/>
                </a:solidFill>
                <a:latin typeface="DejaVu Sans"/>
                <a:ea typeface="DejaVu Sans"/>
                <a:cs typeface="DejaVu Sans"/>
              </a:defRPr>
            </a:lvl5pPr>
            <a:lvl6pPr>
              <a:defRPr sz="1050" b="0">
                <a:solidFill>
                  <a:srgbClr val="506778"/>
                </a:solidFill>
                <a:latin typeface="DejaVu Sans"/>
                <a:ea typeface="DejaVu Sans"/>
                <a:cs typeface="DejaVu Sans"/>
              </a:defRPr>
            </a:lvl6pPr>
            <a:lvl7pPr>
              <a:defRPr sz="1050" b="0">
                <a:solidFill>
                  <a:srgbClr val="506778"/>
                </a:solidFill>
                <a:latin typeface="DejaVu Sans"/>
                <a:ea typeface="DejaVu Sans"/>
                <a:cs typeface="DejaVu Sans"/>
              </a:defRPr>
            </a:lvl7pPr>
            <a:lvl8pPr>
              <a:defRPr sz="1050" b="0">
                <a:solidFill>
                  <a:srgbClr val="506778"/>
                </a:solidFill>
                <a:latin typeface="DejaVu Sans"/>
                <a:ea typeface="DejaVu Sans"/>
                <a:cs typeface="DejaVu Sans"/>
              </a:defRPr>
            </a:lvl8pPr>
            <a:lvl9pPr>
              <a:defRPr sz="1050" b="0">
                <a:solidFill>
                  <a:srgbClr val="506778"/>
                </a:solidFill>
                <a:latin typeface="DejaVu Sans"/>
                <a:ea typeface="DejaVu Sans"/>
                <a:cs typeface="DejaVu Sans"/>
              </a:defRPr>
            </a:lvl9pPr>
          </a:lstStyle>
          <a:p>
            <a:pPr>
              <a:defRPr sz="1050" b="0">
                <a:solidFill>
                  <a:srgbClr val="506778"/>
                </a:solidFill>
                <a:latin typeface="DejaVu Sans"/>
                <a:ea typeface="DejaVu Sans"/>
                <a:cs typeface="DejaVu Sans"/>
              </a:defRPr>
            </a:pPr>
            <a:r>
              <a:rPr sz="1050" b="0">
                <a:solidFill>
                  <a:srgbClr val="506778"/>
                </a:solidFill>
                <a:latin typeface="DejaVu Sans"/>
                <a:ea typeface="DejaVu Sans"/>
                <a:cs typeface="DejaVu Sans"/>
              </a:rPr>
              <a:t>Pemrograman Mobile Android dengan Java • Erma Susanti (2020)</a:t>
            </a:r>
          </a:p>
        </p:txBody>
      </p:sp>
      <p:sp>
        <p:nvSpPr>
          <p:cNvPr id="4" name="text-3">
            <a:extLst>
              <a:ext uri="{FF2B5EF4-FFF2-40B4-BE49-F238E27FC236}">
                <a16:creationId xmlns:a16="http://schemas.microsoft.com/office/drawing/2014/main" id="{9DD873F9-BCEF-4C62-8F2C-8B964A099660}"/>
              </a:ext>
            </a:extLst>
          </p:cNvPr>
          <p:cNvSpPr>
            <a:spLocks noGrp="1"/>
          </p:cNvSpPr>
          <p:nvPr/>
        </p:nvSpPr>
        <p:spPr>
          <a:xfrm>
            <a:off x="11106150" y="6372225"/>
            <a:ext cx="476250" cy="285750"/>
          </a:xfrm>
          <a:prstGeom prst="rect">
            <a:avLst/>
          </a:prstGeom>
          <a:noFill/>
          <a:ln w="0">
            <a:noFill/>
            <a:prstDash val="solid"/>
          </a:ln>
        </p:spPr>
        <p:txBody>
          <a:bodyPr lIns="0" tIns="0" rIns="0" bIns="0" anchor="t">
            <a:noAutofit/>
          </a:bodyPr>
          <a:lstStyle>
            <a:defPPr>
              <a:defRPr sz="1425" b="1">
                <a:solidFill>
                  <a:srgbClr val="007D85"/>
                </a:solidFill>
                <a:latin typeface="DejaVu Sans"/>
                <a:ea typeface="DejaVu Sans"/>
                <a:cs typeface="DejaVu Sans"/>
              </a:defRPr>
            </a:defPPr>
            <a:lvl1pPr>
              <a:defRPr sz="1425" b="1">
                <a:solidFill>
                  <a:srgbClr val="007D85"/>
                </a:solidFill>
                <a:latin typeface="DejaVu Sans"/>
                <a:ea typeface="DejaVu Sans"/>
                <a:cs typeface="DejaVu Sans"/>
              </a:defRPr>
            </a:lvl1pPr>
            <a:lvl2pPr>
              <a:defRPr sz="1425" b="1">
                <a:solidFill>
                  <a:srgbClr val="007D85"/>
                </a:solidFill>
                <a:latin typeface="DejaVu Sans"/>
                <a:ea typeface="DejaVu Sans"/>
                <a:cs typeface="DejaVu Sans"/>
              </a:defRPr>
            </a:lvl2pPr>
            <a:lvl3pPr>
              <a:defRPr sz="1425" b="1">
                <a:solidFill>
                  <a:srgbClr val="007D85"/>
                </a:solidFill>
                <a:latin typeface="DejaVu Sans"/>
                <a:ea typeface="DejaVu Sans"/>
                <a:cs typeface="DejaVu Sans"/>
              </a:defRPr>
            </a:lvl3pPr>
            <a:lvl4pPr>
              <a:defRPr sz="1425" b="1">
                <a:solidFill>
                  <a:srgbClr val="007D85"/>
                </a:solidFill>
                <a:latin typeface="DejaVu Sans"/>
                <a:ea typeface="DejaVu Sans"/>
                <a:cs typeface="DejaVu Sans"/>
              </a:defRPr>
            </a:lvl4pPr>
            <a:lvl5pPr>
              <a:defRPr sz="1425" b="1">
                <a:solidFill>
                  <a:srgbClr val="007D85"/>
                </a:solidFill>
                <a:latin typeface="DejaVu Sans"/>
                <a:ea typeface="DejaVu Sans"/>
                <a:cs typeface="DejaVu Sans"/>
              </a:defRPr>
            </a:lvl5pPr>
            <a:lvl6pPr>
              <a:defRPr sz="1425" b="1">
                <a:solidFill>
                  <a:srgbClr val="007D85"/>
                </a:solidFill>
                <a:latin typeface="DejaVu Sans"/>
                <a:ea typeface="DejaVu Sans"/>
                <a:cs typeface="DejaVu Sans"/>
              </a:defRPr>
            </a:lvl6pPr>
            <a:lvl7pPr>
              <a:defRPr sz="1425" b="1">
                <a:solidFill>
                  <a:srgbClr val="007D85"/>
                </a:solidFill>
                <a:latin typeface="DejaVu Sans"/>
                <a:ea typeface="DejaVu Sans"/>
                <a:cs typeface="DejaVu Sans"/>
              </a:defRPr>
            </a:lvl7pPr>
            <a:lvl8pPr>
              <a:defRPr sz="1425" b="1">
                <a:solidFill>
                  <a:srgbClr val="007D85"/>
                </a:solidFill>
                <a:latin typeface="DejaVu Sans"/>
                <a:ea typeface="DejaVu Sans"/>
                <a:cs typeface="DejaVu Sans"/>
              </a:defRPr>
            </a:lvl8pPr>
            <a:lvl9pPr>
              <a:defRPr sz="1425" b="1">
                <a:solidFill>
                  <a:srgbClr val="007D85"/>
                </a:solidFill>
                <a:latin typeface="DejaVu Sans"/>
                <a:ea typeface="DejaVu Sans"/>
                <a:cs typeface="DejaVu Sans"/>
              </a:defRPr>
            </a:lvl9pPr>
          </a:lstStyle>
          <a:p>
            <a:pPr>
              <a:defRPr sz="1425" b="1">
                <a:solidFill>
                  <a:srgbClr val="007D85"/>
                </a:solidFill>
                <a:latin typeface="DejaVu Sans"/>
                <a:ea typeface="DejaVu Sans"/>
                <a:cs typeface="DejaVu Sans"/>
              </a:defRPr>
            </a:pPr>
            <a:r>
              <a:rPr sz="1425" b="1">
                <a:solidFill>
                  <a:srgbClr val="007D85"/>
                </a:solidFill>
                <a:latin typeface="DejaVu Sans"/>
                <a:ea typeface="DejaVu Sans"/>
                <a:cs typeface="DejaVu Sans"/>
              </a:rPr>
              <a:t>02</a:t>
            </a:r>
          </a:p>
        </p:txBody>
      </p:sp>
      <p:sp>
        <p:nvSpPr>
          <p:cNvPr id="5" name="text-4">
            <a:extLst>
              <a:ext uri="{FF2B5EF4-FFF2-40B4-BE49-F238E27FC236}">
                <a16:creationId xmlns:a16="http://schemas.microsoft.com/office/drawing/2014/main" id="{0B9139B6-9BFB-40E2-9041-559EF48945B7}"/>
              </a:ext>
            </a:extLst>
          </p:cNvPr>
          <p:cNvSpPr>
            <a:spLocks noGrp="1"/>
          </p:cNvSpPr>
          <p:nvPr/>
        </p:nvSpPr>
        <p:spPr>
          <a:xfrm>
            <a:off x="609600" y="1952625"/>
            <a:ext cx="5048250" cy="352425"/>
          </a:xfrm>
          <a:prstGeom prst="rect">
            <a:avLst/>
          </a:prstGeom>
          <a:noFill/>
          <a:ln w="0">
            <a:noFill/>
            <a:prstDash val="solid"/>
          </a:ln>
        </p:spPr>
        <p:txBody>
          <a:bodyPr lIns="0" tIns="0" rIns="0" bIns="0" anchor="t">
            <a:noAutofit/>
          </a:bodyPr>
          <a:lstStyle>
            <a:defPPr>
              <a:defRPr sz="2025" b="1">
                <a:solidFill>
                  <a:srgbClr val="007D85"/>
                </a:solidFill>
                <a:latin typeface="DejaVu Sans"/>
                <a:ea typeface="DejaVu Sans"/>
                <a:cs typeface="DejaVu Sans"/>
              </a:defRPr>
            </a:defPPr>
            <a:lvl1pPr>
              <a:defRPr sz="2025" b="1">
                <a:solidFill>
                  <a:srgbClr val="007D85"/>
                </a:solidFill>
                <a:latin typeface="DejaVu Sans"/>
                <a:ea typeface="DejaVu Sans"/>
                <a:cs typeface="DejaVu Sans"/>
              </a:defRPr>
            </a:lvl1pPr>
            <a:lvl2pPr>
              <a:defRPr sz="2025" b="1">
                <a:solidFill>
                  <a:srgbClr val="007D85"/>
                </a:solidFill>
                <a:latin typeface="DejaVu Sans"/>
                <a:ea typeface="DejaVu Sans"/>
                <a:cs typeface="DejaVu Sans"/>
              </a:defRPr>
            </a:lvl2pPr>
            <a:lvl3pPr>
              <a:defRPr sz="2025" b="1">
                <a:solidFill>
                  <a:srgbClr val="007D85"/>
                </a:solidFill>
                <a:latin typeface="DejaVu Sans"/>
                <a:ea typeface="DejaVu Sans"/>
                <a:cs typeface="DejaVu Sans"/>
              </a:defRPr>
            </a:lvl3pPr>
            <a:lvl4pPr>
              <a:defRPr sz="2025" b="1">
                <a:solidFill>
                  <a:srgbClr val="007D85"/>
                </a:solidFill>
                <a:latin typeface="DejaVu Sans"/>
                <a:ea typeface="DejaVu Sans"/>
                <a:cs typeface="DejaVu Sans"/>
              </a:defRPr>
            </a:lvl4pPr>
            <a:lvl5pPr>
              <a:defRPr sz="2025" b="1">
                <a:solidFill>
                  <a:srgbClr val="007D85"/>
                </a:solidFill>
                <a:latin typeface="DejaVu Sans"/>
                <a:ea typeface="DejaVu Sans"/>
                <a:cs typeface="DejaVu Sans"/>
              </a:defRPr>
            </a:lvl5pPr>
            <a:lvl6pPr>
              <a:defRPr sz="2025" b="1">
                <a:solidFill>
                  <a:srgbClr val="007D85"/>
                </a:solidFill>
                <a:latin typeface="DejaVu Sans"/>
                <a:ea typeface="DejaVu Sans"/>
                <a:cs typeface="DejaVu Sans"/>
              </a:defRPr>
            </a:lvl6pPr>
            <a:lvl7pPr>
              <a:defRPr sz="2025" b="1">
                <a:solidFill>
                  <a:srgbClr val="007D85"/>
                </a:solidFill>
                <a:latin typeface="DejaVu Sans"/>
                <a:ea typeface="DejaVu Sans"/>
                <a:cs typeface="DejaVu Sans"/>
              </a:defRPr>
            </a:lvl7pPr>
            <a:lvl8pPr>
              <a:defRPr sz="2025" b="1">
                <a:solidFill>
                  <a:srgbClr val="007D85"/>
                </a:solidFill>
                <a:latin typeface="DejaVu Sans"/>
                <a:ea typeface="DejaVu Sans"/>
                <a:cs typeface="DejaVu Sans"/>
              </a:defRPr>
            </a:lvl8pPr>
            <a:lvl9pPr>
              <a:defRPr sz="2025" b="1">
                <a:solidFill>
                  <a:srgbClr val="007D85"/>
                </a:solidFill>
                <a:latin typeface="DejaVu Sans"/>
                <a:ea typeface="DejaVu Sans"/>
                <a:cs typeface="DejaVu Sans"/>
              </a:defRPr>
            </a:lvl9pPr>
          </a:lstStyle>
          <a:p>
            <a:pPr>
              <a:defRPr sz="2025" b="1">
                <a:solidFill>
                  <a:srgbClr val="007D85"/>
                </a:solidFill>
                <a:latin typeface="DejaVu Sans"/>
                <a:ea typeface="DejaVu Sans"/>
                <a:cs typeface="DejaVu Sans"/>
              </a:defRPr>
            </a:pPr>
            <a:r>
              <a:rPr sz="2025" b="1">
                <a:solidFill>
                  <a:srgbClr val="007D85"/>
                </a:solidFill>
                <a:latin typeface="DejaVu Sans"/>
                <a:ea typeface="DejaVu Sans"/>
                <a:cs typeface="DejaVu Sans"/>
              </a:rPr>
              <a:t>01  Pengenalan</a:t>
            </a:r>
          </a:p>
        </p:txBody>
      </p:sp>
      <p:sp>
        <p:nvSpPr>
          <p:cNvPr id="6" name="text-5">
            <a:extLst>
              <a:ext uri="{FF2B5EF4-FFF2-40B4-BE49-F238E27FC236}">
                <a16:creationId xmlns:a16="http://schemas.microsoft.com/office/drawing/2014/main" id="{8AE9C702-69E3-4C72-B443-52C002469947}"/>
              </a:ext>
            </a:extLst>
          </p:cNvPr>
          <p:cNvSpPr>
            <a:spLocks noGrp="1"/>
          </p:cNvSpPr>
          <p:nvPr/>
        </p:nvSpPr>
        <p:spPr>
          <a:xfrm>
            <a:off x="609600" y="2390775"/>
            <a:ext cx="5048250" cy="742950"/>
          </a:xfrm>
          <a:prstGeom prst="rect">
            <a:avLst/>
          </a:prstGeom>
          <a:noFill/>
          <a:ln w="0">
            <a:noFill/>
            <a:prstDash val="solid"/>
          </a:ln>
        </p:spPr>
        <p:txBody>
          <a:bodyPr lIns="0" tIns="0" rIns="0" bIns="0" anchor="t">
            <a:noAutofit/>
          </a:bodyPr>
          <a:lstStyle>
            <a:defPPr>
              <a:defRPr sz="1875" b="0">
                <a:solidFill>
                  <a:srgbClr val="183349"/>
                </a:solidFill>
                <a:latin typeface="DejaVu Sans"/>
                <a:ea typeface="DejaVu Sans"/>
                <a:cs typeface="DejaVu Sans"/>
              </a:defRPr>
            </a:defPPr>
            <a:lvl1pPr>
              <a:defRPr sz="1875" b="0">
                <a:solidFill>
                  <a:srgbClr val="183349"/>
                </a:solidFill>
                <a:latin typeface="DejaVu Sans"/>
                <a:ea typeface="DejaVu Sans"/>
                <a:cs typeface="DejaVu Sans"/>
              </a:defRPr>
            </a:lvl1pPr>
            <a:lvl2pPr>
              <a:defRPr sz="1875" b="0">
                <a:solidFill>
                  <a:srgbClr val="183349"/>
                </a:solidFill>
                <a:latin typeface="DejaVu Sans"/>
                <a:ea typeface="DejaVu Sans"/>
                <a:cs typeface="DejaVu Sans"/>
              </a:defRPr>
            </a:lvl2pPr>
            <a:lvl3pPr>
              <a:defRPr sz="1875" b="0">
                <a:solidFill>
                  <a:srgbClr val="183349"/>
                </a:solidFill>
                <a:latin typeface="DejaVu Sans"/>
                <a:ea typeface="DejaVu Sans"/>
                <a:cs typeface="DejaVu Sans"/>
              </a:defRPr>
            </a:lvl3pPr>
            <a:lvl4pPr>
              <a:defRPr sz="1875" b="0">
                <a:solidFill>
                  <a:srgbClr val="183349"/>
                </a:solidFill>
                <a:latin typeface="DejaVu Sans"/>
                <a:ea typeface="DejaVu Sans"/>
                <a:cs typeface="DejaVu Sans"/>
              </a:defRPr>
            </a:lvl4pPr>
            <a:lvl5pPr>
              <a:defRPr sz="1875" b="0">
                <a:solidFill>
                  <a:srgbClr val="183349"/>
                </a:solidFill>
                <a:latin typeface="DejaVu Sans"/>
                <a:ea typeface="DejaVu Sans"/>
                <a:cs typeface="DejaVu Sans"/>
              </a:defRPr>
            </a:lvl5pPr>
            <a:lvl6pPr>
              <a:defRPr sz="1875" b="0">
                <a:solidFill>
                  <a:srgbClr val="183349"/>
                </a:solidFill>
                <a:latin typeface="DejaVu Sans"/>
                <a:ea typeface="DejaVu Sans"/>
                <a:cs typeface="DejaVu Sans"/>
              </a:defRPr>
            </a:lvl6pPr>
            <a:lvl7pPr>
              <a:defRPr sz="1875" b="0">
                <a:solidFill>
                  <a:srgbClr val="183349"/>
                </a:solidFill>
                <a:latin typeface="DejaVu Sans"/>
                <a:ea typeface="DejaVu Sans"/>
                <a:cs typeface="DejaVu Sans"/>
              </a:defRPr>
            </a:lvl7pPr>
            <a:lvl8pPr>
              <a:defRPr sz="1875" b="0">
                <a:solidFill>
                  <a:srgbClr val="183349"/>
                </a:solidFill>
                <a:latin typeface="DejaVu Sans"/>
                <a:ea typeface="DejaVu Sans"/>
                <a:cs typeface="DejaVu Sans"/>
              </a:defRPr>
            </a:lvl8pPr>
            <a:lvl9pPr>
              <a:defRPr sz="1875" b="0">
                <a:solidFill>
                  <a:srgbClr val="183349"/>
                </a:solidFill>
                <a:latin typeface="DejaVu Sans"/>
                <a:ea typeface="DejaVu Sans"/>
                <a:cs typeface="DejaVu Sans"/>
              </a:defRPr>
            </a:lvl9pPr>
          </a:lstStyle>
          <a:p>
            <a:pPr>
              <a:defRPr sz="1875" b="0">
                <a:solidFill>
                  <a:srgbClr val="183349"/>
                </a:solidFill>
                <a:latin typeface="DejaVu Sans"/>
                <a:ea typeface="DejaVu Sans"/>
                <a:cs typeface="DejaVu Sans"/>
              </a:defRPr>
            </a:pPr>
            <a:r>
              <a:rPr sz="1875" b="0">
                <a:solidFill>
                  <a:srgbClr val="183349"/>
                </a:solidFill>
                <a:latin typeface="DejaVu Sans"/>
                <a:ea typeface="DejaVu Sans"/>
                <a:cs typeface="DejaVu Sans"/>
              </a:rPr>
              <a:t>Platform Android, perangkat pengembangan, instalasi, dan proyek pertama.</a:t>
            </a:r>
          </a:p>
        </p:txBody>
      </p:sp>
      <p:sp>
        <p:nvSpPr>
          <p:cNvPr id="7" name="text-6">
            <a:extLst>
              <a:ext uri="{FF2B5EF4-FFF2-40B4-BE49-F238E27FC236}">
                <a16:creationId xmlns:a16="http://schemas.microsoft.com/office/drawing/2014/main" id="{388E1146-C649-4240-98A1-AC039F4D45F2}"/>
              </a:ext>
            </a:extLst>
          </p:cNvPr>
          <p:cNvSpPr>
            <a:spLocks noGrp="1"/>
          </p:cNvSpPr>
          <p:nvPr/>
        </p:nvSpPr>
        <p:spPr>
          <a:xfrm>
            <a:off x="609600" y="3305175"/>
            <a:ext cx="5048250" cy="352425"/>
          </a:xfrm>
          <a:prstGeom prst="rect">
            <a:avLst/>
          </a:prstGeom>
          <a:noFill/>
          <a:ln w="0">
            <a:noFill/>
            <a:prstDash val="solid"/>
          </a:ln>
        </p:spPr>
        <p:txBody>
          <a:bodyPr lIns="0" tIns="0" rIns="0" bIns="0" anchor="t">
            <a:noAutofit/>
          </a:bodyPr>
          <a:lstStyle>
            <a:defPPr>
              <a:defRPr sz="2025" b="1">
                <a:solidFill>
                  <a:srgbClr val="007D85"/>
                </a:solidFill>
                <a:latin typeface="DejaVu Sans"/>
                <a:ea typeface="DejaVu Sans"/>
                <a:cs typeface="DejaVu Sans"/>
              </a:defRPr>
            </a:defPPr>
            <a:lvl1pPr>
              <a:defRPr sz="2025" b="1">
                <a:solidFill>
                  <a:srgbClr val="007D85"/>
                </a:solidFill>
                <a:latin typeface="DejaVu Sans"/>
                <a:ea typeface="DejaVu Sans"/>
                <a:cs typeface="DejaVu Sans"/>
              </a:defRPr>
            </a:lvl1pPr>
            <a:lvl2pPr>
              <a:defRPr sz="2025" b="1">
                <a:solidFill>
                  <a:srgbClr val="007D85"/>
                </a:solidFill>
                <a:latin typeface="DejaVu Sans"/>
                <a:ea typeface="DejaVu Sans"/>
                <a:cs typeface="DejaVu Sans"/>
              </a:defRPr>
            </a:lvl2pPr>
            <a:lvl3pPr>
              <a:defRPr sz="2025" b="1">
                <a:solidFill>
                  <a:srgbClr val="007D85"/>
                </a:solidFill>
                <a:latin typeface="DejaVu Sans"/>
                <a:ea typeface="DejaVu Sans"/>
                <a:cs typeface="DejaVu Sans"/>
              </a:defRPr>
            </a:lvl3pPr>
            <a:lvl4pPr>
              <a:defRPr sz="2025" b="1">
                <a:solidFill>
                  <a:srgbClr val="007D85"/>
                </a:solidFill>
                <a:latin typeface="DejaVu Sans"/>
                <a:ea typeface="DejaVu Sans"/>
                <a:cs typeface="DejaVu Sans"/>
              </a:defRPr>
            </a:lvl4pPr>
            <a:lvl5pPr>
              <a:defRPr sz="2025" b="1">
                <a:solidFill>
                  <a:srgbClr val="007D85"/>
                </a:solidFill>
                <a:latin typeface="DejaVu Sans"/>
                <a:ea typeface="DejaVu Sans"/>
                <a:cs typeface="DejaVu Sans"/>
              </a:defRPr>
            </a:lvl5pPr>
            <a:lvl6pPr>
              <a:defRPr sz="2025" b="1">
                <a:solidFill>
                  <a:srgbClr val="007D85"/>
                </a:solidFill>
                <a:latin typeface="DejaVu Sans"/>
                <a:ea typeface="DejaVu Sans"/>
                <a:cs typeface="DejaVu Sans"/>
              </a:defRPr>
            </a:lvl6pPr>
            <a:lvl7pPr>
              <a:defRPr sz="2025" b="1">
                <a:solidFill>
                  <a:srgbClr val="007D85"/>
                </a:solidFill>
                <a:latin typeface="DejaVu Sans"/>
                <a:ea typeface="DejaVu Sans"/>
                <a:cs typeface="DejaVu Sans"/>
              </a:defRPr>
            </a:lvl7pPr>
            <a:lvl8pPr>
              <a:defRPr sz="2025" b="1">
                <a:solidFill>
                  <a:srgbClr val="007D85"/>
                </a:solidFill>
                <a:latin typeface="DejaVu Sans"/>
                <a:ea typeface="DejaVu Sans"/>
                <a:cs typeface="DejaVu Sans"/>
              </a:defRPr>
            </a:lvl8pPr>
            <a:lvl9pPr>
              <a:defRPr sz="2025" b="1">
                <a:solidFill>
                  <a:srgbClr val="007D85"/>
                </a:solidFill>
                <a:latin typeface="DejaVu Sans"/>
                <a:ea typeface="DejaVu Sans"/>
                <a:cs typeface="DejaVu Sans"/>
              </a:defRPr>
            </a:lvl9pPr>
          </a:lstStyle>
          <a:p>
            <a:pPr>
              <a:defRPr sz="2025" b="1">
                <a:solidFill>
                  <a:srgbClr val="007D85"/>
                </a:solidFill>
                <a:latin typeface="DejaVu Sans"/>
                <a:ea typeface="DejaVu Sans"/>
                <a:cs typeface="DejaVu Sans"/>
              </a:defRPr>
            </a:pPr>
            <a:r>
              <a:rPr sz="2025" b="1">
                <a:solidFill>
                  <a:srgbClr val="007D85"/>
                </a:solidFill>
                <a:latin typeface="DejaVu Sans"/>
                <a:ea typeface="DejaVu Sans"/>
                <a:cs typeface="DejaVu Sans"/>
              </a:rPr>
              <a:t>02  Komponen dasar</a:t>
            </a:r>
          </a:p>
        </p:txBody>
      </p:sp>
      <p:sp>
        <p:nvSpPr>
          <p:cNvPr id="8" name="text-7">
            <a:extLst>
              <a:ext uri="{FF2B5EF4-FFF2-40B4-BE49-F238E27FC236}">
                <a16:creationId xmlns:a16="http://schemas.microsoft.com/office/drawing/2014/main" id="{A9561E74-613E-4373-8315-F73D17D62086}"/>
              </a:ext>
            </a:extLst>
          </p:cNvPr>
          <p:cNvSpPr>
            <a:spLocks noGrp="1"/>
          </p:cNvSpPr>
          <p:nvPr/>
        </p:nvSpPr>
        <p:spPr>
          <a:xfrm>
            <a:off x="609600" y="3743325"/>
            <a:ext cx="5048250" cy="742950"/>
          </a:xfrm>
          <a:prstGeom prst="rect">
            <a:avLst/>
          </a:prstGeom>
          <a:noFill/>
          <a:ln w="0">
            <a:noFill/>
            <a:prstDash val="solid"/>
          </a:ln>
        </p:spPr>
        <p:txBody>
          <a:bodyPr lIns="0" tIns="0" rIns="0" bIns="0" anchor="t">
            <a:noAutofit/>
          </a:bodyPr>
          <a:lstStyle>
            <a:defPPr>
              <a:defRPr sz="1875" b="0">
                <a:solidFill>
                  <a:srgbClr val="183349"/>
                </a:solidFill>
                <a:latin typeface="DejaVu Sans"/>
                <a:ea typeface="DejaVu Sans"/>
                <a:cs typeface="DejaVu Sans"/>
              </a:defRPr>
            </a:defPPr>
            <a:lvl1pPr>
              <a:defRPr sz="1875" b="0">
                <a:solidFill>
                  <a:srgbClr val="183349"/>
                </a:solidFill>
                <a:latin typeface="DejaVu Sans"/>
                <a:ea typeface="DejaVu Sans"/>
                <a:cs typeface="DejaVu Sans"/>
              </a:defRPr>
            </a:lvl1pPr>
            <a:lvl2pPr>
              <a:defRPr sz="1875" b="0">
                <a:solidFill>
                  <a:srgbClr val="183349"/>
                </a:solidFill>
                <a:latin typeface="DejaVu Sans"/>
                <a:ea typeface="DejaVu Sans"/>
                <a:cs typeface="DejaVu Sans"/>
              </a:defRPr>
            </a:lvl2pPr>
            <a:lvl3pPr>
              <a:defRPr sz="1875" b="0">
                <a:solidFill>
                  <a:srgbClr val="183349"/>
                </a:solidFill>
                <a:latin typeface="DejaVu Sans"/>
                <a:ea typeface="DejaVu Sans"/>
                <a:cs typeface="DejaVu Sans"/>
              </a:defRPr>
            </a:lvl3pPr>
            <a:lvl4pPr>
              <a:defRPr sz="1875" b="0">
                <a:solidFill>
                  <a:srgbClr val="183349"/>
                </a:solidFill>
                <a:latin typeface="DejaVu Sans"/>
                <a:ea typeface="DejaVu Sans"/>
                <a:cs typeface="DejaVu Sans"/>
              </a:defRPr>
            </a:lvl4pPr>
            <a:lvl5pPr>
              <a:defRPr sz="1875" b="0">
                <a:solidFill>
                  <a:srgbClr val="183349"/>
                </a:solidFill>
                <a:latin typeface="DejaVu Sans"/>
                <a:ea typeface="DejaVu Sans"/>
                <a:cs typeface="DejaVu Sans"/>
              </a:defRPr>
            </a:lvl5pPr>
            <a:lvl6pPr>
              <a:defRPr sz="1875" b="0">
                <a:solidFill>
                  <a:srgbClr val="183349"/>
                </a:solidFill>
                <a:latin typeface="DejaVu Sans"/>
                <a:ea typeface="DejaVu Sans"/>
                <a:cs typeface="DejaVu Sans"/>
              </a:defRPr>
            </a:lvl6pPr>
            <a:lvl7pPr>
              <a:defRPr sz="1875" b="0">
                <a:solidFill>
                  <a:srgbClr val="183349"/>
                </a:solidFill>
                <a:latin typeface="DejaVu Sans"/>
                <a:ea typeface="DejaVu Sans"/>
                <a:cs typeface="DejaVu Sans"/>
              </a:defRPr>
            </a:lvl7pPr>
            <a:lvl8pPr>
              <a:defRPr sz="1875" b="0">
                <a:solidFill>
                  <a:srgbClr val="183349"/>
                </a:solidFill>
                <a:latin typeface="DejaVu Sans"/>
                <a:ea typeface="DejaVu Sans"/>
                <a:cs typeface="DejaVu Sans"/>
              </a:defRPr>
            </a:lvl8pPr>
            <a:lvl9pPr>
              <a:defRPr sz="1875" b="0">
                <a:solidFill>
                  <a:srgbClr val="183349"/>
                </a:solidFill>
                <a:latin typeface="DejaVu Sans"/>
                <a:ea typeface="DejaVu Sans"/>
                <a:cs typeface="DejaVu Sans"/>
              </a:defRPr>
            </a:lvl9pPr>
          </a:lstStyle>
          <a:p>
            <a:pPr>
              <a:defRPr sz="1875" b="0">
                <a:solidFill>
                  <a:srgbClr val="183349"/>
                </a:solidFill>
                <a:latin typeface="DejaVu Sans"/>
                <a:ea typeface="DejaVu Sans"/>
                <a:cs typeface="DejaVu Sans"/>
              </a:defRPr>
            </a:pPr>
            <a:r>
              <a:rPr sz="1875" b="0">
                <a:solidFill>
                  <a:srgbClr val="183349"/>
                </a:solidFill>
                <a:latin typeface="DejaVu Sans"/>
                <a:ea typeface="DejaVu Sans"/>
                <a:cs typeface="DejaVu Sans"/>
              </a:rPr>
              <a:t>Activity, Intent, Fragment, dan pertukaran data.</a:t>
            </a:r>
          </a:p>
        </p:txBody>
      </p:sp>
      <p:sp>
        <p:nvSpPr>
          <p:cNvPr id="9" name="text-8">
            <a:extLst>
              <a:ext uri="{FF2B5EF4-FFF2-40B4-BE49-F238E27FC236}">
                <a16:creationId xmlns:a16="http://schemas.microsoft.com/office/drawing/2014/main" id="{BB6D98C5-C6B7-4749-97BB-DDDA36AADD5A}"/>
              </a:ext>
            </a:extLst>
          </p:cNvPr>
          <p:cNvSpPr>
            <a:spLocks noGrp="1"/>
          </p:cNvSpPr>
          <p:nvPr/>
        </p:nvSpPr>
        <p:spPr>
          <a:xfrm>
            <a:off x="609600" y="4657725"/>
            <a:ext cx="5048250" cy="352425"/>
          </a:xfrm>
          <a:prstGeom prst="rect">
            <a:avLst/>
          </a:prstGeom>
          <a:noFill/>
          <a:ln w="0">
            <a:noFill/>
            <a:prstDash val="solid"/>
          </a:ln>
        </p:spPr>
        <p:txBody>
          <a:bodyPr lIns="0" tIns="0" rIns="0" bIns="0" anchor="t">
            <a:noAutofit/>
          </a:bodyPr>
          <a:lstStyle>
            <a:defPPr>
              <a:defRPr sz="2025" b="1">
                <a:solidFill>
                  <a:srgbClr val="007D85"/>
                </a:solidFill>
                <a:latin typeface="DejaVu Sans"/>
                <a:ea typeface="DejaVu Sans"/>
                <a:cs typeface="DejaVu Sans"/>
              </a:defRPr>
            </a:defPPr>
            <a:lvl1pPr>
              <a:defRPr sz="2025" b="1">
                <a:solidFill>
                  <a:srgbClr val="007D85"/>
                </a:solidFill>
                <a:latin typeface="DejaVu Sans"/>
                <a:ea typeface="DejaVu Sans"/>
                <a:cs typeface="DejaVu Sans"/>
              </a:defRPr>
            </a:lvl1pPr>
            <a:lvl2pPr>
              <a:defRPr sz="2025" b="1">
                <a:solidFill>
                  <a:srgbClr val="007D85"/>
                </a:solidFill>
                <a:latin typeface="DejaVu Sans"/>
                <a:ea typeface="DejaVu Sans"/>
                <a:cs typeface="DejaVu Sans"/>
              </a:defRPr>
            </a:lvl2pPr>
            <a:lvl3pPr>
              <a:defRPr sz="2025" b="1">
                <a:solidFill>
                  <a:srgbClr val="007D85"/>
                </a:solidFill>
                <a:latin typeface="DejaVu Sans"/>
                <a:ea typeface="DejaVu Sans"/>
                <a:cs typeface="DejaVu Sans"/>
              </a:defRPr>
            </a:lvl3pPr>
            <a:lvl4pPr>
              <a:defRPr sz="2025" b="1">
                <a:solidFill>
                  <a:srgbClr val="007D85"/>
                </a:solidFill>
                <a:latin typeface="DejaVu Sans"/>
                <a:ea typeface="DejaVu Sans"/>
                <a:cs typeface="DejaVu Sans"/>
              </a:defRPr>
            </a:lvl4pPr>
            <a:lvl5pPr>
              <a:defRPr sz="2025" b="1">
                <a:solidFill>
                  <a:srgbClr val="007D85"/>
                </a:solidFill>
                <a:latin typeface="DejaVu Sans"/>
                <a:ea typeface="DejaVu Sans"/>
                <a:cs typeface="DejaVu Sans"/>
              </a:defRPr>
            </a:lvl5pPr>
            <a:lvl6pPr>
              <a:defRPr sz="2025" b="1">
                <a:solidFill>
                  <a:srgbClr val="007D85"/>
                </a:solidFill>
                <a:latin typeface="DejaVu Sans"/>
                <a:ea typeface="DejaVu Sans"/>
                <a:cs typeface="DejaVu Sans"/>
              </a:defRPr>
            </a:lvl6pPr>
            <a:lvl7pPr>
              <a:defRPr sz="2025" b="1">
                <a:solidFill>
                  <a:srgbClr val="007D85"/>
                </a:solidFill>
                <a:latin typeface="DejaVu Sans"/>
                <a:ea typeface="DejaVu Sans"/>
                <a:cs typeface="DejaVu Sans"/>
              </a:defRPr>
            </a:lvl7pPr>
            <a:lvl8pPr>
              <a:defRPr sz="2025" b="1">
                <a:solidFill>
                  <a:srgbClr val="007D85"/>
                </a:solidFill>
                <a:latin typeface="DejaVu Sans"/>
                <a:ea typeface="DejaVu Sans"/>
                <a:cs typeface="DejaVu Sans"/>
              </a:defRPr>
            </a:lvl8pPr>
            <a:lvl9pPr>
              <a:defRPr sz="2025" b="1">
                <a:solidFill>
                  <a:srgbClr val="007D85"/>
                </a:solidFill>
                <a:latin typeface="DejaVu Sans"/>
                <a:ea typeface="DejaVu Sans"/>
                <a:cs typeface="DejaVu Sans"/>
              </a:defRPr>
            </a:lvl9pPr>
          </a:lstStyle>
          <a:p>
            <a:pPr>
              <a:defRPr sz="2025" b="1">
                <a:solidFill>
                  <a:srgbClr val="007D85"/>
                </a:solidFill>
                <a:latin typeface="DejaVu Sans"/>
                <a:ea typeface="DejaVu Sans"/>
                <a:cs typeface="DejaVu Sans"/>
              </a:defRPr>
            </a:pPr>
            <a:r>
              <a:rPr sz="2025" b="1">
                <a:solidFill>
                  <a:srgbClr val="007D85"/>
                </a:solidFill>
                <a:latin typeface="DejaVu Sans"/>
                <a:ea typeface="DejaVu Sans"/>
                <a:cs typeface="DejaVu Sans"/>
              </a:rPr>
              <a:t>03  UI/UX</a:t>
            </a:r>
          </a:p>
        </p:txBody>
      </p:sp>
      <p:sp>
        <p:nvSpPr>
          <p:cNvPr id="10" name="text-9">
            <a:extLst>
              <a:ext uri="{FF2B5EF4-FFF2-40B4-BE49-F238E27FC236}">
                <a16:creationId xmlns:a16="http://schemas.microsoft.com/office/drawing/2014/main" id="{E5FF0ED5-4D9E-4C9F-9AD4-D2DC2FD16096}"/>
              </a:ext>
            </a:extLst>
          </p:cNvPr>
          <p:cNvSpPr>
            <a:spLocks noGrp="1"/>
          </p:cNvSpPr>
          <p:nvPr/>
        </p:nvSpPr>
        <p:spPr>
          <a:xfrm>
            <a:off x="609600" y="5095875"/>
            <a:ext cx="5048250" cy="742950"/>
          </a:xfrm>
          <a:prstGeom prst="rect">
            <a:avLst/>
          </a:prstGeom>
          <a:noFill/>
          <a:ln w="0">
            <a:noFill/>
            <a:prstDash val="solid"/>
          </a:ln>
        </p:spPr>
        <p:txBody>
          <a:bodyPr lIns="0" tIns="0" rIns="0" bIns="0" anchor="t">
            <a:noAutofit/>
          </a:bodyPr>
          <a:lstStyle>
            <a:defPPr>
              <a:defRPr sz="1875" b="0">
                <a:solidFill>
                  <a:srgbClr val="183349"/>
                </a:solidFill>
                <a:latin typeface="DejaVu Sans"/>
                <a:ea typeface="DejaVu Sans"/>
                <a:cs typeface="DejaVu Sans"/>
              </a:defRPr>
            </a:defPPr>
            <a:lvl1pPr>
              <a:defRPr sz="1875" b="0">
                <a:solidFill>
                  <a:srgbClr val="183349"/>
                </a:solidFill>
                <a:latin typeface="DejaVu Sans"/>
                <a:ea typeface="DejaVu Sans"/>
                <a:cs typeface="DejaVu Sans"/>
              </a:defRPr>
            </a:lvl1pPr>
            <a:lvl2pPr>
              <a:defRPr sz="1875" b="0">
                <a:solidFill>
                  <a:srgbClr val="183349"/>
                </a:solidFill>
                <a:latin typeface="DejaVu Sans"/>
                <a:ea typeface="DejaVu Sans"/>
                <a:cs typeface="DejaVu Sans"/>
              </a:defRPr>
            </a:lvl2pPr>
            <a:lvl3pPr>
              <a:defRPr sz="1875" b="0">
                <a:solidFill>
                  <a:srgbClr val="183349"/>
                </a:solidFill>
                <a:latin typeface="DejaVu Sans"/>
                <a:ea typeface="DejaVu Sans"/>
                <a:cs typeface="DejaVu Sans"/>
              </a:defRPr>
            </a:lvl3pPr>
            <a:lvl4pPr>
              <a:defRPr sz="1875" b="0">
                <a:solidFill>
                  <a:srgbClr val="183349"/>
                </a:solidFill>
                <a:latin typeface="DejaVu Sans"/>
                <a:ea typeface="DejaVu Sans"/>
                <a:cs typeface="DejaVu Sans"/>
              </a:defRPr>
            </a:lvl4pPr>
            <a:lvl5pPr>
              <a:defRPr sz="1875" b="0">
                <a:solidFill>
                  <a:srgbClr val="183349"/>
                </a:solidFill>
                <a:latin typeface="DejaVu Sans"/>
                <a:ea typeface="DejaVu Sans"/>
                <a:cs typeface="DejaVu Sans"/>
              </a:defRPr>
            </a:lvl5pPr>
            <a:lvl6pPr>
              <a:defRPr sz="1875" b="0">
                <a:solidFill>
                  <a:srgbClr val="183349"/>
                </a:solidFill>
                <a:latin typeface="DejaVu Sans"/>
                <a:ea typeface="DejaVu Sans"/>
                <a:cs typeface="DejaVu Sans"/>
              </a:defRPr>
            </a:lvl6pPr>
            <a:lvl7pPr>
              <a:defRPr sz="1875" b="0">
                <a:solidFill>
                  <a:srgbClr val="183349"/>
                </a:solidFill>
                <a:latin typeface="DejaVu Sans"/>
                <a:ea typeface="DejaVu Sans"/>
                <a:cs typeface="DejaVu Sans"/>
              </a:defRPr>
            </a:lvl7pPr>
            <a:lvl8pPr>
              <a:defRPr sz="1875" b="0">
                <a:solidFill>
                  <a:srgbClr val="183349"/>
                </a:solidFill>
                <a:latin typeface="DejaVu Sans"/>
                <a:ea typeface="DejaVu Sans"/>
                <a:cs typeface="DejaVu Sans"/>
              </a:defRPr>
            </a:lvl8pPr>
            <a:lvl9pPr>
              <a:defRPr sz="1875" b="0">
                <a:solidFill>
                  <a:srgbClr val="183349"/>
                </a:solidFill>
                <a:latin typeface="DejaVu Sans"/>
                <a:ea typeface="DejaVu Sans"/>
                <a:cs typeface="DejaVu Sans"/>
              </a:defRPr>
            </a:lvl9pPr>
          </a:lstStyle>
          <a:p>
            <a:pPr>
              <a:defRPr sz="1875" b="0">
                <a:solidFill>
                  <a:srgbClr val="183349"/>
                </a:solidFill>
                <a:latin typeface="DejaVu Sans"/>
                <a:ea typeface="DejaVu Sans"/>
                <a:cs typeface="DejaVu Sans"/>
              </a:defRPr>
            </a:pPr>
            <a:r>
              <a:rPr sz="1875" b="0">
                <a:solidFill>
                  <a:srgbClr val="183349"/>
                </a:solidFill>
                <a:latin typeface="DejaVu Sans"/>
                <a:ea typeface="DejaVu Sans"/>
                <a:cs typeface="DejaVu Sans"/>
              </a:rPr>
              <a:t>Layout, interaksi pengguna, navigasi, dan RecyclerView.</a:t>
            </a:r>
          </a:p>
        </p:txBody>
      </p:sp>
      <p:sp>
        <p:nvSpPr>
          <p:cNvPr id="11" name="text-10">
            <a:extLst>
              <a:ext uri="{FF2B5EF4-FFF2-40B4-BE49-F238E27FC236}">
                <a16:creationId xmlns:a16="http://schemas.microsoft.com/office/drawing/2014/main" id="{8BD2A002-1F3E-4465-99D0-679BF269DB70}"/>
              </a:ext>
            </a:extLst>
          </p:cNvPr>
          <p:cNvSpPr>
            <a:spLocks noGrp="1"/>
          </p:cNvSpPr>
          <p:nvPr/>
        </p:nvSpPr>
        <p:spPr>
          <a:xfrm>
            <a:off x="6477000" y="1952625"/>
            <a:ext cx="5048250" cy="352425"/>
          </a:xfrm>
          <a:prstGeom prst="rect">
            <a:avLst/>
          </a:prstGeom>
          <a:noFill/>
          <a:ln w="0">
            <a:noFill/>
            <a:prstDash val="solid"/>
          </a:ln>
        </p:spPr>
        <p:txBody>
          <a:bodyPr lIns="0" tIns="0" rIns="0" bIns="0" anchor="t">
            <a:noAutofit/>
          </a:bodyPr>
          <a:lstStyle>
            <a:defPPr>
              <a:defRPr sz="2025" b="1">
                <a:solidFill>
                  <a:srgbClr val="007D85"/>
                </a:solidFill>
                <a:latin typeface="DejaVu Sans"/>
                <a:ea typeface="DejaVu Sans"/>
                <a:cs typeface="DejaVu Sans"/>
              </a:defRPr>
            </a:defPPr>
            <a:lvl1pPr>
              <a:defRPr sz="2025" b="1">
                <a:solidFill>
                  <a:srgbClr val="007D85"/>
                </a:solidFill>
                <a:latin typeface="DejaVu Sans"/>
                <a:ea typeface="DejaVu Sans"/>
                <a:cs typeface="DejaVu Sans"/>
              </a:defRPr>
            </a:lvl1pPr>
            <a:lvl2pPr>
              <a:defRPr sz="2025" b="1">
                <a:solidFill>
                  <a:srgbClr val="007D85"/>
                </a:solidFill>
                <a:latin typeface="DejaVu Sans"/>
                <a:ea typeface="DejaVu Sans"/>
                <a:cs typeface="DejaVu Sans"/>
              </a:defRPr>
            </a:lvl2pPr>
            <a:lvl3pPr>
              <a:defRPr sz="2025" b="1">
                <a:solidFill>
                  <a:srgbClr val="007D85"/>
                </a:solidFill>
                <a:latin typeface="DejaVu Sans"/>
                <a:ea typeface="DejaVu Sans"/>
                <a:cs typeface="DejaVu Sans"/>
              </a:defRPr>
            </a:lvl3pPr>
            <a:lvl4pPr>
              <a:defRPr sz="2025" b="1">
                <a:solidFill>
                  <a:srgbClr val="007D85"/>
                </a:solidFill>
                <a:latin typeface="DejaVu Sans"/>
                <a:ea typeface="DejaVu Sans"/>
                <a:cs typeface="DejaVu Sans"/>
              </a:defRPr>
            </a:lvl4pPr>
            <a:lvl5pPr>
              <a:defRPr sz="2025" b="1">
                <a:solidFill>
                  <a:srgbClr val="007D85"/>
                </a:solidFill>
                <a:latin typeface="DejaVu Sans"/>
                <a:ea typeface="DejaVu Sans"/>
                <a:cs typeface="DejaVu Sans"/>
              </a:defRPr>
            </a:lvl5pPr>
            <a:lvl6pPr>
              <a:defRPr sz="2025" b="1">
                <a:solidFill>
                  <a:srgbClr val="007D85"/>
                </a:solidFill>
                <a:latin typeface="DejaVu Sans"/>
                <a:ea typeface="DejaVu Sans"/>
                <a:cs typeface="DejaVu Sans"/>
              </a:defRPr>
            </a:lvl6pPr>
            <a:lvl7pPr>
              <a:defRPr sz="2025" b="1">
                <a:solidFill>
                  <a:srgbClr val="007D85"/>
                </a:solidFill>
                <a:latin typeface="DejaVu Sans"/>
                <a:ea typeface="DejaVu Sans"/>
                <a:cs typeface="DejaVu Sans"/>
              </a:defRPr>
            </a:lvl7pPr>
            <a:lvl8pPr>
              <a:defRPr sz="2025" b="1">
                <a:solidFill>
                  <a:srgbClr val="007D85"/>
                </a:solidFill>
                <a:latin typeface="DejaVu Sans"/>
                <a:ea typeface="DejaVu Sans"/>
                <a:cs typeface="DejaVu Sans"/>
              </a:defRPr>
            </a:lvl8pPr>
            <a:lvl9pPr>
              <a:defRPr sz="2025" b="1">
                <a:solidFill>
                  <a:srgbClr val="007D85"/>
                </a:solidFill>
                <a:latin typeface="DejaVu Sans"/>
                <a:ea typeface="DejaVu Sans"/>
                <a:cs typeface="DejaVu Sans"/>
              </a:defRPr>
            </a:lvl9pPr>
          </a:lstStyle>
          <a:p>
            <a:pPr>
              <a:defRPr sz="2025" b="1">
                <a:solidFill>
                  <a:srgbClr val="007D85"/>
                </a:solidFill>
                <a:latin typeface="DejaVu Sans"/>
                <a:ea typeface="DejaVu Sans"/>
                <a:cs typeface="DejaVu Sans"/>
              </a:defRPr>
            </a:pPr>
            <a:r>
              <a:rPr sz="2025" b="1">
                <a:solidFill>
                  <a:srgbClr val="007D85"/>
                </a:solidFill>
                <a:latin typeface="DejaVu Sans"/>
                <a:ea typeface="DejaVu Sans"/>
                <a:cs typeface="DejaVu Sans"/>
              </a:rPr>
              <a:t>04  Background task</a:t>
            </a:r>
          </a:p>
        </p:txBody>
      </p:sp>
      <p:sp>
        <p:nvSpPr>
          <p:cNvPr id="12" name="text-11">
            <a:extLst>
              <a:ext uri="{FF2B5EF4-FFF2-40B4-BE49-F238E27FC236}">
                <a16:creationId xmlns:a16="http://schemas.microsoft.com/office/drawing/2014/main" id="{920ADFEC-A5C6-4B49-9DE7-D9FEC7D17B9C}"/>
              </a:ext>
            </a:extLst>
          </p:cNvPr>
          <p:cNvSpPr>
            <a:spLocks noGrp="1"/>
          </p:cNvSpPr>
          <p:nvPr/>
        </p:nvSpPr>
        <p:spPr>
          <a:xfrm>
            <a:off x="6477000" y="2390775"/>
            <a:ext cx="5048250" cy="742950"/>
          </a:xfrm>
          <a:prstGeom prst="rect">
            <a:avLst/>
          </a:prstGeom>
          <a:noFill/>
          <a:ln w="0">
            <a:noFill/>
            <a:prstDash val="solid"/>
          </a:ln>
        </p:spPr>
        <p:txBody>
          <a:bodyPr lIns="0" tIns="0" rIns="0" bIns="0" anchor="t">
            <a:noAutofit/>
          </a:bodyPr>
          <a:lstStyle>
            <a:defPPr>
              <a:defRPr sz="1875" b="0">
                <a:solidFill>
                  <a:srgbClr val="183349"/>
                </a:solidFill>
                <a:latin typeface="DejaVu Sans"/>
                <a:ea typeface="DejaVu Sans"/>
                <a:cs typeface="DejaVu Sans"/>
              </a:defRPr>
            </a:defPPr>
            <a:lvl1pPr>
              <a:defRPr sz="1875" b="0">
                <a:solidFill>
                  <a:srgbClr val="183349"/>
                </a:solidFill>
                <a:latin typeface="DejaVu Sans"/>
                <a:ea typeface="DejaVu Sans"/>
                <a:cs typeface="DejaVu Sans"/>
              </a:defRPr>
            </a:lvl1pPr>
            <a:lvl2pPr>
              <a:defRPr sz="1875" b="0">
                <a:solidFill>
                  <a:srgbClr val="183349"/>
                </a:solidFill>
                <a:latin typeface="DejaVu Sans"/>
                <a:ea typeface="DejaVu Sans"/>
                <a:cs typeface="DejaVu Sans"/>
              </a:defRPr>
            </a:lvl2pPr>
            <a:lvl3pPr>
              <a:defRPr sz="1875" b="0">
                <a:solidFill>
                  <a:srgbClr val="183349"/>
                </a:solidFill>
                <a:latin typeface="DejaVu Sans"/>
                <a:ea typeface="DejaVu Sans"/>
                <a:cs typeface="DejaVu Sans"/>
              </a:defRPr>
            </a:lvl3pPr>
            <a:lvl4pPr>
              <a:defRPr sz="1875" b="0">
                <a:solidFill>
                  <a:srgbClr val="183349"/>
                </a:solidFill>
                <a:latin typeface="DejaVu Sans"/>
                <a:ea typeface="DejaVu Sans"/>
                <a:cs typeface="DejaVu Sans"/>
              </a:defRPr>
            </a:lvl4pPr>
            <a:lvl5pPr>
              <a:defRPr sz="1875" b="0">
                <a:solidFill>
                  <a:srgbClr val="183349"/>
                </a:solidFill>
                <a:latin typeface="DejaVu Sans"/>
                <a:ea typeface="DejaVu Sans"/>
                <a:cs typeface="DejaVu Sans"/>
              </a:defRPr>
            </a:lvl5pPr>
            <a:lvl6pPr>
              <a:defRPr sz="1875" b="0">
                <a:solidFill>
                  <a:srgbClr val="183349"/>
                </a:solidFill>
                <a:latin typeface="DejaVu Sans"/>
                <a:ea typeface="DejaVu Sans"/>
                <a:cs typeface="DejaVu Sans"/>
              </a:defRPr>
            </a:lvl6pPr>
            <a:lvl7pPr>
              <a:defRPr sz="1875" b="0">
                <a:solidFill>
                  <a:srgbClr val="183349"/>
                </a:solidFill>
                <a:latin typeface="DejaVu Sans"/>
                <a:ea typeface="DejaVu Sans"/>
                <a:cs typeface="DejaVu Sans"/>
              </a:defRPr>
            </a:lvl7pPr>
            <a:lvl8pPr>
              <a:defRPr sz="1875" b="0">
                <a:solidFill>
                  <a:srgbClr val="183349"/>
                </a:solidFill>
                <a:latin typeface="DejaVu Sans"/>
                <a:ea typeface="DejaVu Sans"/>
                <a:cs typeface="DejaVu Sans"/>
              </a:defRPr>
            </a:lvl8pPr>
            <a:lvl9pPr>
              <a:defRPr sz="1875" b="0">
                <a:solidFill>
                  <a:srgbClr val="183349"/>
                </a:solidFill>
                <a:latin typeface="DejaVu Sans"/>
                <a:ea typeface="DejaVu Sans"/>
                <a:cs typeface="DejaVu Sans"/>
              </a:defRPr>
            </a:lvl9pPr>
          </a:lstStyle>
          <a:p>
            <a:pPr>
              <a:defRPr sz="1875" b="0">
                <a:solidFill>
                  <a:srgbClr val="183349"/>
                </a:solidFill>
                <a:latin typeface="DejaVu Sans"/>
                <a:ea typeface="DejaVu Sans"/>
                <a:cs typeface="DejaVu Sans"/>
              </a:defRPr>
            </a:pPr>
            <a:r>
              <a:rPr sz="1875" b="0">
                <a:solidFill>
                  <a:srgbClr val="183349"/>
                </a:solidFill>
                <a:latin typeface="DejaVu Sans"/>
                <a:ea typeface="DejaVu Sans"/>
                <a:cs typeface="DejaVu Sans"/>
              </a:rPr>
              <a:t>AlarmManager, JobScheduler, dan notifikasi.</a:t>
            </a:r>
          </a:p>
        </p:txBody>
      </p:sp>
      <p:sp>
        <p:nvSpPr>
          <p:cNvPr id="13" name="text-12">
            <a:extLst>
              <a:ext uri="{FF2B5EF4-FFF2-40B4-BE49-F238E27FC236}">
                <a16:creationId xmlns:a16="http://schemas.microsoft.com/office/drawing/2014/main" id="{E33999D8-E2F9-40A9-932B-60F7E4EC0281}"/>
              </a:ext>
            </a:extLst>
          </p:cNvPr>
          <p:cNvSpPr>
            <a:spLocks noGrp="1"/>
          </p:cNvSpPr>
          <p:nvPr/>
        </p:nvSpPr>
        <p:spPr>
          <a:xfrm>
            <a:off x="6477000" y="3305175"/>
            <a:ext cx="5048250" cy="352425"/>
          </a:xfrm>
          <a:prstGeom prst="rect">
            <a:avLst/>
          </a:prstGeom>
          <a:noFill/>
          <a:ln w="0">
            <a:noFill/>
            <a:prstDash val="solid"/>
          </a:ln>
        </p:spPr>
        <p:txBody>
          <a:bodyPr lIns="0" tIns="0" rIns="0" bIns="0" anchor="t">
            <a:noAutofit/>
          </a:bodyPr>
          <a:lstStyle>
            <a:defPPr>
              <a:defRPr sz="2025" b="1">
                <a:solidFill>
                  <a:srgbClr val="007D85"/>
                </a:solidFill>
                <a:latin typeface="DejaVu Sans"/>
                <a:ea typeface="DejaVu Sans"/>
                <a:cs typeface="DejaVu Sans"/>
              </a:defRPr>
            </a:defPPr>
            <a:lvl1pPr>
              <a:defRPr sz="2025" b="1">
                <a:solidFill>
                  <a:srgbClr val="007D85"/>
                </a:solidFill>
                <a:latin typeface="DejaVu Sans"/>
                <a:ea typeface="DejaVu Sans"/>
                <a:cs typeface="DejaVu Sans"/>
              </a:defRPr>
            </a:lvl1pPr>
            <a:lvl2pPr>
              <a:defRPr sz="2025" b="1">
                <a:solidFill>
                  <a:srgbClr val="007D85"/>
                </a:solidFill>
                <a:latin typeface="DejaVu Sans"/>
                <a:ea typeface="DejaVu Sans"/>
                <a:cs typeface="DejaVu Sans"/>
              </a:defRPr>
            </a:lvl2pPr>
            <a:lvl3pPr>
              <a:defRPr sz="2025" b="1">
                <a:solidFill>
                  <a:srgbClr val="007D85"/>
                </a:solidFill>
                <a:latin typeface="DejaVu Sans"/>
                <a:ea typeface="DejaVu Sans"/>
                <a:cs typeface="DejaVu Sans"/>
              </a:defRPr>
            </a:lvl3pPr>
            <a:lvl4pPr>
              <a:defRPr sz="2025" b="1">
                <a:solidFill>
                  <a:srgbClr val="007D85"/>
                </a:solidFill>
                <a:latin typeface="DejaVu Sans"/>
                <a:ea typeface="DejaVu Sans"/>
                <a:cs typeface="DejaVu Sans"/>
              </a:defRPr>
            </a:lvl4pPr>
            <a:lvl5pPr>
              <a:defRPr sz="2025" b="1">
                <a:solidFill>
                  <a:srgbClr val="007D85"/>
                </a:solidFill>
                <a:latin typeface="DejaVu Sans"/>
                <a:ea typeface="DejaVu Sans"/>
                <a:cs typeface="DejaVu Sans"/>
              </a:defRPr>
            </a:lvl5pPr>
            <a:lvl6pPr>
              <a:defRPr sz="2025" b="1">
                <a:solidFill>
                  <a:srgbClr val="007D85"/>
                </a:solidFill>
                <a:latin typeface="DejaVu Sans"/>
                <a:ea typeface="DejaVu Sans"/>
                <a:cs typeface="DejaVu Sans"/>
              </a:defRPr>
            </a:lvl6pPr>
            <a:lvl7pPr>
              <a:defRPr sz="2025" b="1">
                <a:solidFill>
                  <a:srgbClr val="007D85"/>
                </a:solidFill>
                <a:latin typeface="DejaVu Sans"/>
                <a:ea typeface="DejaVu Sans"/>
                <a:cs typeface="DejaVu Sans"/>
              </a:defRPr>
            </a:lvl7pPr>
            <a:lvl8pPr>
              <a:defRPr sz="2025" b="1">
                <a:solidFill>
                  <a:srgbClr val="007D85"/>
                </a:solidFill>
                <a:latin typeface="DejaVu Sans"/>
                <a:ea typeface="DejaVu Sans"/>
                <a:cs typeface="DejaVu Sans"/>
              </a:defRPr>
            </a:lvl8pPr>
            <a:lvl9pPr>
              <a:defRPr sz="2025" b="1">
                <a:solidFill>
                  <a:srgbClr val="007D85"/>
                </a:solidFill>
                <a:latin typeface="DejaVu Sans"/>
                <a:ea typeface="DejaVu Sans"/>
                <a:cs typeface="DejaVu Sans"/>
              </a:defRPr>
            </a:lvl9pPr>
          </a:lstStyle>
          <a:p>
            <a:pPr>
              <a:defRPr sz="2025" b="1">
                <a:solidFill>
                  <a:srgbClr val="007D85"/>
                </a:solidFill>
                <a:latin typeface="DejaVu Sans"/>
                <a:ea typeface="DejaVu Sans"/>
                <a:cs typeface="DejaVu Sans"/>
              </a:defRPr>
            </a:pPr>
            <a:r>
              <a:rPr sz="2025" b="1">
                <a:solidFill>
                  <a:srgbClr val="007D85"/>
                </a:solidFill>
                <a:latin typeface="DejaVu Sans"/>
                <a:ea typeface="DejaVu Sans"/>
                <a:cs typeface="DejaVu Sans"/>
              </a:rPr>
              <a:t>05  Penyimpanan lokal</a:t>
            </a:r>
          </a:p>
        </p:txBody>
      </p:sp>
      <p:sp>
        <p:nvSpPr>
          <p:cNvPr id="14" name="text-13">
            <a:extLst>
              <a:ext uri="{FF2B5EF4-FFF2-40B4-BE49-F238E27FC236}">
                <a16:creationId xmlns:a16="http://schemas.microsoft.com/office/drawing/2014/main" id="{FE8468C0-6731-4FCF-92F6-5C9088547593}"/>
              </a:ext>
            </a:extLst>
          </p:cNvPr>
          <p:cNvSpPr>
            <a:spLocks noGrp="1"/>
          </p:cNvSpPr>
          <p:nvPr/>
        </p:nvSpPr>
        <p:spPr>
          <a:xfrm>
            <a:off x="6477000" y="3743325"/>
            <a:ext cx="5048250" cy="742950"/>
          </a:xfrm>
          <a:prstGeom prst="rect">
            <a:avLst/>
          </a:prstGeom>
          <a:noFill/>
          <a:ln w="0">
            <a:noFill/>
            <a:prstDash val="solid"/>
          </a:ln>
        </p:spPr>
        <p:txBody>
          <a:bodyPr lIns="0" tIns="0" rIns="0" bIns="0" anchor="t">
            <a:noAutofit/>
          </a:bodyPr>
          <a:lstStyle>
            <a:defPPr>
              <a:defRPr sz="1875" b="0">
                <a:solidFill>
                  <a:srgbClr val="183349"/>
                </a:solidFill>
                <a:latin typeface="DejaVu Sans"/>
                <a:ea typeface="DejaVu Sans"/>
                <a:cs typeface="DejaVu Sans"/>
              </a:defRPr>
            </a:defPPr>
            <a:lvl1pPr>
              <a:defRPr sz="1875" b="0">
                <a:solidFill>
                  <a:srgbClr val="183349"/>
                </a:solidFill>
                <a:latin typeface="DejaVu Sans"/>
                <a:ea typeface="DejaVu Sans"/>
                <a:cs typeface="DejaVu Sans"/>
              </a:defRPr>
            </a:lvl1pPr>
            <a:lvl2pPr>
              <a:defRPr sz="1875" b="0">
                <a:solidFill>
                  <a:srgbClr val="183349"/>
                </a:solidFill>
                <a:latin typeface="DejaVu Sans"/>
                <a:ea typeface="DejaVu Sans"/>
                <a:cs typeface="DejaVu Sans"/>
              </a:defRPr>
            </a:lvl2pPr>
            <a:lvl3pPr>
              <a:defRPr sz="1875" b="0">
                <a:solidFill>
                  <a:srgbClr val="183349"/>
                </a:solidFill>
                <a:latin typeface="DejaVu Sans"/>
                <a:ea typeface="DejaVu Sans"/>
                <a:cs typeface="DejaVu Sans"/>
              </a:defRPr>
            </a:lvl3pPr>
            <a:lvl4pPr>
              <a:defRPr sz="1875" b="0">
                <a:solidFill>
                  <a:srgbClr val="183349"/>
                </a:solidFill>
                <a:latin typeface="DejaVu Sans"/>
                <a:ea typeface="DejaVu Sans"/>
                <a:cs typeface="DejaVu Sans"/>
              </a:defRPr>
            </a:lvl4pPr>
            <a:lvl5pPr>
              <a:defRPr sz="1875" b="0">
                <a:solidFill>
                  <a:srgbClr val="183349"/>
                </a:solidFill>
                <a:latin typeface="DejaVu Sans"/>
                <a:ea typeface="DejaVu Sans"/>
                <a:cs typeface="DejaVu Sans"/>
              </a:defRPr>
            </a:lvl5pPr>
            <a:lvl6pPr>
              <a:defRPr sz="1875" b="0">
                <a:solidFill>
                  <a:srgbClr val="183349"/>
                </a:solidFill>
                <a:latin typeface="DejaVu Sans"/>
                <a:ea typeface="DejaVu Sans"/>
                <a:cs typeface="DejaVu Sans"/>
              </a:defRPr>
            </a:lvl6pPr>
            <a:lvl7pPr>
              <a:defRPr sz="1875" b="0">
                <a:solidFill>
                  <a:srgbClr val="183349"/>
                </a:solidFill>
                <a:latin typeface="DejaVu Sans"/>
                <a:ea typeface="DejaVu Sans"/>
                <a:cs typeface="DejaVu Sans"/>
              </a:defRPr>
            </a:lvl7pPr>
            <a:lvl8pPr>
              <a:defRPr sz="1875" b="0">
                <a:solidFill>
                  <a:srgbClr val="183349"/>
                </a:solidFill>
                <a:latin typeface="DejaVu Sans"/>
                <a:ea typeface="DejaVu Sans"/>
                <a:cs typeface="DejaVu Sans"/>
              </a:defRPr>
            </a:lvl8pPr>
            <a:lvl9pPr>
              <a:defRPr sz="1875" b="0">
                <a:solidFill>
                  <a:srgbClr val="183349"/>
                </a:solidFill>
                <a:latin typeface="DejaVu Sans"/>
                <a:ea typeface="DejaVu Sans"/>
                <a:cs typeface="DejaVu Sans"/>
              </a:defRPr>
            </a:lvl9pPr>
          </a:lstStyle>
          <a:p>
            <a:pPr>
              <a:defRPr sz="1875" b="0">
                <a:solidFill>
                  <a:srgbClr val="183349"/>
                </a:solidFill>
                <a:latin typeface="DejaVu Sans"/>
                <a:ea typeface="DejaVu Sans"/>
                <a:cs typeface="DejaVu Sans"/>
              </a:defRPr>
            </a:pPr>
            <a:r>
              <a:rPr sz="1875" b="0">
                <a:solidFill>
                  <a:srgbClr val="183349"/>
                </a:solidFill>
                <a:latin typeface="DejaVu Sans"/>
                <a:ea typeface="DejaVu Sans"/>
                <a:cs typeface="DejaVu Sans"/>
              </a:rPr>
              <a:t>File internal/eksternal, SharedPreferences, dan SQLite.</a:t>
            </a:r>
          </a:p>
        </p:txBody>
      </p:sp>
      <p:sp>
        <p:nvSpPr>
          <p:cNvPr id="15" name="text-14">
            <a:extLst>
              <a:ext uri="{FF2B5EF4-FFF2-40B4-BE49-F238E27FC236}">
                <a16:creationId xmlns:a16="http://schemas.microsoft.com/office/drawing/2014/main" id="{D115918D-3D56-45B2-BA92-F67E69644BAB}"/>
              </a:ext>
            </a:extLst>
          </p:cNvPr>
          <p:cNvSpPr>
            <a:spLocks noGrp="1"/>
          </p:cNvSpPr>
          <p:nvPr/>
        </p:nvSpPr>
        <p:spPr>
          <a:xfrm>
            <a:off x="6477000" y="4657725"/>
            <a:ext cx="5048250" cy="352425"/>
          </a:xfrm>
          <a:prstGeom prst="rect">
            <a:avLst/>
          </a:prstGeom>
          <a:noFill/>
          <a:ln w="0">
            <a:noFill/>
            <a:prstDash val="solid"/>
          </a:ln>
        </p:spPr>
        <p:txBody>
          <a:bodyPr lIns="0" tIns="0" rIns="0" bIns="0" anchor="t">
            <a:noAutofit/>
          </a:bodyPr>
          <a:lstStyle>
            <a:defPPr>
              <a:defRPr sz="2025" b="1">
                <a:solidFill>
                  <a:srgbClr val="007D85"/>
                </a:solidFill>
                <a:latin typeface="DejaVu Sans"/>
                <a:ea typeface="DejaVu Sans"/>
                <a:cs typeface="DejaVu Sans"/>
              </a:defRPr>
            </a:defPPr>
            <a:lvl1pPr>
              <a:defRPr sz="2025" b="1">
                <a:solidFill>
                  <a:srgbClr val="007D85"/>
                </a:solidFill>
                <a:latin typeface="DejaVu Sans"/>
                <a:ea typeface="DejaVu Sans"/>
                <a:cs typeface="DejaVu Sans"/>
              </a:defRPr>
            </a:lvl1pPr>
            <a:lvl2pPr>
              <a:defRPr sz="2025" b="1">
                <a:solidFill>
                  <a:srgbClr val="007D85"/>
                </a:solidFill>
                <a:latin typeface="DejaVu Sans"/>
                <a:ea typeface="DejaVu Sans"/>
                <a:cs typeface="DejaVu Sans"/>
              </a:defRPr>
            </a:lvl2pPr>
            <a:lvl3pPr>
              <a:defRPr sz="2025" b="1">
                <a:solidFill>
                  <a:srgbClr val="007D85"/>
                </a:solidFill>
                <a:latin typeface="DejaVu Sans"/>
                <a:ea typeface="DejaVu Sans"/>
                <a:cs typeface="DejaVu Sans"/>
              </a:defRPr>
            </a:lvl3pPr>
            <a:lvl4pPr>
              <a:defRPr sz="2025" b="1">
                <a:solidFill>
                  <a:srgbClr val="007D85"/>
                </a:solidFill>
                <a:latin typeface="DejaVu Sans"/>
                <a:ea typeface="DejaVu Sans"/>
                <a:cs typeface="DejaVu Sans"/>
              </a:defRPr>
            </a:lvl4pPr>
            <a:lvl5pPr>
              <a:defRPr sz="2025" b="1">
                <a:solidFill>
                  <a:srgbClr val="007D85"/>
                </a:solidFill>
                <a:latin typeface="DejaVu Sans"/>
                <a:ea typeface="DejaVu Sans"/>
                <a:cs typeface="DejaVu Sans"/>
              </a:defRPr>
            </a:lvl5pPr>
            <a:lvl6pPr>
              <a:defRPr sz="2025" b="1">
                <a:solidFill>
                  <a:srgbClr val="007D85"/>
                </a:solidFill>
                <a:latin typeface="DejaVu Sans"/>
                <a:ea typeface="DejaVu Sans"/>
                <a:cs typeface="DejaVu Sans"/>
              </a:defRPr>
            </a:lvl6pPr>
            <a:lvl7pPr>
              <a:defRPr sz="2025" b="1">
                <a:solidFill>
                  <a:srgbClr val="007D85"/>
                </a:solidFill>
                <a:latin typeface="DejaVu Sans"/>
                <a:ea typeface="DejaVu Sans"/>
                <a:cs typeface="DejaVu Sans"/>
              </a:defRPr>
            </a:lvl7pPr>
            <a:lvl8pPr>
              <a:defRPr sz="2025" b="1">
                <a:solidFill>
                  <a:srgbClr val="007D85"/>
                </a:solidFill>
                <a:latin typeface="DejaVu Sans"/>
                <a:ea typeface="DejaVu Sans"/>
                <a:cs typeface="DejaVu Sans"/>
              </a:defRPr>
            </a:lvl8pPr>
            <a:lvl9pPr>
              <a:defRPr sz="2025" b="1">
                <a:solidFill>
                  <a:srgbClr val="007D85"/>
                </a:solidFill>
                <a:latin typeface="DejaVu Sans"/>
                <a:ea typeface="DejaVu Sans"/>
                <a:cs typeface="DejaVu Sans"/>
              </a:defRPr>
            </a:lvl9pPr>
          </a:lstStyle>
          <a:p>
            <a:pPr>
              <a:defRPr sz="2025" b="1">
                <a:solidFill>
                  <a:srgbClr val="007D85"/>
                </a:solidFill>
                <a:latin typeface="DejaVu Sans"/>
                <a:ea typeface="DejaVu Sans"/>
                <a:cs typeface="DejaVu Sans"/>
              </a:defRPr>
            </a:pPr>
            <a:r>
              <a:rPr sz="2025" b="1">
                <a:solidFill>
                  <a:srgbClr val="007D85"/>
                </a:solidFill>
                <a:latin typeface="DejaVu Sans"/>
                <a:ea typeface="DejaVu Sans"/>
                <a:cs typeface="DejaVu Sans"/>
              </a:rPr>
              <a:t>06  Firebase</a:t>
            </a:r>
          </a:p>
        </p:txBody>
      </p:sp>
      <p:sp>
        <p:nvSpPr>
          <p:cNvPr id="16" name="text-15">
            <a:extLst>
              <a:ext uri="{FF2B5EF4-FFF2-40B4-BE49-F238E27FC236}">
                <a16:creationId xmlns:a16="http://schemas.microsoft.com/office/drawing/2014/main" id="{16CC943A-FEFD-482B-A6AC-22F5D063DB99}"/>
              </a:ext>
            </a:extLst>
          </p:cNvPr>
          <p:cNvSpPr>
            <a:spLocks noGrp="1"/>
          </p:cNvSpPr>
          <p:nvPr/>
        </p:nvSpPr>
        <p:spPr>
          <a:xfrm>
            <a:off x="6477000" y="5095875"/>
            <a:ext cx="5048250" cy="742950"/>
          </a:xfrm>
          <a:prstGeom prst="rect">
            <a:avLst/>
          </a:prstGeom>
          <a:noFill/>
          <a:ln w="0">
            <a:noFill/>
            <a:prstDash val="solid"/>
          </a:ln>
        </p:spPr>
        <p:txBody>
          <a:bodyPr lIns="0" tIns="0" rIns="0" bIns="0" anchor="t">
            <a:noAutofit/>
          </a:bodyPr>
          <a:lstStyle>
            <a:defPPr>
              <a:defRPr sz="1875" b="0">
                <a:solidFill>
                  <a:srgbClr val="183349"/>
                </a:solidFill>
                <a:latin typeface="DejaVu Sans"/>
                <a:ea typeface="DejaVu Sans"/>
                <a:cs typeface="DejaVu Sans"/>
              </a:defRPr>
            </a:defPPr>
            <a:lvl1pPr>
              <a:defRPr sz="1875" b="0">
                <a:solidFill>
                  <a:srgbClr val="183349"/>
                </a:solidFill>
                <a:latin typeface="DejaVu Sans"/>
                <a:ea typeface="DejaVu Sans"/>
                <a:cs typeface="DejaVu Sans"/>
              </a:defRPr>
            </a:lvl1pPr>
            <a:lvl2pPr>
              <a:defRPr sz="1875" b="0">
                <a:solidFill>
                  <a:srgbClr val="183349"/>
                </a:solidFill>
                <a:latin typeface="DejaVu Sans"/>
                <a:ea typeface="DejaVu Sans"/>
                <a:cs typeface="DejaVu Sans"/>
              </a:defRPr>
            </a:lvl2pPr>
            <a:lvl3pPr>
              <a:defRPr sz="1875" b="0">
                <a:solidFill>
                  <a:srgbClr val="183349"/>
                </a:solidFill>
                <a:latin typeface="DejaVu Sans"/>
                <a:ea typeface="DejaVu Sans"/>
                <a:cs typeface="DejaVu Sans"/>
              </a:defRPr>
            </a:lvl3pPr>
            <a:lvl4pPr>
              <a:defRPr sz="1875" b="0">
                <a:solidFill>
                  <a:srgbClr val="183349"/>
                </a:solidFill>
                <a:latin typeface="DejaVu Sans"/>
                <a:ea typeface="DejaVu Sans"/>
                <a:cs typeface="DejaVu Sans"/>
              </a:defRPr>
            </a:lvl4pPr>
            <a:lvl5pPr>
              <a:defRPr sz="1875" b="0">
                <a:solidFill>
                  <a:srgbClr val="183349"/>
                </a:solidFill>
                <a:latin typeface="DejaVu Sans"/>
                <a:ea typeface="DejaVu Sans"/>
                <a:cs typeface="DejaVu Sans"/>
              </a:defRPr>
            </a:lvl5pPr>
            <a:lvl6pPr>
              <a:defRPr sz="1875" b="0">
                <a:solidFill>
                  <a:srgbClr val="183349"/>
                </a:solidFill>
                <a:latin typeface="DejaVu Sans"/>
                <a:ea typeface="DejaVu Sans"/>
                <a:cs typeface="DejaVu Sans"/>
              </a:defRPr>
            </a:lvl6pPr>
            <a:lvl7pPr>
              <a:defRPr sz="1875" b="0">
                <a:solidFill>
                  <a:srgbClr val="183349"/>
                </a:solidFill>
                <a:latin typeface="DejaVu Sans"/>
                <a:ea typeface="DejaVu Sans"/>
                <a:cs typeface="DejaVu Sans"/>
              </a:defRPr>
            </a:lvl7pPr>
            <a:lvl8pPr>
              <a:defRPr sz="1875" b="0">
                <a:solidFill>
                  <a:srgbClr val="183349"/>
                </a:solidFill>
                <a:latin typeface="DejaVu Sans"/>
                <a:ea typeface="DejaVu Sans"/>
                <a:cs typeface="DejaVu Sans"/>
              </a:defRPr>
            </a:lvl8pPr>
            <a:lvl9pPr>
              <a:defRPr sz="1875" b="0">
                <a:solidFill>
                  <a:srgbClr val="183349"/>
                </a:solidFill>
                <a:latin typeface="DejaVu Sans"/>
                <a:ea typeface="DejaVu Sans"/>
                <a:cs typeface="DejaVu Sans"/>
              </a:defRPr>
            </a:lvl9pPr>
          </a:lstStyle>
          <a:p>
            <a:pPr>
              <a:defRPr sz="1875" b="0">
                <a:solidFill>
                  <a:srgbClr val="183349"/>
                </a:solidFill>
                <a:latin typeface="DejaVu Sans"/>
                <a:ea typeface="DejaVu Sans"/>
                <a:cs typeface="DejaVu Sans"/>
              </a:defRPr>
            </a:pPr>
            <a:r>
              <a:rPr sz="1875" b="0">
                <a:solidFill>
                  <a:srgbClr val="183349"/>
                </a:solidFill>
                <a:latin typeface="DejaVu Sans"/>
                <a:ea typeface="DejaVu Sans"/>
                <a:cs typeface="DejaVu Sans"/>
              </a:rPr>
              <a:t>Konfigurasi dan operasi CRUD Realtime Database.</a:t>
            </a:r>
          </a:p>
        </p:txBody>
      </p:sp>
    </p:spTree>
    <p:extLst>
      <p:ext uri="{BB962C8B-B14F-4D97-AF65-F5344CB8AC3E}">
        <p14:creationId xmlns:p14="http://schemas.microsoft.com/office/powerpoint/2010/main" val="6712365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9FA"/>
        </a:solidFill>
        <a:effectLst/>
      </p:bgPr>
    </p:bg>
    <p:spTree>
      <p:nvGrpSpPr>
        <p:cNvPr id="1" name=""/>
        <p:cNvGrpSpPr/>
        <p:nvPr/>
      </p:nvGrpSpPr>
      <p:grpSpPr>
        <a:xfrm>
          <a:off x="0" y="0"/>
          <a:ext cx="0" cy="0"/>
          <a:chOff x="0" y="0"/>
          <a:chExt cx="0" cy="0"/>
        </a:xfrm>
      </p:grpSpPr>
      <p:sp>
        <p:nvSpPr>
          <p:cNvPr id="13" name="text-0">
            <a:extLst>
              <a:ext uri="{FF2B5EF4-FFF2-40B4-BE49-F238E27FC236}">
                <a16:creationId xmlns:a16="http://schemas.microsoft.com/office/drawing/2014/main" id="{5167FDA0-EA89-48F4-99EB-D39CB2F09145}"/>
              </a:ext>
            </a:extLst>
          </p:cNvPr>
          <p:cNvSpPr>
            <a:spLocks noGrp="1"/>
          </p:cNvSpPr>
          <p:nvPr/>
        </p:nvSpPr>
        <p:spPr>
          <a:xfrm>
            <a:off x="609600" y="381000"/>
            <a:ext cx="10953750" cy="266700"/>
          </a:xfrm>
          <a:prstGeom prst="rect">
            <a:avLst/>
          </a:prstGeom>
          <a:noFill/>
          <a:ln w="0">
            <a:noFill/>
            <a:prstDash val="solid"/>
          </a:ln>
        </p:spPr>
        <p:txBody>
          <a:bodyPr lIns="0" tIns="0" rIns="0" bIns="0" anchor="t">
            <a:noAutofit/>
          </a:bodyPr>
          <a:lstStyle>
            <a:defPPr>
              <a:defRPr sz="1350" b="1">
                <a:solidFill>
                  <a:srgbClr val="007D85"/>
                </a:solidFill>
                <a:latin typeface="DejaVu Sans"/>
                <a:ea typeface="DejaVu Sans"/>
                <a:cs typeface="DejaVu Sans"/>
              </a:defRPr>
            </a:defPPr>
            <a:lvl1pPr>
              <a:defRPr sz="1350" b="1">
                <a:solidFill>
                  <a:srgbClr val="007D85"/>
                </a:solidFill>
                <a:latin typeface="DejaVu Sans"/>
                <a:ea typeface="DejaVu Sans"/>
                <a:cs typeface="DejaVu Sans"/>
              </a:defRPr>
            </a:lvl1pPr>
            <a:lvl2pPr>
              <a:defRPr sz="1350" b="1">
                <a:solidFill>
                  <a:srgbClr val="007D85"/>
                </a:solidFill>
                <a:latin typeface="DejaVu Sans"/>
                <a:ea typeface="DejaVu Sans"/>
                <a:cs typeface="DejaVu Sans"/>
              </a:defRPr>
            </a:lvl2pPr>
            <a:lvl3pPr>
              <a:defRPr sz="1350" b="1">
                <a:solidFill>
                  <a:srgbClr val="007D85"/>
                </a:solidFill>
                <a:latin typeface="DejaVu Sans"/>
                <a:ea typeface="DejaVu Sans"/>
                <a:cs typeface="DejaVu Sans"/>
              </a:defRPr>
            </a:lvl3pPr>
            <a:lvl4pPr>
              <a:defRPr sz="1350" b="1">
                <a:solidFill>
                  <a:srgbClr val="007D85"/>
                </a:solidFill>
                <a:latin typeface="DejaVu Sans"/>
                <a:ea typeface="DejaVu Sans"/>
                <a:cs typeface="DejaVu Sans"/>
              </a:defRPr>
            </a:lvl4pPr>
            <a:lvl5pPr>
              <a:defRPr sz="1350" b="1">
                <a:solidFill>
                  <a:srgbClr val="007D85"/>
                </a:solidFill>
                <a:latin typeface="DejaVu Sans"/>
                <a:ea typeface="DejaVu Sans"/>
                <a:cs typeface="DejaVu Sans"/>
              </a:defRPr>
            </a:lvl5pPr>
            <a:lvl6pPr>
              <a:defRPr sz="1350" b="1">
                <a:solidFill>
                  <a:srgbClr val="007D85"/>
                </a:solidFill>
                <a:latin typeface="DejaVu Sans"/>
                <a:ea typeface="DejaVu Sans"/>
                <a:cs typeface="DejaVu Sans"/>
              </a:defRPr>
            </a:lvl6pPr>
            <a:lvl7pPr>
              <a:defRPr sz="1350" b="1">
                <a:solidFill>
                  <a:srgbClr val="007D85"/>
                </a:solidFill>
                <a:latin typeface="DejaVu Sans"/>
                <a:ea typeface="DejaVu Sans"/>
                <a:cs typeface="DejaVu Sans"/>
              </a:defRPr>
            </a:lvl7pPr>
            <a:lvl8pPr>
              <a:defRPr sz="1350" b="1">
                <a:solidFill>
                  <a:srgbClr val="007D85"/>
                </a:solidFill>
                <a:latin typeface="DejaVu Sans"/>
                <a:ea typeface="DejaVu Sans"/>
                <a:cs typeface="DejaVu Sans"/>
              </a:defRPr>
            </a:lvl8pPr>
            <a:lvl9pPr>
              <a:defRPr sz="1350" b="1">
                <a:solidFill>
                  <a:srgbClr val="007D85"/>
                </a:solidFill>
                <a:latin typeface="DejaVu Sans"/>
                <a:ea typeface="DejaVu Sans"/>
                <a:cs typeface="DejaVu Sans"/>
              </a:defRPr>
            </a:lvl9pPr>
          </a:lstStyle>
          <a:p>
            <a:pPr>
              <a:defRPr sz="1350" b="1">
                <a:solidFill>
                  <a:srgbClr val="007D85"/>
                </a:solidFill>
                <a:latin typeface="DejaVu Sans"/>
                <a:ea typeface="DejaVu Sans"/>
                <a:cs typeface="DejaVu Sans"/>
              </a:defRPr>
            </a:pPr>
            <a:r>
              <a:rPr sz="1350" b="1">
                <a:solidFill>
                  <a:srgbClr val="007D85"/>
                </a:solidFill>
                <a:latin typeface="DejaVu Sans"/>
                <a:ea typeface="DejaVu Sans"/>
                <a:cs typeface="DejaVu Sans"/>
              </a:rPr>
              <a:t>RANGKUMAN TERPADU</a:t>
            </a:r>
          </a:p>
        </p:txBody>
      </p:sp>
      <p:sp>
        <p:nvSpPr>
          <p:cNvPr id="2" name="text-1">
            <a:extLst>
              <a:ext uri="{FF2B5EF4-FFF2-40B4-BE49-F238E27FC236}">
                <a16:creationId xmlns:a16="http://schemas.microsoft.com/office/drawing/2014/main" id="{FED61CF9-920F-4F81-AF7E-9C05642B3576}"/>
              </a:ext>
            </a:extLst>
          </p:cNvPr>
          <p:cNvSpPr>
            <a:spLocks noGrp="1"/>
          </p:cNvSpPr>
          <p:nvPr/>
        </p:nvSpPr>
        <p:spPr>
          <a:xfrm>
            <a:off x="609600" y="866775"/>
            <a:ext cx="10953750" cy="895350"/>
          </a:xfrm>
          <a:prstGeom prst="rect">
            <a:avLst/>
          </a:prstGeom>
          <a:noFill/>
          <a:ln w="0">
            <a:noFill/>
            <a:prstDash val="solid"/>
          </a:ln>
        </p:spPr>
        <p:txBody>
          <a:bodyPr lIns="0" tIns="0" rIns="0" bIns="0" anchor="t">
            <a:noAutofit/>
          </a:bodyPr>
          <a:lstStyle>
            <a:defPPr>
              <a:defRPr sz="3150" b="1">
                <a:solidFill>
                  <a:srgbClr val="10283F"/>
                </a:solidFill>
                <a:latin typeface="DejaVu Sans"/>
                <a:ea typeface="DejaVu Sans"/>
                <a:cs typeface="DejaVu Sans"/>
              </a:defRPr>
            </a:defPPr>
            <a:lvl1pPr>
              <a:defRPr sz="3150" b="1">
                <a:solidFill>
                  <a:srgbClr val="10283F"/>
                </a:solidFill>
                <a:latin typeface="DejaVu Sans"/>
                <a:ea typeface="DejaVu Sans"/>
                <a:cs typeface="DejaVu Sans"/>
              </a:defRPr>
            </a:lvl1pPr>
            <a:lvl2pPr>
              <a:defRPr sz="3150" b="1">
                <a:solidFill>
                  <a:srgbClr val="10283F"/>
                </a:solidFill>
                <a:latin typeface="DejaVu Sans"/>
                <a:ea typeface="DejaVu Sans"/>
                <a:cs typeface="DejaVu Sans"/>
              </a:defRPr>
            </a:lvl2pPr>
            <a:lvl3pPr>
              <a:defRPr sz="3150" b="1">
                <a:solidFill>
                  <a:srgbClr val="10283F"/>
                </a:solidFill>
                <a:latin typeface="DejaVu Sans"/>
                <a:ea typeface="DejaVu Sans"/>
                <a:cs typeface="DejaVu Sans"/>
              </a:defRPr>
            </a:lvl3pPr>
            <a:lvl4pPr>
              <a:defRPr sz="3150" b="1">
                <a:solidFill>
                  <a:srgbClr val="10283F"/>
                </a:solidFill>
                <a:latin typeface="DejaVu Sans"/>
                <a:ea typeface="DejaVu Sans"/>
                <a:cs typeface="DejaVu Sans"/>
              </a:defRPr>
            </a:lvl4pPr>
            <a:lvl5pPr>
              <a:defRPr sz="3150" b="1">
                <a:solidFill>
                  <a:srgbClr val="10283F"/>
                </a:solidFill>
                <a:latin typeface="DejaVu Sans"/>
                <a:ea typeface="DejaVu Sans"/>
                <a:cs typeface="DejaVu Sans"/>
              </a:defRPr>
            </a:lvl5pPr>
            <a:lvl6pPr>
              <a:defRPr sz="3150" b="1">
                <a:solidFill>
                  <a:srgbClr val="10283F"/>
                </a:solidFill>
                <a:latin typeface="DejaVu Sans"/>
                <a:ea typeface="DejaVu Sans"/>
                <a:cs typeface="DejaVu Sans"/>
              </a:defRPr>
            </a:lvl6pPr>
            <a:lvl7pPr>
              <a:defRPr sz="3150" b="1">
                <a:solidFill>
                  <a:srgbClr val="10283F"/>
                </a:solidFill>
                <a:latin typeface="DejaVu Sans"/>
                <a:ea typeface="DejaVu Sans"/>
                <a:cs typeface="DejaVu Sans"/>
              </a:defRPr>
            </a:lvl7pPr>
            <a:lvl8pPr>
              <a:defRPr sz="3150" b="1">
                <a:solidFill>
                  <a:srgbClr val="10283F"/>
                </a:solidFill>
                <a:latin typeface="DejaVu Sans"/>
                <a:ea typeface="DejaVu Sans"/>
                <a:cs typeface="DejaVu Sans"/>
              </a:defRPr>
            </a:lvl8pPr>
            <a:lvl9pPr>
              <a:defRPr sz="3150" b="1">
                <a:solidFill>
                  <a:srgbClr val="10283F"/>
                </a:solidFill>
                <a:latin typeface="DejaVu Sans"/>
                <a:ea typeface="DejaVu Sans"/>
                <a:cs typeface="DejaVu Sans"/>
              </a:defRPr>
            </a:lvl9pPr>
          </a:lstStyle>
          <a:p>
            <a:pPr>
              <a:defRPr sz="3150" b="1">
                <a:solidFill>
                  <a:srgbClr val="10283F"/>
                </a:solidFill>
                <a:latin typeface="DejaVu Sans"/>
                <a:ea typeface="DejaVu Sans"/>
                <a:cs typeface="DejaVu Sans"/>
              </a:defRPr>
            </a:pPr>
            <a:r>
              <a:rPr sz="3150" b="1">
                <a:solidFill>
                  <a:srgbClr val="10283F"/>
                </a:solidFill>
                <a:latin typeface="DejaVu Sans"/>
                <a:ea typeface="DejaVu Sans"/>
                <a:cs typeface="DejaVu Sans"/>
              </a:rPr>
              <a:t>Konteks materi dan capaian</a:t>
            </a:r>
          </a:p>
        </p:txBody>
      </p:sp>
      <p:sp>
        <p:nvSpPr>
          <p:cNvPr id="3" name="text-2">
            <a:extLst>
              <a:ext uri="{FF2B5EF4-FFF2-40B4-BE49-F238E27FC236}">
                <a16:creationId xmlns:a16="http://schemas.microsoft.com/office/drawing/2014/main" id="{B782D091-69C4-4716-9B21-A2E084B042FD}"/>
              </a:ext>
            </a:extLst>
          </p:cNvPr>
          <p:cNvSpPr>
            <a:spLocks noGrp="1"/>
          </p:cNvSpPr>
          <p:nvPr/>
        </p:nvSpPr>
        <p:spPr>
          <a:xfrm>
            <a:off x="609600" y="6410325"/>
            <a:ext cx="10096500" cy="238125"/>
          </a:xfrm>
          <a:prstGeom prst="rect">
            <a:avLst/>
          </a:prstGeom>
          <a:noFill/>
          <a:ln w="0">
            <a:noFill/>
            <a:prstDash val="solid"/>
          </a:ln>
        </p:spPr>
        <p:txBody>
          <a:bodyPr lIns="0" tIns="0" rIns="0" bIns="0" anchor="t">
            <a:noAutofit/>
          </a:bodyPr>
          <a:lstStyle>
            <a:defPPr>
              <a:defRPr sz="1050" b="0">
                <a:solidFill>
                  <a:srgbClr val="506778"/>
                </a:solidFill>
                <a:latin typeface="DejaVu Sans"/>
                <a:ea typeface="DejaVu Sans"/>
                <a:cs typeface="DejaVu Sans"/>
              </a:defRPr>
            </a:defPPr>
            <a:lvl1pPr>
              <a:defRPr sz="1050" b="0">
                <a:solidFill>
                  <a:srgbClr val="506778"/>
                </a:solidFill>
                <a:latin typeface="DejaVu Sans"/>
                <a:ea typeface="DejaVu Sans"/>
                <a:cs typeface="DejaVu Sans"/>
              </a:defRPr>
            </a:lvl1pPr>
            <a:lvl2pPr>
              <a:defRPr sz="1050" b="0">
                <a:solidFill>
                  <a:srgbClr val="506778"/>
                </a:solidFill>
                <a:latin typeface="DejaVu Sans"/>
                <a:ea typeface="DejaVu Sans"/>
                <a:cs typeface="DejaVu Sans"/>
              </a:defRPr>
            </a:lvl2pPr>
            <a:lvl3pPr>
              <a:defRPr sz="1050" b="0">
                <a:solidFill>
                  <a:srgbClr val="506778"/>
                </a:solidFill>
                <a:latin typeface="DejaVu Sans"/>
                <a:ea typeface="DejaVu Sans"/>
                <a:cs typeface="DejaVu Sans"/>
              </a:defRPr>
            </a:lvl3pPr>
            <a:lvl4pPr>
              <a:defRPr sz="1050" b="0">
                <a:solidFill>
                  <a:srgbClr val="506778"/>
                </a:solidFill>
                <a:latin typeface="DejaVu Sans"/>
                <a:ea typeface="DejaVu Sans"/>
                <a:cs typeface="DejaVu Sans"/>
              </a:defRPr>
            </a:lvl4pPr>
            <a:lvl5pPr>
              <a:defRPr sz="1050" b="0">
                <a:solidFill>
                  <a:srgbClr val="506778"/>
                </a:solidFill>
                <a:latin typeface="DejaVu Sans"/>
                <a:ea typeface="DejaVu Sans"/>
                <a:cs typeface="DejaVu Sans"/>
              </a:defRPr>
            </a:lvl5pPr>
            <a:lvl6pPr>
              <a:defRPr sz="1050" b="0">
                <a:solidFill>
                  <a:srgbClr val="506778"/>
                </a:solidFill>
                <a:latin typeface="DejaVu Sans"/>
                <a:ea typeface="DejaVu Sans"/>
                <a:cs typeface="DejaVu Sans"/>
              </a:defRPr>
            </a:lvl6pPr>
            <a:lvl7pPr>
              <a:defRPr sz="1050" b="0">
                <a:solidFill>
                  <a:srgbClr val="506778"/>
                </a:solidFill>
                <a:latin typeface="DejaVu Sans"/>
                <a:ea typeface="DejaVu Sans"/>
                <a:cs typeface="DejaVu Sans"/>
              </a:defRPr>
            </a:lvl7pPr>
            <a:lvl8pPr>
              <a:defRPr sz="1050" b="0">
                <a:solidFill>
                  <a:srgbClr val="506778"/>
                </a:solidFill>
                <a:latin typeface="DejaVu Sans"/>
                <a:ea typeface="DejaVu Sans"/>
                <a:cs typeface="DejaVu Sans"/>
              </a:defRPr>
            </a:lvl8pPr>
            <a:lvl9pPr>
              <a:defRPr sz="1050" b="0">
                <a:solidFill>
                  <a:srgbClr val="506778"/>
                </a:solidFill>
                <a:latin typeface="DejaVu Sans"/>
                <a:ea typeface="DejaVu Sans"/>
                <a:cs typeface="DejaVu Sans"/>
              </a:defRPr>
            </a:lvl9pPr>
          </a:lstStyle>
          <a:p>
            <a:pPr>
              <a:defRPr sz="1050" b="0">
                <a:solidFill>
                  <a:srgbClr val="506778"/>
                </a:solidFill>
                <a:latin typeface="DejaVu Sans"/>
                <a:ea typeface="DejaVu Sans"/>
                <a:cs typeface="DejaVu Sans"/>
              </a:defRPr>
            </a:pPr>
            <a:r>
              <a:rPr sz="1050" b="0">
                <a:solidFill>
                  <a:srgbClr val="506778"/>
                </a:solidFill>
                <a:latin typeface="DejaVu Sans"/>
                <a:ea typeface="DejaVu Sans"/>
                <a:cs typeface="DejaVu Sans"/>
              </a:rPr>
              <a:t>Pemrograman Mobile Android dengan Java • Erma Susanti (2020)</a:t>
            </a:r>
          </a:p>
        </p:txBody>
      </p:sp>
      <p:sp>
        <p:nvSpPr>
          <p:cNvPr id="4" name="text-3">
            <a:extLst>
              <a:ext uri="{FF2B5EF4-FFF2-40B4-BE49-F238E27FC236}">
                <a16:creationId xmlns:a16="http://schemas.microsoft.com/office/drawing/2014/main" id="{C0A84B73-1354-4A26-828D-9BE89AA81B5F}"/>
              </a:ext>
            </a:extLst>
          </p:cNvPr>
          <p:cNvSpPr>
            <a:spLocks noGrp="1"/>
          </p:cNvSpPr>
          <p:nvPr/>
        </p:nvSpPr>
        <p:spPr>
          <a:xfrm>
            <a:off x="11106150" y="6372225"/>
            <a:ext cx="476250" cy="285750"/>
          </a:xfrm>
          <a:prstGeom prst="rect">
            <a:avLst/>
          </a:prstGeom>
          <a:noFill/>
          <a:ln w="0">
            <a:noFill/>
            <a:prstDash val="solid"/>
          </a:ln>
        </p:spPr>
        <p:txBody>
          <a:bodyPr lIns="0" tIns="0" rIns="0" bIns="0" anchor="t">
            <a:noAutofit/>
          </a:bodyPr>
          <a:lstStyle>
            <a:defPPr>
              <a:defRPr sz="1425" b="1">
                <a:solidFill>
                  <a:srgbClr val="007D85"/>
                </a:solidFill>
                <a:latin typeface="DejaVu Sans"/>
                <a:ea typeface="DejaVu Sans"/>
                <a:cs typeface="DejaVu Sans"/>
              </a:defRPr>
            </a:defPPr>
            <a:lvl1pPr>
              <a:defRPr sz="1425" b="1">
                <a:solidFill>
                  <a:srgbClr val="007D85"/>
                </a:solidFill>
                <a:latin typeface="DejaVu Sans"/>
                <a:ea typeface="DejaVu Sans"/>
                <a:cs typeface="DejaVu Sans"/>
              </a:defRPr>
            </a:lvl1pPr>
            <a:lvl2pPr>
              <a:defRPr sz="1425" b="1">
                <a:solidFill>
                  <a:srgbClr val="007D85"/>
                </a:solidFill>
                <a:latin typeface="DejaVu Sans"/>
                <a:ea typeface="DejaVu Sans"/>
                <a:cs typeface="DejaVu Sans"/>
              </a:defRPr>
            </a:lvl2pPr>
            <a:lvl3pPr>
              <a:defRPr sz="1425" b="1">
                <a:solidFill>
                  <a:srgbClr val="007D85"/>
                </a:solidFill>
                <a:latin typeface="DejaVu Sans"/>
                <a:ea typeface="DejaVu Sans"/>
                <a:cs typeface="DejaVu Sans"/>
              </a:defRPr>
            </a:lvl3pPr>
            <a:lvl4pPr>
              <a:defRPr sz="1425" b="1">
                <a:solidFill>
                  <a:srgbClr val="007D85"/>
                </a:solidFill>
                <a:latin typeface="DejaVu Sans"/>
                <a:ea typeface="DejaVu Sans"/>
                <a:cs typeface="DejaVu Sans"/>
              </a:defRPr>
            </a:lvl4pPr>
            <a:lvl5pPr>
              <a:defRPr sz="1425" b="1">
                <a:solidFill>
                  <a:srgbClr val="007D85"/>
                </a:solidFill>
                <a:latin typeface="DejaVu Sans"/>
                <a:ea typeface="DejaVu Sans"/>
                <a:cs typeface="DejaVu Sans"/>
              </a:defRPr>
            </a:lvl5pPr>
            <a:lvl6pPr>
              <a:defRPr sz="1425" b="1">
                <a:solidFill>
                  <a:srgbClr val="007D85"/>
                </a:solidFill>
                <a:latin typeface="DejaVu Sans"/>
                <a:ea typeface="DejaVu Sans"/>
                <a:cs typeface="DejaVu Sans"/>
              </a:defRPr>
            </a:lvl6pPr>
            <a:lvl7pPr>
              <a:defRPr sz="1425" b="1">
                <a:solidFill>
                  <a:srgbClr val="007D85"/>
                </a:solidFill>
                <a:latin typeface="DejaVu Sans"/>
                <a:ea typeface="DejaVu Sans"/>
                <a:cs typeface="DejaVu Sans"/>
              </a:defRPr>
            </a:lvl7pPr>
            <a:lvl8pPr>
              <a:defRPr sz="1425" b="1">
                <a:solidFill>
                  <a:srgbClr val="007D85"/>
                </a:solidFill>
                <a:latin typeface="DejaVu Sans"/>
                <a:ea typeface="DejaVu Sans"/>
                <a:cs typeface="DejaVu Sans"/>
              </a:defRPr>
            </a:lvl8pPr>
            <a:lvl9pPr>
              <a:defRPr sz="1425" b="1">
                <a:solidFill>
                  <a:srgbClr val="007D85"/>
                </a:solidFill>
                <a:latin typeface="DejaVu Sans"/>
                <a:ea typeface="DejaVu Sans"/>
                <a:cs typeface="DejaVu Sans"/>
              </a:defRPr>
            </a:lvl9pPr>
          </a:lstStyle>
          <a:p>
            <a:pPr>
              <a:defRPr sz="1425" b="1">
                <a:solidFill>
                  <a:srgbClr val="007D85"/>
                </a:solidFill>
                <a:latin typeface="DejaVu Sans"/>
                <a:ea typeface="DejaVu Sans"/>
                <a:cs typeface="DejaVu Sans"/>
              </a:defRPr>
            </a:pPr>
            <a:r>
              <a:rPr sz="1425" b="1">
                <a:solidFill>
                  <a:srgbClr val="007D85"/>
                </a:solidFill>
                <a:latin typeface="DejaVu Sans"/>
                <a:ea typeface="DejaVu Sans"/>
                <a:cs typeface="DejaVu Sans"/>
              </a:rPr>
              <a:t>03</a:t>
            </a:r>
          </a:p>
        </p:txBody>
      </p:sp>
      <p:sp>
        <p:nvSpPr>
          <p:cNvPr id="5" name="text-4">
            <a:extLst>
              <a:ext uri="{FF2B5EF4-FFF2-40B4-BE49-F238E27FC236}">
                <a16:creationId xmlns:a16="http://schemas.microsoft.com/office/drawing/2014/main" id="{3C792F02-8603-44BF-9A1D-D9C73A12302B}"/>
              </a:ext>
            </a:extLst>
          </p:cNvPr>
          <p:cNvSpPr>
            <a:spLocks noGrp="1"/>
          </p:cNvSpPr>
          <p:nvPr/>
        </p:nvSpPr>
        <p:spPr>
          <a:xfrm>
            <a:off x="609600" y="195262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Dasar pembelajaran</a:t>
            </a:r>
          </a:p>
        </p:txBody>
      </p:sp>
      <p:sp>
        <p:nvSpPr>
          <p:cNvPr id="6" name="text-5">
            <a:extLst>
              <a:ext uri="{FF2B5EF4-FFF2-40B4-BE49-F238E27FC236}">
                <a16:creationId xmlns:a16="http://schemas.microsoft.com/office/drawing/2014/main" id="{0A0F8F8F-AFA9-40C0-A1CC-3C82770729EB}"/>
              </a:ext>
            </a:extLst>
          </p:cNvPr>
          <p:cNvSpPr>
            <a:spLocks noGrp="1"/>
          </p:cNvSpPr>
          <p:nvPr/>
        </p:nvSpPr>
        <p:spPr>
          <a:xfrm>
            <a:off x="3714750" y="195262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Seluruh bab menggunakan pendekatan Android dengan Java dan layout XML.</a:t>
            </a:r>
          </a:p>
        </p:txBody>
      </p:sp>
      <p:sp>
        <p:nvSpPr>
          <p:cNvPr id="7" name="text-6">
            <a:extLst>
              <a:ext uri="{FF2B5EF4-FFF2-40B4-BE49-F238E27FC236}">
                <a16:creationId xmlns:a16="http://schemas.microsoft.com/office/drawing/2014/main" id="{9309CE7C-20C7-409C-ACEF-2B07D68F2A1F}"/>
              </a:ext>
            </a:extLst>
          </p:cNvPr>
          <p:cNvSpPr>
            <a:spLocks noGrp="1"/>
          </p:cNvSpPr>
          <p:nvPr/>
        </p:nvSpPr>
        <p:spPr>
          <a:xfrm>
            <a:off x="609600" y="300037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Capaian akhir</a:t>
            </a:r>
          </a:p>
        </p:txBody>
      </p:sp>
      <p:sp>
        <p:nvSpPr>
          <p:cNvPr id="8" name="text-7">
            <a:extLst>
              <a:ext uri="{FF2B5EF4-FFF2-40B4-BE49-F238E27FC236}">
                <a16:creationId xmlns:a16="http://schemas.microsoft.com/office/drawing/2014/main" id="{619A1A8E-FAB2-4BA9-9C60-00B4EC49B223}"/>
              </a:ext>
            </a:extLst>
          </p:cNvPr>
          <p:cNvSpPr>
            <a:spLocks noGrp="1"/>
          </p:cNvSpPr>
          <p:nvPr/>
        </p:nvSpPr>
        <p:spPr>
          <a:xfrm>
            <a:off x="3714750" y="300037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Memahami struktur aplikasi, membangun interaksi, serta menyimpan dan menyinkronkan data.</a:t>
            </a:r>
          </a:p>
        </p:txBody>
      </p:sp>
      <p:sp>
        <p:nvSpPr>
          <p:cNvPr id="9" name="text-8">
            <a:extLst>
              <a:ext uri="{FF2B5EF4-FFF2-40B4-BE49-F238E27FC236}">
                <a16:creationId xmlns:a16="http://schemas.microsoft.com/office/drawing/2014/main" id="{A2E07958-F6DC-418A-9E8E-FE94D13E4346}"/>
              </a:ext>
            </a:extLst>
          </p:cNvPr>
          <p:cNvSpPr>
            <a:spLocks noGrp="1"/>
          </p:cNvSpPr>
          <p:nvPr/>
        </p:nvSpPr>
        <p:spPr>
          <a:xfrm>
            <a:off x="609600" y="404812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Konteks edisi 2020</a:t>
            </a:r>
          </a:p>
        </p:txBody>
      </p:sp>
      <p:sp>
        <p:nvSpPr>
          <p:cNvPr id="10" name="text-9">
            <a:extLst>
              <a:ext uri="{FF2B5EF4-FFF2-40B4-BE49-F238E27FC236}">
                <a16:creationId xmlns:a16="http://schemas.microsoft.com/office/drawing/2014/main" id="{0CE304C8-F25E-4CB4-873A-7190BF0FBD82}"/>
              </a:ext>
            </a:extLst>
          </p:cNvPr>
          <p:cNvSpPr>
            <a:spLocks noGrp="1"/>
          </p:cNvSpPr>
          <p:nvPr/>
        </p:nvSpPr>
        <p:spPr>
          <a:xfrm>
            <a:off x="3714750" y="404812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Versi SDK, tampilan Android Studio, dependensi, dan contoh API mengikuti periode e-book.</a:t>
            </a:r>
          </a:p>
        </p:txBody>
      </p:sp>
      <p:sp>
        <p:nvSpPr>
          <p:cNvPr id="11" name="text-10">
            <a:extLst>
              <a:ext uri="{FF2B5EF4-FFF2-40B4-BE49-F238E27FC236}">
                <a16:creationId xmlns:a16="http://schemas.microsoft.com/office/drawing/2014/main" id="{2F4DC9E6-7002-4E9B-9CB7-29C412E7B779}"/>
              </a:ext>
            </a:extLst>
          </p:cNvPr>
          <p:cNvSpPr>
            <a:spLocks noGrp="1"/>
          </p:cNvSpPr>
          <p:nvPr/>
        </p:nvSpPr>
        <p:spPr>
          <a:xfrm>
            <a:off x="609600" y="509587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Penggunaan rangkuman</a:t>
            </a:r>
          </a:p>
        </p:txBody>
      </p:sp>
      <p:sp>
        <p:nvSpPr>
          <p:cNvPr id="12" name="text-11">
            <a:extLst>
              <a:ext uri="{FF2B5EF4-FFF2-40B4-BE49-F238E27FC236}">
                <a16:creationId xmlns:a16="http://schemas.microsoft.com/office/drawing/2014/main" id="{234994F5-6A55-49B3-A3CE-8361A351666F}"/>
              </a:ext>
            </a:extLst>
          </p:cNvPr>
          <p:cNvSpPr>
            <a:spLocks noGrp="1"/>
          </p:cNvSpPr>
          <p:nvPr/>
        </p:nvSpPr>
        <p:spPr>
          <a:xfrm>
            <a:off x="3714750" y="509587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Pelajari konsep dan alur praktiknya. Penyesuaian diperlukan sebelum contoh dijalankan pada lingkungan berbeda.</a:t>
            </a:r>
          </a:p>
        </p:txBody>
      </p:sp>
    </p:spTree>
    <p:extLst>
      <p:ext uri="{BB962C8B-B14F-4D97-AF65-F5344CB8AC3E}">
        <p14:creationId xmlns:p14="http://schemas.microsoft.com/office/powerpoint/2010/main" val="7044282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9FA"/>
        </a:solidFill>
        <a:effectLst/>
      </p:bgPr>
    </p:bg>
    <p:spTree>
      <p:nvGrpSpPr>
        <p:cNvPr id="1" name=""/>
        <p:cNvGrpSpPr/>
        <p:nvPr/>
      </p:nvGrpSpPr>
      <p:grpSpPr>
        <a:xfrm>
          <a:off x="0" y="0"/>
          <a:ext cx="0" cy="0"/>
          <a:chOff x="0" y="0"/>
          <a:chExt cx="0" cy="0"/>
        </a:xfrm>
      </p:grpSpPr>
      <p:sp>
        <p:nvSpPr>
          <p:cNvPr id="13" name="text-0">
            <a:extLst>
              <a:ext uri="{FF2B5EF4-FFF2-40B4-BE49-F238E27FC236}">
                <a16:creationId xmlns:a16="http://schemas.microsoft.com/office/drawing/2014/main" id="{79D2C7F8-3F4F-4322-8857-36EB6BD22124}"/>
              </a:ext>
            </a:extLst>
          </p:cNvPr>
          <p:cNvSpPr>
            <a:spLocks noGrp="1"/>
          </p:cNvSpPr>
          <p:nvPr/>
        </p:nvSpPr>
        <p:spPr>
          <a:xfrm>
            <a:off x="609600" y="381000"/>
            <a:ext cx="10953750" cy="266700"/>
          </a:xfrm>
          <a:prstGeom prst="rect">
            <a:avLst/>
          </a:prstGeom>
          <a:noFill/>
          <a:ln w="0">
            <a:noFill/>
            <a:prstDash val="solid"/>
          </a:ln>
        </p:spPr>
        <p:txBody>
          <a:bodyPr lIns="0" tIns="0" rIns="0" bIns="0" anchor="t">
            <a:noAutofit/>
          </a:bodyPr>
          <a:lstStyle>
            <a:defPPr>
              <a:defRPr sz="1350" b="1">
                <a:solidFill>
                  <a:srgbClr val="007D85"/>
                </a:solidFill>
                <a:latin typeface="DejaVu Sans"/>
                <a:ea typeface="DejaVu Sans"/>
                <a:cs typeface="DejaVu Sans"/>
              </a:defRPr>
            </a:defPPr>
            <a:lvl1pPr>
              <a:defRPr sz="1350" b="1">
                <a:solidFill>
                  <a:srgbClr val="007D85"/>
                </a:solidFill>
                <a:latin typeface="DejaVu Sans"/>
                <a:ea typeface="DejaVu Sans"/>
                <a:cs typeface="DejaVu Sans"/>
              </a:defRPr>
            </a:lvl1pPr>
            <a:lvl2pPr>
              <a:defRPr sz="1350" b="1">
                <a:solidFill>
                  <a:srgbClr val="007D85"/>
                </a:solidFill>
                <a:latin typeface="DejaVu Sans"/>
                <a:ea typeface="DejaVu Sans"/>
                <a:cs typeface="DejaVu Sans"/>
              </a:defRPr>
            </a:lvl2pPr>
            <a:lvl3pPr>
              <a:defRPr sz="1350" b="1">
                <a:solidFill>
                  <a:srgbClr val="007D85"/>
                </a:solidFill>
                <a:latin typeface="DejaVu Sans"/>
                <a:ea typeface="DejaVu Sans"/>
                <a:cs typeface="DejaVu Sans"/>
              </a:defRPr>
            </a:lvl3pPr>
            <a:lvl4pPr>
              <a:defRPr sz="1350" b="1">
                <a:solidFill>
                  <a:srgbClr val="007D85"/>
                </a:solidFill>
                <a:latin typeface="DejaVu Sans"/>
                <a:ea typeface="DejaVu Sans"/>
                <a:cs typeface="DejaVu Sans"/>
              </a:defRPr>
            </a:lvl4pPr>
            <a:lvl5pPr>
              <a:defRPr sz="1350" b="1">
                <a:solidFill>
                  <a:srgbClr val="007D85"/>
                </a:solidFill>
                <a:latin typeface="DejaVu Sans"/>
                <a:ea typeface="DejaVu Sans"/>
                <a:cs typeface="DejaVu Sans"/>
              </a:defRPr>
            </a:lvl5pPr>
            <a:lvl6pPr>
              <a:defRPr sz="1350" b="1">
                <a:solidFill>
                  <a:srgbClr val="007D85"/>
                </a:solidFill>
                <a:latin typeface="DejaVu Sans"/>
                <a:ea typeface="DejaVu Sans"/>
                <a:cs typeface="DejaVu Sans"/>
              </a:defRPr>
            </a:lvl6pPr>
            <a:lvl7pPr>
              <a:defRPr sz="1350" b="1">
                <a:solidFill>
                  <a:srgbClr val="007D85"/>
                </a:solidFill>
                <a:latin typeface="DejaVu Sans"/>
                <a:ea typeface="DejaVu Sans"/>
                <a:cs typeface="DejaVu Sans"/>
              </a:defRPr>
            </a:lvl7pPr>
            <a:lvl8pPr>
              <a:defRPr sz="1350" b="1">
                <a:solidFill>
                  <a:srgbClr val="007D85"/>
                </a:solidFill>
                <a:latin typeface="DejaVu Sans"/>
                <a:ea typeface="DejaVu Sans"/>
                <a:cs typeface="DejaVu Sans"/>
              </a:defRPr>
            </a:lvl8pPr>
            <a:lvl9pPr>
              <a:defRPr sz="1350" b="1">
                <a:solidFill>
                  <a:srgbClr val="007D85"/>
                </a:solidFill>
                <a:latin typeface="DejaVu Sans"/>
                <a:ea typeface="DejaVu Sans"/>
                <a:cs typeface="DejaVu Sans"/>
              </a:defRPr>
            </a:lvl9pPr>
          </a:lstStyle>
          <a:p>
            <a:pPr>
              <a:defRPr sz="1350" b="1">
                <a:solidFill>
                  <a:srgbClr val="007D85"/>
                </a:solidFill>
                <a:latin typeface="DejaVu Sans"/>
                <a:ea typeface="DejaVu Sans"/>
                <a:cs typeface="DejaVu Sans"/>
              </a:defRPr>
            </a:pPr>
            <a:r>
              <a:rPr sz="1350" b="1">
                <a:solidFill>
                  <a:srgbClr val="007D85"/>
                </a:solidFill>
                <a:latin typeface="DejaVu Sans"/>
                <a:ea typeface="DejaVu Sans"/>
                <a:cs typeface="DejaVu Sans"/>
              </a:rPr>
              <a:t>BAB 1  PENGENALAN</a:t>
            </a:r>
          </a:p>
        </p:txBody>
      </p:sp>
      <p:sp>
        <p:nvSpPr>
          <p:cNvPr id="2" name="text-1">
            <a:extLst>
              <a:ext uri="{FF2B5EF4-FFF2-40B4-BE49-F238E27FC236}">
                <a16:creationId xmlns:a16="http://schemas.microsoft.com/office/drawing/2014/main" id="{5D0D215F-A280-4643-8A96-FEC82B531104}"/>
              </a:ext>
            </a:extLst>
          </p:cNvPr>
          <p:cNvSpPr>
            <a:spLocks noGrp="1"/>
          </p:cNvSpPr>
          <p:nvPr/>
        </p:nvSpPr>
        <p:spPr>
          <a:xfrm>
            <a:off x="609600" y="866775"/>
            <a:ext cx="10953750" cy="895350"/>
          </a:xfrm>
          <a:prstGeom prst="rect">
            <a:avLst/>
          </a:prstGeom>
          <a:noFill/>
          <a:ln w="0">
            <a:noFill/>
            <a:prstDash val="solid"/>
          </a:ln>
        </p:spPr>
        <p:txBody>
          <a:bodyPr lIns="0" tIns="0" rIns="0" bIns="0" anchor="t">
            <a:noAutofit/>
          </a:bodyPr>
          <a:lstStyle>
            <a:defPPr>
              <a:defRPr sz="3150" b="1">
                <a:solidFill>
                  <a:srgbClr val="10283F"/>
                </a:solidFill>
                <a:latin typeface="DejaVu Sans"/>
                <a:ea typeface="DejaVu Sans"/>
                <a:cs typeface="DejaVu Sans"/>
              </a:defRPr>
            </a:defPPr>
            <a:lvl1pPr>
              <a:defRPr sz="3150" b="1">
                <a:solidFill>
                  <a:srgbClr val="10283F"/>
                </a:solidFill>
                <a:latin typeface="DejaVu Sans"/>
                <a:ea typeface="DejaVu Sans"/>
                <a:cs typeface="DejaVu Sans"/>
              </a:defRPr>
            </a:lvl1pPr>
            <a:lvl2pPr>
              <a:defRPr sz="3150" b="1">
                <a:solidFill>
                  <a:srgbClr val="10283F"/>
                </a:solidFill>
                <a:latin typeface="DejaVu Sans"/>
                <a:ea typeface="DejaVu Sans"/>
                <a:cs typeface="DejaVu Sans"/>
              </a:defRPr>
            </a:lvl2pPr>
            <a:lvl3pPr>
              <a:defRPr sz="3150" b="1">
                <a:solidFill>
                  <a:srgbClr val="10283F"/>
                </a:solidFill>
                <a:latin typeface="DejaVu Sans"/>
                <a:ea typeface="DejaVu Sans"/>
                <a:cs typeface="DejaVu Sans"/>
              </a:defRPr>
            </a:lvl3pPr>
            <a:lvl4pPr>
              <a:defRPr sz="3150" b="1">
                <a:solidFill>
                  <a:srgbClr val="10283F"/>
                </a:solidFill>
                <a:latin typeface="DejaVu Sans"/>
                <a:ea typeface="DejaVu Sans"/>
                <a:cs typeface="DejaVu Sans"/>
              </a:defRPr>
            </a:lvl4pPr>
            <a:lvl5pPr>
              <a:defRPr sz="3150" b="1">
                <a:solidFill>
                  <a:srgbClr val="10283F"/>
                </a:solidFill>
                <a:latin typeface="DejaVu Sans"/>
                <a:ea typeface="DejaVu Sans"/>
                <a:cs typeface="DejaVu Sans"/>
              </a:defRPr>
            </a:lvl5pPr>
            <a:lvl6pPr>
              <a:defRPr sz="3150" b="1">
                <a:solidFill>
                  <a:srgbClr val="10283F"/>
                </a:solidFill>
                <a:latin typeface="DejaVu Sans"/>
                <a:ea typeface="DejaVu Sans"/>
                <a:cs typeface="DejaVu Sans"/>
              </a:defRPr>
            </a:lvl6pPr>
            <a:lvl7pPr>
              <a:defRPr sz="3150" b="1">
                <a:solidFill>
                  <a:srgbClr val="10283F"/>
                </a:solidFill>
                <a:latin typeface="DejaVu Sans"/>
                <a:ea typeface="DejaVu Sans"/>
                <a:cs typeface="DejaVu Sans"/>
              </a:defRPr>
            </a:lvl7pPr>
            <a:lvl8pPr>
              <a:defRPr sz="3150" b="1">
                <a:solidFill>
                  <a:srgbClr val="10283F"/>
                </a:solidFill>
                <a:latin typeface="DejaVu Sans"/>
                <a:ea typeface="DejaVu Sans"/>
                <a:cs typeface="DejaVu Sans"/>
              </a:defRPr>
            </a:lvl8pPr>
            <a:lvl9pPr>
              <a:defRPr sz="3150" b="1">
                <a:solidFill>
                  <a:srgbClr val="10283F"/>
                </a:solidFill>
                <a:latin typeface="DejaVu Sans"/>
                <a:ea typeface="DejaVu Sans"/>
                <a:cs typeface="DejaVu Sans"/>
              </a:defRPr>
            </a:lvl9pPr>
          </a:lstStyle>
          <a:p>
            <a:pPr>
              <a:defRPr sz="3150" b="1">
                <a:solidFill>
                  <a:srgbClr val="10283F"/>
                </a:solidFill>
                <a:latin typeface="DejaVu Sans"/>
                <a:ea typeface="DejaVu Sans"/>
                <a:cs typeface="DejaVu Sans"/>
              </a:defRPr>
            </a:pPr>
            <a:r>
              <a:rPr sz="3150" b="1">
                <a:solidFill>
                  <a:srgbClr val="10283F"/>
                </a:solidFill>
                <a:latin typeface="DejaVu Sans"/>
                <a:ea typeface="DejaVu Sans"/>
                <a:cs typeface="DejaVu Sans"/>
              </a:rPr>
              <a:t>Dasar platform Android</a:t>
            </a:r>
          </a:p>
        </p:txBody>
      </p:sp>
      <p:sp>
        <p:nvSpPr>
          <p:cNvPr id="3" name="text-2">
            <a:extLst>
              <a:ext uri="{FF2B5EF4-FFF2-40B4-BE49-F238E27FC236}">
                <a16:creationId xmlns:a16="http://schemas.microsoft.com/office/drawing/2014/main" id="{C076B13A-FA6D-45F0-A83B-07ED0776AB32}"/>
              </a:ext>
            </a:extLst>
          </p:cNvPr>
          <p:cNvSpPr>
            <a:spLocks noGrp="1"/>
          </p:cNvSpPr>
          <p:nvPr/>
        </p:nvSpPr>
        <p:spPr>
          <a:xfrm>
            <a:off x="609600" y="6410325"/>
            <a:ext cx="10096500" cy="238125"/>
          </a:xfrm>
          <a:prstGeom prst="rect">
            <a:avLst/>
          </a:prstGeom>
          <a:noFill/>
          <a:ln w="0">
            <a:noFill/>
            <a:prstDash val="solid"/>
          </a:ln>
        </p:spPr>
        <p:txBody>
          <a:bodyPr lIns="0" tIns="0" rIns="0" bIns="0" anchor="t">
            <a:noAutofit/>
          </a:bodyPr>
          <a:lstStyle>
            <a:defPPr>
              <a:defRPr sz="1050" b="0">
                <a:solidFill>
                  <a:srgbClr val="506778"/>
                </a:solidFill>
                <a:latin typeface="DejaVu Sans"/>
                <a:ea typeface="DejaVu Sans"/>
                <a:cs typeface="DejaVu Sans"/>
              </a:defRPr>
            </a:defPPr>
            <a:lvl1pPr>
              <a:defRPr sz="1050" b="0">
                <a:solidFill>
                  <a:srgbClr val="506778"/>
                </a:solidFill>
                <a:latin typeface="DejaVu Sans"/>
                <a:ea typeface="DejaVu Sans"/>
                <a:cs typeface="DejaVu Sans"/>
              </a:defRPr>
            </a:lvl1pPr>
            <a:lvl2pPr>
              <a:defRPr sz="1050" b="0">
                <a:solidFill>
                  <a:srgbClr val="506778"/>
                </a:solidFill>
                <a:latin typeface="DejaVu Sans"/>
                <a:ea typeface="DejaVu Sans"/>
                <a:cs typeface="DejaVu Sans"/>
              </a:defRPr>
            </a:lvl2pPr>
            <a:lvl3pPr>
              <a:defRPr sz="1050" b="0">
                <a:solidFill>
                  <a:srgbClr val="506778"/>
                </a:solidFill>
                <a:latin typeface="DejaVu Sans"/>
                <a:ea typeface="DejaVu Sans"/>
                <a:cs typeface="DejaVu Sans"/>
              </a:defRPr>
            </a:lvl3pPr>
            <a:lvl4pPr>
              <a:defRPr sz="1050" b="0">
                <a:solidFill>
                  <a:srgbClr val="506778"/>
                </a:solidFill>
                <a:latin typeface="DejaVu Sans"/>
                <a:ea typeface="DejaVu Sans"/>
                <a:cs typeface="DejaVu Sans"/>
              </a:defRPr>
            </a:lvl4pPr>
            <a:lvl5pPr>
              <a:defRPr sz="1050" b="0">
                <a:solidFill>
                  <a:srgbClr val="506778"/>
                </a:solidFill>
                <a:latin typeface="DejaVu Sans"/>
                <a:ea typeface="DejaVu Sans"/>
                <a:cs typeface="DejaVu Sans"/>
              </a:defRPr>
            </a:lvl5pPr>
            <a:lvl6pPr>
              <a:defRPr sz="1050" b="0">
                <a:solidFill>
                  <a:srgbClr val="506778"/>
                </a:solidFill>
                <a:latin typeface="DejaVu Sans"/>
                <a:ea typeface="DejaVu Sans"/>
                <a:cs typeface="DejaVu Sans"/>
              </a:defRPr>
            </a:lvl6pPr>
            <a:lvl7pPr>
              <a:defRPr sz="1050" b="0">
                <a:solidFill>
                  <a:srgbClr val="506778"/>
                </a:solidFill>
                <a:latin typeface="DejaVu Sans"/>
                <a:ea typeface="DejaVu Sans"/>
                <a:cs typeface="DejaVu Sans"/>
              </a:defRPr>
            </a:lvl7pPr>
            <a:lvl8pPr>
              <a:defRPr sz="1050" b="0">
                <a:solidFill>
                  <a:srgbClr val="506778"/>
                </a:solidFill>
                <a:latin typeface="DejaVu Sans"/>
                <a:ea typeface="DejaVu Sans"/>
                <a:cs typeface="DejaVu Sans"/>
              </a:defRPr>
            </a:lvl8pPr>
            <a:lvl9pPr>
              <a:defRPr sz="1050" b="0">
                <a:solidFill>
                  <a:srgbClr val="506778"/>
                </a:solidFill>
                <a:latin typeface="DejaVu Sans"/>
                <a:ea typeface="DejaVu Sans"/>
                <a:cs typeface="DejaVu Sans"/>
              </a:defRPr>
            </a:lvl9pPr>
          </a:lstStyle>
          <a:p>
            <a:pPr>
              <a:defRPr sz="1050" b="0">
                <a:solidFill>
                  <a:srgbClr val="506778"/>
                </a:solidFill>
                <a:latin typeface="DejaVu Sans"/>
                <a:ea typeface="DejaVu Sans"/>
                <a:cs typeface="DejaVu Sans"/>
              </a:defRPr>
            </a:pPr>
            <a:r>
              <a:rPr sz="1050" b="0">
                <a:solidFill>
                  <a:srgbClr val="506778"/>
                </a:solidFill>
                <a:latin typeface="DejaVu Sans"/>
                <a:ea typeface="DejaVu Sans"/>
                <a:cs typeface="DejaVu Sans"/>
              </a:rPr>
              <a:t>Sumber: E-book Bab 1 (PDF hlm. 5–6, 22)</a:t>
            </a:r>
          </a:p>
        </p:txBody>
      </p:sp>
      <p:sp>
        <p:nvSpPr>
          <p:cNvPr id="4" name="text-3">
            <a:extLst>
              <a:ext uri="{FF2B5EF4-FFF2-40B4-BE49-F238E27FC236}">
                <a16:creationId xmlns:a16="http://schemas.microsoft.com/office/drawing/2014/main" id="{D88C34FF-F770-4DC2-884F-FC276ACBE85C}"/>
              </a:ext>
            </a:extLst>
          </p:cNvPr>
          <p:cNvSpPr>
            <a:spLocks noGrp="1"/>
          </p:cNvSpPr>
          <p:nvPr/>
        </p:nvSpPr>
        <p:spPr>
          <a:xfrm>
            <a:off x="11106150" y="6372225"/>
            <a:ext cx="476250" cy="285750"/>
          </a:xfrm>
          <a:prstGeom prst="rect">
            <a:avLst/>
          </a:prstGeom>
          <a:noFill/>
          <a:ln w="0">
            <a:noFill/>
            <a:prstDash val="solid"/>
          </a:ln>
        </p:spPr>
        <p:txBody>
          <a:bodyPr lIns="0" tIns="0" rIns="0" bIns="0" anchor="t">
            <a:noAutofit/>
          </a:bodyPr>
          <a:lstStyle>
            <a:defPPr>
              <a:defRPr sz="1425" b="1">
                <a:solidFill>
                  <a:srgbClr val="007D85"/>
                </a:solidFill>
                <a:latin typeface="DejaVu Sans"/>
                <a:ea typeface="DejaVu Sans"/>
                <a:cs typeface="DejaVu Sans"/>
              </a:defRPr>
            </a:defPPr>
            <a:lvl1pPr>
              <a:defRPr sz="1425" b="1">
                <a:solidFill>
                  <a:srgbClr val="007D85"/>
                </a:solidFill>
                <a:latin typeface="DejaVu Sans"/>
                <a:ea typeface="DejaVu Sans"/>
                <a:cs typeface="DejaVu Sans"/>
              </a:defRPr>
            </a:lvl1pPr>
            <a:lvl2pPr>
              <a:defRPr sz="1425" b="1">
                <a:solidFill>
                  <a:srgbClr val="007D85"/>
                </a:solidFill>
                <a:latin typeface="DejaVu Sans"/>
                <a:ea typeface="DejaVu Sans"/>
                <a:cs typeface="DejaVu Sans"/>
              </a:defRPr>
            </a:lvl2pPr>
            <a:lvl3pPr>
              <a:defRPr sz="1425" b="1">
                <a:solidFill>
                  <a:srgbClr val="007D85"/>
                </a:solidFill>
                <a:latin typeface="DejaVu Sans"/>
                <a:ea typeface="DejaVu Sans"/>
                <a:cs typeface="DejaVu Sans"/>
              </a:defRPr>
            </a:lvl3pPr>
            <a:lvl4pPr>
              <a:defRPr sz="1425" b="1">
                <a:solidFill>
                  <a:srgbClr val="007D85"/>
                </a:solidFill>
                <a:latin typeface="DejaVu Sans"/>
                <a:ea typeface="DejaVu Sans"/>
                <a:cs typeface="DejaVu Sans"/>
              </a:defRPr>
            </a:lvl4pPr>
            <a:lvl5pPr>
              <a:defRPr sz="1425" b="1">
                <a:solidFill>
                  <a:srgbClr val="007D85"/>
                </a:solidFill>
                <a:latin typeface="DejaVu Sans"/>
                <a:ea typeface="DejaVu Sans"/>
                <a:cs typeface="DejaVu Sans"/>
              </a:defRPr>
            </a:lvl5pPr>
            <a:lvl6pPr>
              <a:defRPr sz="1425" b="1">
                <a:solidFill>
                  <a:srgbClr val="007D85"/>
                </a:solidFill>
                <a:latin typeface="DejaVu Sans"/>
                <a:ea typeface="DejaVu Sans"/>
                <a:cs typeface="DejaVu Sans"/>
              </a:defRPr>
            </a:lvl6pPr>
            <a:lvl7pPr>
              <a:defRPr sz="1425" b="1">
                <a:solidFill>
                  <a:srgbClr val="007D85"/>
                </a:solidFill>
                <a:latin typeface="DejaVu Sans"/>
                <a:ea typeface="DejaVu Sans"/>
                <a:cs typeface="DejaVu Sans"/>
              </a:defRPr>
            </a:lvl7pPr>
            <a:lvl8pPr>
              <a:defRPr sz="1425" b="1">
                <a:solidFill>
                  <a:srgbClr val="007D85"/>
                </a:solidFill>
                <a:latin typeface="DejaVu Sans"/>
                <a:ea typeface="DejaVu Sans"/>
                <a:cs typeface="DejaVu Sans"/>
              </a:defRPr>
            </a:lvl8pPr>
            <a:lvl9pPr>
              <a:defRPr sz="1425" b="1">
                <a:solidFill>
                  <a:srgbClr val="007D85"/>
                </a:solidFill>
                <a:latin typeface="DejaVu Sans"/>
                <a:ea typeface="DejaVu Sans"/>
                <a:cs typeface="DejaVu Sans"/>
              </a:defRPr>
            </a:lvl9pPr>
          </a:lstStyle>
          <a:p>
            <a:pPr>
              <a:defRPr sz="1425" b="1">
                <a:solidFill>
                  <a:srgbClr val="007D85"/>
                </a:solidFill>
                <a:latin typeface="DejaVu Sans"/>
                <a:ea typeface="DejaVu Sans"/>
                <a:cs typeface="DejaVu Sans"/>
              </a:defRPr>
            </a:pPr>
            <a:r>
              <a:rPr sz="1425" b="1">
                <a:solidFill>
                  <a:srgbClr val="007D85"/>
                </a:solidFill>
                <a:latin typeface="DejaVu Sans"/>
                <a:ea typeface="DejaVu Sans"/>
                <a:cs typeface="DejaVu Sans"/>
              </a:rPr>
              <a:t>04</a:t>
            </a:r>
          </a:p>
        </p:txBody>
      </p:sp>
      <p:sp>
        <p:nvSpPr>
          <p:cNvPr id="5" name="text-4">
            <a:extLst>
              <a:ext uri="{FF2B5EF4-FFF2-40B4-BE49-F238E27FC236}">
                <a16:creationId xmlns:a16="http://schemas.microsoft.com/office/drawing/2014/main" id="{3FF4F872-4B28-4CF3-84B7-DC3E077ED31C}"/>
              </a:ext>
            </a:extLst>
          </p:cNvPr>
          <p:cNvSpPr>
            <a:spLocks noGrp="1"/>
          </p:cNvSpPr>
          <p:nvPr/>
        </p:nvSpPr>
        <p:spPr>
          <a:xfrm>
            <a:off x="609600" y="195262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Sistem operasi mobile</a:t>
            </a:r>
          </a:p>
        </p:txBody>
      </p:sp>
      <p:sp>
        <p:nvSpPr>
          <p:cNvPr id="6" name="text-5">
            <a:extLst>
              <a:ext uri="{FF2B5EF4-FFF2-40B4-BE49-F238E27FC236}">
                <a16:creationId xmlns:a16="http://schemas.microsoft.com/office/drawing/2014/main" id="{6968470A-D9F3-4B77-864D-771A76CF8B01}"/>
              </a:ext>
            </a:extLst>
          </p:cNvPr>
          <p:cNvSpPr>
            <a:spLocks noGrp="1"/>
          </p:cNvSpPr>
          <p:nvPr/>
        </p:nvSpPr>
        <p:spPr>
          <a:xfrm>
            <a:off x="3714750" y="195262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Android bersifat open source, berbasis kernel Linux, dan mendukung interaksi layar sentuh.</a:t>
            </a:r>
          </a:p>
        </p:txBody>
      </p:sp>
      <p:sp>
        <p:nvSpPr>
          <p:cNvPr id="7" name="text-6">
            <a:extLst>
              <a:ext uri="{FF2B5EF4-FFF2-40B4-BE49-F238E27FC236}">
                <a16:creationId xmlns:a16="http://schemas.microsoft.com/office/drawing/2014/main" id="{A51BEEA8-CA36-4325-9FFF-C412F44693A2}"/>
              </a:ext>
            </a:extLst>
          </p:cNvPr>
          <p:cNvSpPr>
            <a:spLocks noGrp="1"/>
          </p:cNvSpPr>
          <p:nvPr/>
        </p:nvSpPr>
        <p:spPr>
          <a:xfrm>
            <a:off x="609600" y="300037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Ragam perangkat</a:t>
            </a:r>
          </a:p>
        </p:txBody>
      </p:sp>
      <p:sp>
        <p:nvSpPr>
          <p:cNvPr id="8" name="text-7">
            <a:extLst>
              <a:ext uri="{FF2B5EF4-FFF2-40B4-BE49-F238E27FC236}">
                <a16:creationId xmlns:a16="http://schemas.microsoft.com/office/drawing/2014/main" id="{6461BDE1-B69C-49BD-8777-6555F4648144}"/>
              </a:ext>
            </a:extLst>
          </p:cNvPr>
          <p:cNvSpPr>
            <a:spLocks noGrp="1"/>
          </p:cNvSpPr>
          <p:nvPr/>
        </p:nvSpPr>
        <p:spPr>
          <a:xfrm>
            <a:off x="3714750" y="300037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Penerapan meliputi smartphone, tablet, TV, perangkat kendaraan, dan wearable.</a:t>
            </a:r>
          </a:p>
        </p:txBody>
      </p:sp>
      <p:sp>
        <p:nvSpPr>
          <p:cNvPr id="9" name="text-8">
            <a:extLst>
              <a:ext uri="{FF2B5EF4-FFF2-40B4-BE49-F238E27FC236}">
                <a16:creationId xmlns:a16="http://schemas.microsoft.com/office/drawing/2014/main" id="{06F98D69-5D92-4914-BE34-61DC3CEE8261}"/>
              </a:ext>
            </a:extLst>
          </p:cNvPr>
          <p:cNvSpPr>
            <a:spLocks noGrp="1"/>
          </p:cNvSpPr>
          <p:nvPr/>
        </p:nvSpPr>
        <p:spPr>
          <a:xfrm>
            <a:off x="609600" y="404812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Interaksi dan kemampuan</a:t>
            </a:r>
          </a:p>
        </p:txBody>
      </p:sp>
      <p:sp>
        <p:nvSpPr>
          <p:cNvPr id="10" name="text-9">
            <a:extLst>
              <a:ext uri="{FF2B5EF4-FFF2-40B4-BE49-F238E27FC236}">
                <a16:creationId xmlns:a16="http://schemas.microsoft.com/office/drawing/2014/main" id="{AE5F497B-EF11-40D8-A6BA-53EE342C950C}"/>
              </a:ext>
            </a:extLst>
          </p:cNvPr>
          <p:cNvSpPr>
            <a:spLocks noGrp="1"/>
          </p:cNvSpPr>
          <p:nvPr/>
        </p:nvSpPr>
        <p:spPr>
          <a:xfrm>
            <a:off x="3714750" y="404812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Tap, swipe, pinch, keyboard virtual, sensor, Bluetooth, serta perangkat USB.</a:t>
            </a:r>
          </a:p>
        </p:txBody>
      </p:sp>
      <p:sp>
        <p:nvSpPr>
          <p:cNvPr id="11" name="text-10">
            <a:extLst>
              <a:ext uri="{FF2B5EF4-FFF2-40B4-BE49-F238E27FC236}">
                <a16:creationId xmlns:a16="http://schemas.microsoft.com/office/drawing/2014/main" id="{920F933F-6943-48F9-B6DA-A15A490E3DEE}"/>
              </a:ext>
            </a:extLst>
          </p:cNvPr>
          <p:cNvSpPr>
            <a:spLocks noGrp="1"/>
          </p:cNvSpPr>
          <p:nvPr/>
        </p:nvSpPr>
        <p:spPr>
          <a:xfrm>
            <a:off x="609600" y="509587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Tantangan pengembangan</a:t>
            </a:r>
          </a:p>
        </p:txBody>
      </p:sp>
      <p:sp>
        <p:nvSpPr>
          <p:cNvPr id="12" name="text-11">
            <a:extLst>
              <a:ext uri="{FF2B5EF4-FFF2-40B4-BE49-F238E27FC236}">
                <a16:creationId xmlns:a16="http://schemas.microsoft.com/office/drawing/2014/main" id="{9F5C49A8-EE03-451F-AC6C-B60DA1F1D48D}"/>
              </a:ext>
            </a:extLst>
          </p:cNvPr>
          <p:cNvSpPr>
            <a:spLocks noGrp="1"/>
          </p:cNvSpPr>
          <p:nvPr/>
        </p:nvSpPr>
        <p:spPr>
          <a:xfrm>
            <a:off x="3714750" y="509587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Variasi layar, respons aplikasi, keamanan data, kompatibilitas, dan kebutuhan pengguna.</a:t>
            </a:r>
          </a:p>
        </p:txBody>
      </p:sp>
    </p:spTree>
    <p:extLst>
      <p:ext uri="{BB962C8B-B14F-4D97-AF65-F5344CB8AC3E}">
        <p14:creationId xmlns:p14="http://schemas.microsoft.com/office/powerpoint/2010/main" val="18547773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9FA"/>
        </a:solidFill>
        <a:effectLst/>
      </p:bgPr>
    </p:bg>
    <p:spTree>
      <p:nvGrpSpPr>
        <p:cNvPr id="1" name=""/>
        <p:cNvGrpSpPr/>
        <p:nvPr/>
      </p:nvGrpSpPr>
      <p:grpSpPr>
        <a:xfrm>
          <a:off x="0" y="0"/>
          <a:ext cx="0" cy="0"/>
          <a:chOff x="0" y="0"/>
          <a:chExt cx="0" cy="0"/>
        </a:xfrm>
      </p:grpSpPr>
      <p:sp>
        <p:nvSpPr>
          <p:cNvPr id="12" name="text-0">
            <a:extLst>
              <a:ext uri="{FF2B5EF4-FFF2-40B4-BE49-F238E27FC236}">
                <a16:creationId xmlns:a16="http://schemas.microsoft.com/office/drawing/2014/main" id="{B8269B9F-9A5D-4B65-81AB-59FA02343779}"/>
              </a:ext>
            </a:extLst>
          </p:cNvPr>
          <p:cNvSpPr>
            <a:spLocks noGrp="1"/>
          </p:cNvSpPr>
          <p:nvPr/>
        </p:nvSpPr>
        <p:spPr>
          <a:xfrm>
            <a:off x="609600" y="381000"/>
            <a:ext cx="10953750" cy="266700"/>
          </a:xfrm>
          <a:prstGeom prst="rect">
            <a:avLst/>
          </a:prstGeom>
          <a:noFill/>
          <a:ln w="0">
            <a:noFill/>
            <a:prstDash val="solid"/>
          </a:ln>
        </p:spPr>
        <p:txBody>
          <a:bodyPr lIns="0" tIns="0" rIns="0" bIns="0" anchor="t">
            <a:noAutofit/>
          </a:bodyPr>
          <a:lstStyle>
            <a:defPPr>
              <a:defRPr sz="1350" b="1">
                <a:solidFill>
                  <a:srgbClr val="007D85"/>
                </a:solidFill>
                <a:latin typeface="DejaVu Sans"/>
                <a:ea typeface="DejaVu Sans"/>
                <a:cs typeface="DejaVu Sans"/>
              </a:defRPr>
            </a:defPPr>
            <a:lvl1pPr>
              <a:defRPr sz="1350" b="1">
                <a:solidFill>
                  <a:srgbClr val="007D85"/>
                </a:solidFill>
                <a:latin typeface="DejaVu Sans"/>
                <a:ea typeface="DejaVu Sans"/>
                <a:cs typeface="DejaVu Sans"/>
              </a:defRPr>
            </a:lvl1pPr>
            <a:lvl2pPr>
              <a:defRPr sz="1350" b="1">
                <a:solidFill>
                  <a:srgbClr val="007D85"/>
                </a:solidFill>
                <a:latin typeface="DejaVu Sans"/>
                <a:ea typeface="DejaVu Sans"/>
                <a:cs typeface="DejaVu Sans"/>
              </a:defRPr>
            </a:lvl2pPr>
            <a:lvl3pPr>
              <a:defRPr sz="1350" b="1">
                <a:solidFill>
                  <a:srgbClr val="007D85"/>
                </a:solidFill>
                <a:latin typeface="DejaVu Sans"/>
                <a:ea typeface="DejaVu Sans"/>
                <a:cs typeface="DejaVu Sans"/>
              </a:defRPr>
            </a:lvl3pPr>
            <a:lvl4pPr>
              <a:defRPr sz="1350" b="1">
                <a:solidFill>
                  <a:srgbClr val="007D85"/>
                </a:solidFill>
                <a:latin typeface="DejaVu Sans"/>
                <a:ea typeface="DejaVu Sans"/>
                <a:cs typeface="DejaVu Sans"/>
              </a:defRPr>
            </a:lvl4pPr>
            <a:lvl5pPr>
              <a:defRPr sz="1350" b="1">
                <a:solidFill>
                  <a:srgbClr val="007D85"/>
                </a:solidFill>
                <a:latin typeface="DejaVu Sans"/>
                <a:ea typeface="DejaVu Sans"/>
                <a:cs typeface="DejaVu Sans"/>
              </a:defRPr>
            </a:lvl5pPr>
            <a:lvl6pPr>
              <a:defRPr sz="1350" b="1">
                <a:solidFill>
                  <a:srgbClr val="007D85"/>
                </a:solidFill>
                <a:latin typeface="DejaVu Sans"/>
                <a:ea typeface="DejaVu Sans"/>
                <a:cs typeface="DejaVu Sans"/>
              </a:defRPr>
            </a:lvl6pPr>
            <a:lvl7pPr>
              <a:defRPr sz="1350" b="1">
                <a:solidFill>
                  <a:srgbClr val="007D85"/>
                </a:solidFill>
                <a:latin typeface="DejaVu Sans"/>
                <a:ea typeface="DejaVu Sans"/>
                <a:cs typeface="DejaVu Sans"/>
              </a:defRPr>
            </a:lvl7pPr>
            <a:lvl8pPr>
              <a:defRPr sz="1350" b="1">
                <a:solidFill>
                  <a:srgbClr val="007D85"/>
                </a:solidFill>
                <a:latin typeface="DejaVu Sans"/>
                <a:ea typeface="DejaVu Sans"/>
                <a:cs typeface="DejaVu Sans"/>
              </a:defRPr>
            </a:lvl8pPr>
            <a:lvl9pPr>
              <a:defRPr sz="1350" b="1">
                <a:solidFill>
                  <a:srgbClr val="007D85"/>
                </a:solidFill>
                <a:latin typeface="DejaVu Sans"/>
                <a:ea typeface="DejaVu Sans"/>
                <a:cs typeface="DejaVu Sans"/>
              </a:defRPr>
            </a:lvl9pPr>
          </a:lstStyle>
          <a:p>
            <a:pPr>
              <a:defRPr sz="1350" b="1">
                <a:solidFill>
                  <a:srgbClr val="007D85"/>
                </a:solidFill>
                <a:latin typeface="DejaVu Sans"/>
                <a:ea typeface="DejaVu Sans"/>
                <a:cs typeface="DejaVu Sans"/>
              </a:defRPr>
            </a:pPr>
            <a:r>
              <a:rPr sz="1350" b="1">
                <a:solidFill>
                  <a:srgbClr val="007D85"/>
                </a:solidFill>
                <a:latin typeface="DejaVu Sans"/>
                <a:ea typeface="DejaVu Sans"/>
                <a:cs typeface="DejaVu Sans"/>
              </a:rPr>
              <a:t>BAB 1  PENGENALAN</a:t>
            </a:r>
          </a:p>
        </p:txBody>
      </p:sp>
      <p:sp>
        <p:nvSpPr>
          <p:cNvPr id="2" name="text-1">
            <a:extLst>
              <a:ext uri="{FF2B5EF4-FFF2-40B4-BE49-F238E27FC236}">
                <a16:creationId xmlns:a16="http://schemas.microsoft.com/office/drawing/2014/main" id="{9671B4B7-74E1-4C5B-B475-BA445D3B702B}"/>
              </a:ext>
            </a:extLst>
          </p:cNvPr>
          <p:cNvSpPr>
            <a:spLocks noGrp="1"/>
          </p:cNvSpPr>
          <p:nvPr/>
        </p:nvSpPr>
        <p:spPr>
          <a:xfrm>
            <a:off x="609600" y="866775"/>
            <a:ext cx="10953750" cy="895350"/>
          </a:xfrm>
          <a:prstGeom prst="rect">
            <a:avLst/>
          </a:prstGeom>
          <a:noFill/>
          <a:ln w="0">
            <a:noFill/>
            <a:prstDash val="solid"/>
          </a:ln>
        </p:spPr>
        <p:txBody>
          <a:bodyPr lIns="0" tIns="0" rIns="0" bIns="0" anchor="t">
            <a:noAutofit/>
          </a:bodyPr>
          <a:lstStyle>
            <a:defPPr>
              <a:defRPr sz="3150" b="1">
                <a:solidFill>
                  <a:srgbClr val="10283F"/>
                </a:solidFill>
                <a:latin typeface="DejaVu Sans"/>
                <a:ea typeface="DejaVu Sans"/>
                <a:cs typeface="DejaVu Sans"/>
              </a:defRPr>
            </a:defPPr>
            <a:lvl1pPr>
              <a:defRPr sz="3150" b="1">
                <a:solidFill>
                  <a:srgbClr val="10283F"/>
                </a:solidFill>
                <a:latin typeface="DejaVu Sans"/>
                <a:ea typeface="DejaVu Sans"/>
                <a:cs typeface="DejaVu Sans"/>
              </a:defRPr>
            </a:lvl1pPr>
            <a:lvl2pPr>
              <a:defRPr sz="3150" b="1">
                <a:solidFill>
                  <a:srgbClr val="10283F"/>
                </a:solidFill>
                <a:latin typeface="DejaVu Sans"/>
                <a:ea typeface="DejaVu Sans"/>
                <a:cs typeface="DejaVu Sans"/>
              </a:defRPr>
            </a:lvl2pPr>
            <a:lvl3pPr>
              <a:defRPr sz="3150" b="1">
                <a:solidFill>
                  <a:srgbClr val="10283F"/>
                </a:solidFill>
                <a:latin typeface="DejaVu Sans"/>
                <a:ea typeface="DejaVu Sans"/>
                <a:cs typeface="DejaVu Sans"/>
              </a:defRPr>
            </a:lvl3pPr>
            <a:lvl4pPr>
              <a:defRPr sz="3150" b="1">
                <a:solidFill>
                  <a:srgbClr val="10283F"/>
                </a:solidFill>
                <a:latin typeface="DejaVu Sans"/>
                <a:ea typeface="DejaVu Sans"/>
                <a:cs typeface="DejaVu Sans"/>
              </a:defRPr>
            </a:lvl4pPr>
            <a:lvl5pPr>
              <a:defRPr sz="3150" b="1">
                <a:solidFill>
                  <a:srgbClr val="10283F"/>
                </a:solidFill>
                <a:latin typeface="DejaVu Sans"/>
                <a:ea typeface="DejaVu Sans"/>
                <a:cs typeface="DejaVu Sans"/>
              </a:defRPr>
            </a:lvl5pPr>
            <a:lvl6pPr>
              <a:defRPr sz="3150" b="1">
                <a:solidFill>
                  <a:srgbClr val="10283F"/>
                </a:solidFill>
                <a:latin typeface="DejaVu Sans"/>
                <a:ea typeface="DejaVu Sans"/>
                <a:cs typeface="DejaVu Sans"/>
              </a:defRPr>
            </a:lvl6pPr>
            <a:lvl7pPr>
              <a:defRPr sz="3150" b="1">
                <a:solidFill>
                  <a:srgbClr val="10283F"/>
                </a:solidFill>
                <a:latin typeface="DejaVu Sans"/>
                <a:ea typeface="DejaVu Sans"/>
                <a:cs typeface="DejaVu Sans"/>
              </a:defRPr>
            </a:lvl7pPr>
            <a:lvl8pPr>
              <a:defRPr sz="3150" b="1">
                <a:solidFill>
                  <a:srgbClr val="10283F"/>
                </a:solidFill>
                <a:latin typeface="DejaVu Sans"/>
                <a:ea typeface="DejaVu Sans"/>
                <a:cs typeface="DejaVu Sans"/>
              </a:defRPr>
            </a:lvl8pPr>
            <a:lvl9pPr>
              <a:defRPr sz="3150" b="1">
                <a:solidFill>
                  <a:srgbClr val="10283F"/>
                </a:solidFill>
                <a:latin typeface="DejaVu Sans"/>
                <a:ea typeface="DejaVu Sans"/>
                <a:cs typeface="DejaVu Sans"/>
              </a:defRPr>
            </a:lvl9pPr>
          </a:lstStyle>
          <a:p>
            <a:pPr>
              <a:defRPr sz="3150" b="1">
                <a:solidFill>
                  <a:srgbClr val="10283F"/>
                </a:solidFill>
                <a:latin typeface="DejaVu Sans"/>
                <a:ea typeface="DejaVu Sans"/>
                <a:cs typeface="DejaVu Sans"/>
              </a:defRPr>
            </a:pPr>
            <a:r>
              <a:rPr sz="3150" b="1">
                <a:solidFill>
                  <a:srgbClr val="10283F"/>
                </a:solidFill>
                <a:latin typeface="DejaVu Sans"/>
                <a:ea typeface="DejaVu Sans"/>
                <a:cs typeface="DejaVu Sans"/>
              </a:rPr>
              <a:t>Arsitektur platform Android</a:t>
            </a:r>
          </a:p>
        </p:txBody>
      </p:sp>
      <p:sp>
        <p:nvSpPr>
          <p:cNvPr id="3" name="text-2">
            <a:extLst>
              <a:ext uri="{FF2B5EF4-FFF2-40B4-BE49-F238E27FC236}">
                <a16:creationId xmlns:a16="http://schemas.microsoft.com/office/drawing/2014/main" id="{99D82EFE-D7C5-4A0C-BFF6-8C68BC0C1C05}"/>
              </a:ext>
            </a:extLst>
          </p:cNvPr>
          <p:cNvSpPr>
            <a:spLocks noGrp="1"/>
          </p:cNvSpPr>
          <p:nvPr/>
        </p:nvSpPr>
        <p:spPr>
          <a:xfrm>
            <a:off x="609600" y="6410325"/>
            <a:ext cx="10096500" cy="238125"/>
          </a:xfrm>
          <a:prstGeom prst="rect">
            <a:avLst/>
          </a:prstGeom>
          <a:noFill/>
          <a:ln w="0">
            <a:noFill/>
            <a:prstDash val="solid"/>
          </a:ln>
        </p:spPr>
        <p:txBody>
          <a:bodyPr lIns="0" tIns="0" rIns="0" bIns="0" anchor="t">
            <a:noAutofit/>
          </a:bodyPr>
          <a:lstStyle>
            <a:defPPr>
              <a:defRPr sz="1050" b="0">
                <a:solidFill>
                  <a:srgbClr val="506778"/>
                </a:solidFill>
                <a:latin typeface="DejaVu Sans"/>
                <a:ea typeface="DejaVu Sans"/>
                <a:cs typeface="DejaVu Sans"/>
              </a:defRPr>
            </a:defPPr>
            <a:lvl1pPr>
              <a:defRPr sz="1050" b="0">
                <a:solidFill>
                  <a:srgbClr val="506778"/>
                </a:solidFill>
                <a:latin typeface="DejaVu Sans"/>
                <a:ea typeface="DejaVu Sans"/>
                <a:cs typeface="DejaVu Sans"/>
              </a:defRPr>
            </a:lvl1pPr>
            <a:lvl2pPr>
              <a:defRPr sz="1050" b="0">
                <a:solidFill>
                  <a:srgbClr val="506778"/>
                </a:solidFill>
                <a:latin typeface="DejaVu Sans"/>
                <a:ea typeface="DejaVu Sans"/>
                <a:cs typeface="DejaVu Sans"/>
              </a:defRPr>
            </a:lvl2pPr>
            <a:lvl3pPr>
              <a:defRPr sz="1050" b="0">
                <a:solidFill>
                  <a:srgbClr val="506778"/>
                </a:solidFill>
                <a:latin typeface="DejaVu Sans"/>
                <a:ea typeface="DejaVu Sans"/>
                <a:cs typeface="DejaVu Sans"/>
              </a:defRPr>
            </a:lvl3pPr>
            <a:lvl4pPr>
              <a:defRPr sz="1050" b="0">
                <a:solidFill>
                  <a:srgbClr val="506778"/>
                </a:solidFill>
                <a:latin typeface="DejaVu Sans"/>
                <a:ea typeface="DejaVu Sans"/>
                <a:cs typeface="DejaVu Sans"/>
              </a:defRPr>
            </a:lvl4pPr>
            <a:lvl5pPr>
              <a:defRPr sz="1050" b="0">
                <a:solidFill>
                  <a:srgbClr val="506778"/>
                </a:solidFill>
                <a:latin typeface="DejaVu Sans"/>
                <a:ea typeface="DejaVu Sans"/>
                <a:cs typeface="DejaVu Sans"/>
              </a:defRPr>
            </a:lvl5pPr>
            <a:lvl6pPr>
              <a:defRPr sz="1050" b="0">
                <a:solidFill>
                  <a:srgbClr val="506778"/>
                </a:solidFill>
                <a:latin typeface="DejaVu Sans"/>
                <a:ea typeface="DejaVu Sans"/>
                <a:cs typeface="DejaVu Sans"/>
              </a:defRPr>
            </a:lvl6pPr>
            <a:lvl7pPr>
              <a:defRPr sz="1050" b="0">
                <a:solidFill>
                  <a:srgbClr val="506778"/>
                </a:solidFill>
                <a:latin typeface="DejaVu Sans"/>
                <a:ea typeface="DejaVu Sans"/>
                <a:cs typeface="DejaVu Sans"/>
              </a:defRPr>
            </a:lvl7pPr>
            <a:lvl8pPr>
              <a:defRPr sz="1050" b="0">
                <a:solidFill>
                  <a:srgbClr val="506778"/>
                </a:solidFill>
                <a:latin typeface="DejaVu Sans"/>
                <a:ea typeface="DejaVu Sans"/>
                <a:cs typeface="DejaVu Sans"/>
              </a:defRPr>
            </a:lvl8pPr>
            <a:lvl9pPr>
              <a:defRPr sz="1050" b="0">
                <a:solidFill>
                  <a:srgbClr val="506778"/>
                </a:solidFill>
                <a:latin typeface="DejaVu Sans"/>
                <a:ea typeface="DejaVu Sans"/>
                <a:cs typeface="DejaVu Sans"/>
              </a:defRPr>
            </a:lvl9pPr>
          </a:lstStyle>
          <a:p>
            <a:pPr>
              <a:defRPr sz="1050" b="0">
                <a:solidFill>
                  <a:srgbClr val="506778"/>
                </a:solidFill>
                <a:latin typeface="DejaVu Sans"/>
                <a:ea typeface="DejaVu Sans"/>
                <a:cs typeface="DejaVu Sans"/>
              </a:defRPr>
            </a:pPr>
            <a:r>
              <a:rPr sz="1050" b="0">
                <a:solidFill>
                  <a:srgbClr val="506778"/>
                </a:solidFill>
                <a:latin typeface="DejaVu Sans"/>
                <a:ea typeface="DejaVu Sans"/>
                <a:cs typeface="DejaVu Sans"/>
              </a:rPr>
              <a:t>Sumber: E-book Bab 1 (PDF hlm. 7–9)</a:t>
            </a:r>
          </a:p>
        </p:txBody>
      </p:sp>
      <p:sp>
        <p:nvSpPr>
          <p:cNvPr id="4" name="text-3">
            <a:extLst>
              <a:ext uri="{FF2B5EF4-FFF2-40B4-BE49-F238E27FC236}">
                <a16:creationId xmlns:a16="http://schemas.microsoft.com/office/drawing/2014/main" id="{1D990D77-2AD3-40C6-BB64-9E5139D4AA79}"/>
              </a:ext>
            </a:extLst>
          </p:cNvPr>
          <p:cNvSpPr>
            <a:spLocks noGrp="1"/>
          </p:cNvSpPr>
          <p:nvPr/>
        </p:nvSpPr>
        <p:spPr>
          <a:xfrm>
            <a:off x="11106150" y="6372225"/>
            <a:ext cx="476250" cy="285750"/>
          </a:xfrm>
          <a:prstGeom prst="rect">
            <a:avLst/>
          </a:prstGeom>
          <a:noFill/>
          <a:ln w="0">
            <a:noFill/>
            <a:prstDash val="solid"/>
          </a:ln>
        </p:spPr>
        <p:txBody>
          <a:bodyPr lIns="0" tIns="0" rIns="0" bIns="0" anchor="t">
            <a:noAutofit/>
          </a:bodyPr>
          <a:lstStyle>
            <a:defPPr>
              <a:defRPr sz="1425" b="1">
                <a:solidFill>
                  <a:srgbClr val="007D85"/>
                </a:solidFill>
                <a:latin typeface="DejaVu Sans"/>
                <a:ea typeface="DejaVu Sans"/>
                <a:cs typeface="DejaVu Sans"/>
              </a:defRPr>
            </a:defPPr>
            <a:lvl1pPr>
              <a:defRPr sz="1425" b="1">
                <a:solidFill>
                  <a:srgbClr val="007D85"/>
                </a:solidFill>
                <a:latin typeface="DejaVu Sans"/>
                <a:ea typeface="DejaVu Sans"/>
                <a:cs typeface="DejaVu Sans"/>
              </a:defRPr>
            </a:lvl1pPr>
            <a:lvl2pPr>
              <a:defRPr sz="1425" b="1">
                <a:solidFill>
                  <a:srgbClr val="007D85"/>
                </a:solidFill>
                <a:latin typeface="DejaVu Sans"/>
                <a:ea typeface="DejaVu Sans"/>
                <a:cs typeface="DejaVu Sans"/>
              </a:defRPr>
            </a:lvl2pPr>
            <a:lvl3pPr>
              <a:defRPr sz="1425" b="1">
                <a:solidFill>
                  <a:srgbClr val="007D85"/>
                </a:solidFill>
                <a:latin typeface="DejaVu Sans"/>
                <a:ea typeface="DejaVu Sans"/>
                <a:cs typeface="DejaVu Sans"/>
              </a:defRPr>
            </a:lvl3pPr>
            <a:lvl4pPr>
              <a:defRPr sz="1425" b="1">
                <a:solidFill>
                  <a:srgbClr val="007D85"/>
                </a:solidFill>
                <a:latin typeface="DejaVu Sans"/>
                <a:ea typeface="DejaVu Sans"/>
                <a:cs typeface="DejaVu Sans"/>
              </a:defRPr>
            </a:lvl4pPr>
            <a:lvl5pPr>
              <a:defRPr sz="1425" b="1">
                <a:solidFill>
                  <a:srgbClr val="007D85"/>
                </a:solidFill>
                <a:latin typeface="DejaVu Sans"/>
                <a:ea typeface="DejaVu Sans"/>
                <a:cs typeface="DejaVu Sans"/>
              </a:defRPr>
            </a:lvl5pPr>
            <a:lvl6pPr>
              <a:defRPr sz="1425" b="1">
                <a:solidFill>
                  <a:srgbClr val="007D85"/>
                </a:solidFill>
                <a:latin typeface="DejaVu Sans"/>
                <a:ea typeface="DejaVu Sans"/>
                <a:cs typeface="DejaVu Sans"/>
              </a:defRPr>
            </a:lvl6pPr>
            <a:lvl7pPr>
              <a:defRPr sz="1425" b="1">
                <a:solidFill>
                  <a:srgbClr val="007D85"/>
                </a:solidFill>
                <a:latin typeface="DejaVu Sans"/>
                <a:ea typeface="DejaVu Sans"/>
                <a:cs typeface="DejaVu Sans"/>
              </a:defRPr>
            </a:lvl7pPr>
            <a:lvl8pPr>
              <a:defRPr sz="1425" b="1">
                <a:solidFill>
                  <a:srgbClr val="007D85"/>
                </a:solidFill>
                <a:latin typeface="DejaVu Sans"/>
                <a:ea typeface="DejaVu Sans"/>
                <a:cs typeface="DejaVu Sans"/>
              </a:defRPr>
            </a:lvl8pPr>
            <a:lvl9pPr>
              <a:defRPr sz="1425" b="1">
                <a:solidFill>
                  <a:srgbClr val="007D85"/>
                </a:solidFill>
                <a:latin typeface="DejaVu Sans"/>
                <a:ea typeface="DejaVu Sans"/>
                <a:cs typeface="DejaVu Sans"/>
              </a:defRPr>
            </a:lvl9pPr>
          </a:lstStyle>
          <a:p>
            <a:pPr>
              <a:defRPr sz="1425" b="1">
                <a:solidFill>
                  <a:srgbClr val="007D85"/>
                </a:solidFill>
                <a:latin typeface="DejaVu Sans"/>
                <a:ea typeface="DejaVu Sans"/>
                <a:cs typeface="DejaVu Sans"/>
              </a:defRPr>
            </a:pPr>
            <a:r>
              <a:rPr sz="1425" b="1">
                <a:solidFill>
                  <a:srgbClr val="007D85"/>
                </a:solidFill>
                <a:latin typeface="DejaVu Sans"/>
                <a:ea typeface="DejaVu Sans"/>
                <a:cs typeface="DejaVu Sans"/>
              </a:rPr>
              <a:t>05</a:t>
            </a:r>
          </a:p>
        </p:txBody>
      </p:sp>
      <p:sp>
        <p:nvSpPr>
          <p:cNvPr id="5" name="text-4">
            <a:extLst>
              <a:ext uri="{FF2B5EF4-FFF2-40B4-BE49-F238E27FC236}">
                <a16:creationId xmlns:a16="http://schemas.microsoft.com/office/drawing/2014/main" id="{E76E4C14-6DFA-4717-A231-6BBC68E89A82}"/>
              </a:ext>
            </a:extLst>
          </p:cNvPr>
          <p:cNvSpPr>
            <a:spLocks noGrp="1"/>
          </p:cNvSpPr>
          <p:nvPr/>
        </p:nvSpPr>
        <p:spPr>
          <a:xfrm>
            <a:off x="609600" y="1952625"/>
            <a:ext cx="5905500" cy="3238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Lapisan dasar</a:t>
            </a:r>
          </a:p>
        </p:txBody>
      </p:sp>
      <p:sp>
        <p:nvSpPr>
          <p:cNvPr id="6" name="text-5">
            <a:extLst>
              <a:ext uri="{FF2B5EF4-FFF2-40B4-BE49-F238E27FC236}">
                <a16:creationId xmlns:a16="http://schemas.microsoft.com/office/drawing/2014/main" id="{91006789-6AD6-4787-925E-91EC76F232CE}"/>
              </a:ext>
            </a:extLst>
          </p:cNvPr>
          <p:cNvSpPr>
            <a:spLocks noGrp="1"/>
          </p:cNvSpPr>
          <p:nvPr/>
        </p:nvSpPr>
        <p:spPr>
          <a:xfrm>
            <a:off x="609600" y="2352675"/>
            <a:ext cx="5905500" cy="876300"/>
          </a:xfrm>
          <a:prstGeom prst="rect">
            <a:avLst/>
          </a:prstGeom>
          <a:noFill/>
          <a:ln w="0">
            <a:noFill/>
            <a:prstDash val="solid"/>
          </a:ln>
        </p:spPr>
        <p:txBody>
          <a:bodyPr lIns="0" tIns="0" rIns="0" bIns="0" anchor="t">
            <a:noAutofit/>
          </a:bodyPr>
          <a:lstStyle>
            <a:defPPr>
              <a:defRPr sz="1875" b="0">
                <a:solidFill>
                  <a:srgbClr val="183349"/>
                </a:solidFill>
                <a:latin typeface="DejaVu Sans"/>
                <a:ea typeface="DejaVu Sans"/>
                <a:cs typeface="DejaVu Sans"/>
              </a:defRPr>
            </a:defPPr>
            <a:lvl1pPr>
              <a:defRPr sz="1875" b="0">
                <a:solidFill>
                  <a:srgbClr val="183349"/>
                </a:solidFill>
                <a:latin typeface="DejaVu Sans"/>
                <a:ea typeface="DejaVu Sans"/>
                <a:cs typeface="DejaVu Sans"/>
              </a:defRPr>
            </a:lvl1pPr>
            <a:lvl2pPr>
              <a:defRPr sz="1875" b="0">
                <a:solidFill>
                  <a:srgbClr val="183349"/>
                </a:solidFill>
                <a:latin typeface="DejaVu Sans"/>
                <a:ea typeface="DejaVu Sans"/>
                <a:cs typeface="DejaVu Sans"/>
              </a:defRPr>
            </a:lvl2pPr>
            <a:lvl3pPr>
              <a:defRPr sz="1875" b="0">
                <a:solidFill>
                  <a:srgbClr val="183349"/>
                </a:solidFill>
                <a:latin typeface="DejaVu Sans"/>
                <a:ea typeface="DejaVu Sans"/>
                <a:cs typeface="DejaVu Sans"/>
              </a:defRPr>
            </a:lvl3pPr>
            <a:lvl4pPr>
              <a:defRPr sz="1875" b="0">
                <a:solidFill>
                  <a:srgbClr val="183349"/>
                </a:solidFill>
                <a:latin typeface="DejaVu Sans"/>
                <a:ea typeface="DejaVu Sans"/>
                <a:cs typeface="DejaVu Sans"/>
              </a:defRPr>
            </a:lvl4pPr>
            <a:lvl5pPr>
              <a:defRPr sz="1875" b="0">
                <a:solidFill>
                  <a:srgbClr val="183349"/>
                </a:solidFill>
                <a:latin typeface="DejaVu Sans"/>
                <a:ea typeface="DejaVu Sans"/>
                <a:cs typeface="DejaVu Sans"/>
              </a:defRPr>
            </a:lvl5pPr>
            <a:lvl6pPr>
              <a:defRPr sz="1875" b="0">
                <a:solidFill>
                  <a:srgbClr val="183349"/>
                </a:solidFill>
                <a:latin typeface="DejaVu Sans"/>
                <a:ea typeface="DejaVu Sans"/>
                <a:cs typeface="DejaVu Sans"/>
              </a:defRPr>
            </a:lvl6pPr>
            <a:lvl7pPr>
              <a:defRPr sz="1875" b="0">
                <a:solidFill>
                  <a:srgbClr val="183349"/>
                </a:solidFill>
                <a:latin typeface="DejaVu Sans"/>
                <a:ea typeface="DejaVu Sans"/>
                <a:cs typeface="DejaVu Sans"/>
              </a:defRPr>
            </a:lvl7pPr>
            <a:lvl8pPr>
              <a:defRPr sz="1875" b="0">
                <a:solidFill>
                  <a:srgbClr val="183349"/>
                </a:solidFill>
                <a:latin typeface="DejaVu Sans"/>
                <a:ea typeface="DejaVu Sans"/>
                <a:cs typeface="DejaVu Sans"/>
              </a:defRPr>
            </a:lvl8pPr>
            <a:lvl9pPr>
              <a:defRPr sz="1875" b="0">
                <a:solidFill>
                  <a:srgbClr val="183349"/>
                </a:solidFill>
                <a:latin typeface="DejaVu Sans"/>
                <a:ea typeface="DejaVu Sans"/>
                <a:cs typeface="DejaVu Sans"/>
              </a:defRPr>
            </a:lvl9pPr>
          </a:lstStyle>
          <a:p>
            <a:pPr>
              <a:defRPr sz="1875" b="0">
                <a:solidFill>
                  <a:srgbClr val="183349"/>
                </a:solidFill>
                <a:latin typeface="DejaVu Sans"/>
                <a:ea typeface="DejaVu Sans"/>
                <a:cs typeface="DejaVu Sans"/>
              </a:defRPr>
            </a:pPr>
            <a:r>
              <a:rPr sz="1875" b="0">
                <a:solidFill>
                  <a:srgbClr val="183349"/>
                </a:solidFill>
                <a:latin typeface="DejaVu Sans"/>
                <a:ea typeface="DejaVu Sans"/>
                <a:cs typeface="DejaVu Sans"/>
              </a:rPr>
              <a:t>Linux Kernel menangani driver, memori, proses, dan daya. HAL menyediakan antarmuka perangkat keras.</a:t>
            </a:r>
          </a:p>
        </p:txBody>
      </p:sp>
      <p:sp>
        <p:nvSpPr>
          <p:cNvPr id="7" name="text-6">
            <a:extLst>
              <a:ext uri="{FF2B5EF4-FFF2-40B4-BE49-F238E27FC236}">
                <a16:creationId xmlns:a16="http://schemas.microsoft.com/office/drawing/2014/main" id="{631347E5-499C-4D38-B811-DB59586362A7}"/>
              </a:ext>
            </a:extLst>
          </p:cNvPr>
          <p:cNvSpPr>
            <a:spLocks noGrp="1"/>
          </p:cNvSpPr>
          <p:nvPr/>
        </p:nvSpPr>
        <p:spPr>
          <a:xfrm>
            <a:off x="609600" y="3305175"/>
            <a:ext cx="5905500" cy="3238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Runtime dan pustaka</a:t>
            </a:r>
          </a:p>
        </p:txBody>
      </p:sp>
      <p:sp>
        <p:nvSpPr>
          <p:cNvPr id="8" name="text-7">
            <a:extLst>
              <a:ext uri="{FF2B5EF4-FFF2-40B4-BE49-F238E27FC236}">
                <a16:creationId xmlns:a16="http://schemas.microsoft.com/office/drawing/2014/main" id="{84697358-840A-4109-A180-45E64113CA70}"/>
              </a:ext>
            </a:extLst>
          </p:cNvPr>
          <p:cNvSpPr>
            <a:spLocks noGrp="1"/>
          </p:cNvSpPr>
          <p:nvPr/>
        </p:nvSpPr>
        <p:spPr>
          <a:xfrm>
            <a:off x="609600" y="3705225"/>
            <a:ext cx="5905500" cy="876300"/>
          </a:xfrm>
          <a:prstGeom prst="rect">
            <a:avLst/>
          </a:prstGeom>
          <a:noFill/>
          <a:ln w="0">
            <a:noFill/>
            <a:prstDash val="solid"/>
          </a:ln>
        </p:spPr>
        <p:txBody>
          <a:bodyPr lIns="0" tIns="0" rIns="0" bIns="0" anchor="t">
            <a:noAutofit/>
          </a:bodyPr>
          <a:lstStyle>
            <a:defPPr>
              <a:defRPr sz="1875" b="0">
                <a:solidFill>
                  <a:srgbClr val="183349"/>
                </a:solidFill>
                <a:latin typeface="DejaVu Sans"/>
                <a:ea typeface="DejaVu Sans"/>
                <a:cs typeface="DejaVu Sans"/>
              </a:defRPr>
            </a:defPPr>
            <a:lvl1pPr>
              <a:defRPr sz="1875" b="0">
                <a:solidFill>
                  <a:srgbClr val="183349"/>
                </a:solidFill>
                <a:latin typeface="DejaVu Sans"/>
                <a:ea typeface="DejaVu Sans"/>
                <a:cs typeface="DejaVu Sans"/>
              </a:defRPr>
            </a:lvl1pPr>
            <a:lvl2pPr>
              <a:defRPr sz="1875" b="0">
                <a:solidFill>
                  <a:srgbClr val="183349"/>
                </a:solidFill>
                <a:latin typeface="DejaVu Sans"/>
                <a:ea typeface="DejaVu Sans"/>
                <a:cs typeface="DejaVu Sans"/>
              </a:defRPr>
            </a:lvl2pPr>
            <a:lvl3pPr>
              <a:defRPr sz="1875" b="0">
                <a:solidFill>
                  <a:srgbClr val="183349"/>
                </a:solidFill>
                <a:latin typeface="DejaVu Sans"/>
                <a:ea typeface="DejaVu Sans"/>
                <a:cs typeface="DejaVu Sans"/>
              </a:defRPr>
            </a:lvl3pPr>
            <a:lvl4pPr>
              <a:defRPr sz="1875" b="0">
                <a:solidFill>
                  <a:srgbClr val="183349"/>
                </a:solidFill>
                <a:latin typeface="DejaVu Sans"/>
                <a:ea typeface="DejaVu Sans"/>
                <a:cs typeface="DejaVu Sans"/>
              </a:defRPr>
            </a:lvl4pPr>
            <a:lvl5pPr>
              <a:defRPr sz="1875" b="0">
                <a:solidFill>
                  <a:srgbClr val="183349"/>
                </a:solidFill>
                <a:latin typeface="DejaVu Sans"/>
                <a:ea typeface="DejaVu Sans"/>
                <a:cs typeface="DejaVu Sans"/>
              </a:defRPr>
            </a:lvl5pPr>
            <a:lvl6pPr>
              <a:defRPr sz="1875" b="0">
                <a:solidFill>
                  <a:srgbClr val="183349"/>
                </a:solidFill>
                <a:latin typeface="DejaVu Sans"/>
                <a:ea typeface="DejaVu Sans"/>
                <a:cs typeface="DejaVu Sans"/>
              </a:defRPr>
            </a:lvl6pPr>
            <a:lvl7pPr>
              <a:defRPr sz="1875" b="0">
                <a:solidFill>
                  <a:srgbClr val="183349"/>
                </a:solidFill>
                <a:latin typeface="DejaVu Sans"/>
                <a:ea typeface="DejaVu Sans"/>
                <a:cs typeface="DejaVu Sans"/>
              </a:defRPr>
            </a:lvl7pPr>
            <a:lvl8pPr>
              <a:defRPr sz="1875" b="0">
                <a:solidFill>
                  <a:srgbClr val="183349"/>
                </a:solidFill>
                <a:latin typeface="DejaVu Sans"/>
                <a:ea typeface="DejaVu Sans"/>
                <a:cs typeface="DejaVu Sans"/>
              </a:defRPr>
            </a:lvl8pPr>
            <a:lvl9pPr>
              <a:defRPr sz="1875" b="0">
                <a:solidFill>
                  <a:srgbClr val="183349"/>
                </a:solidFill>
                <a:latin typeface="DejaVu Sans"/>
                <a:ea typeface="DejaVu Sans"/>
                <a:cs typeface="DejaVu Sans"/>
              </a:defRPr>
            </a:lvl9pPr>
          </a:lstStyle>
          <a:p>
            <a:pPr>
              <a:defRPr sz="1875" b="0">
                <a:solidFill>
                  <a:srgbClr val="183349"/>
                </a:solidFill>
                <a:latin typeface="DejaVu Sans"/>
                <a:ea typeface="DejaVu Sans"/>
                <a:cs typeface="DejaVu Sans"/>
              </a:defRPr>
            </a:pPr>
            <a:r>
              <a:rPr sz="1875" b="0">
                <a:solidFill>
                  <a:srgbClr val="183349"/>
                </a:solidFill>
                <a:latin typeface="DejaVu Sans"/>
                <a:ea typeface="DejaVu Sans"/>
                <a:cs typeface="DejaVu Sans"/>
              </a:rPr>
              <a:t>ART menjalankan aplikasi. Pustaka C/C++ mendukung fungsi inti dan grafis.</a:t>
            </a:r>
          </a:p>
        </p:txBody>
      </p:sp>
      <p:sp>
        <p:nvSpPr>
          <p:cNvPr id="9" name="text-8">
            <a:extLst>
              <a:ext uri="{FF2B5EF4-FFF2-40B4-BE49-F238E27FC236}">
                <a16:creationId xmlns:a16="http://schemas.microsoft.com/office/drawing/2014/main" id="{9CD0D806-223F-43B3-8776-1DAFFA7F3AC9}"/>
              </a:ext>
            </a:extLst>
          </p:cNvPr>
          <p:cNvSpPr>
            <a:spLocks noGrp="1"/>
          </p:cNvSpPr>
          <p:nvPr/>
        </p:nvSpPr>
        <p:spPr>
          <a:xfrm>
            <a:off x="609600" y="4657725"/>
            <a:ext cx="5905500" cy="3238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Framework dan aplikasi</a:t>
            </a:r>
          </a:p>
        </p:txBody>
      </p:sp>
      <p:sp>
        <p:nvSpPr>
          <p:cNvPr id="10" name="text-9">
            <a:extLst>
              <a:ext uri="{FF2B5EF4-FFF2-40B4-BE49-F238E27FC236}">
                <a16:creationId xmlns:a16="http://schemas.microsoft.com/office/drawing/2014/main" id="{C70EEE09-47D4-40EE-A29E-11C83FE708F3}"/>
              </a:ext>
            </a:extLst>
          </p:cNvPr>
          <p:cNvSpPr>
            <a:spLocks noGrp="1"/>
          </p:cNvSpPr>
          <p:nvPr/>
        </p:nvSpPr>
        <p:spPr>
          <a:xfrm>
            <a:off x="609600" y="5057775"/>
            <a:ext cx="5905500" cy="876300"/>
          </a:xfrm>
          <a:prstGeom prst="rect">
            <a:avLst/>
          </a:prstGeom>
          <a:noFill/>
          <a:ln w="0">
            <a:noFill/>
            <a:prstDash val="solid"/>
          </a:ln>
        </p:spPr>
        <p:txBody>
          <a:bodyPr lIns="0" tIns="0" rIns="0" bIns="0" anchor="t">
            <a:noAutofit/>
          </a:bodyPr>
          <a:lstStyle>
            <a:defPPr>
              <a:defRPr sz="1875" b="0">
                <a:solidFill>
                  <a:srgbClr val="183349"/>
                </a:solidFill>
                <a:latin typeface="DejaVu Sans"/>
                <a:ea typeface="DejaVu Sans"/>
                <a:cs typeface="DejaVu Sans"/>
              </a:defRPr>
            </a:defPPr>
            <a:lvl1pPr>
              <a:defRPr sz="1875" b="0">
                <a:solidFill>
                  <a:srgbClr val="183349"/>
                </a:solidFill>
                <a:latin typeface="DejaVu Sans"/>
                <a:ea typeface="DejaVu Sans"/>
                <a:cs typeface="DejaVu Sans"/>
              </a:defRPr>
            </a:lvl1pPr>
            <a:lvl2pPr>
              <a:defRPr sz="1875" b="0">
                <a:solidFill>
                  <a:srgbClr val="183349"/>
                </a:solidFill>
                <a:latin typeface="DejaVu Sans"/>
                <a:ea typeface="DejaVu Sans"/>
                <a:cs typeface="DejaVu Sans"/>
              </a:defRPr>
            </a:lvl2pPr>
            <a:lvl3pPr>
              <a:defRPr sz="1875" b="0">
                <a:solidFill>
                  <a:srgbClr val="183349"/>
                </a:solidFill>
                <a:latin typeface="DejaVu Sans"/>
                <a:ea typeface="DejaVu Sans"/>
                <a:cs typeface="DejaVu Sans"/>
              </a:defRPr>
            </a:lvl3pPr>
            <a:lvl4pPr>
              <a:defRPr sz="1875" b="0">
                <a:solidFill>
                  <a:srgbClr val="183349"/>
                </a:solidFill>
                <a:latin typeface="DejaVu Sans"/>
                <a:ea typeface="DejaVu Sans"/>
                <a:cs typeface="DejaVu Sans"/>
              </a:defRPr>
            </a:lvl4pPr>
            <a:lvl5pPr>
              <a:defRPr sz="1875" b="0">
                <a:solidFill>
                  <a:srgbClr val="183349"/>
                </a:solidFill>
                <a:latin typeface="DejaVu Sans"/>
                <a:ea typeface="DejaVu Sans"/>
                <a:cs typeface="DejaVu Sans"/>
              </a:defRPr>
            </a:lvl5pPr>
            <a:lvl6pPr>
              <a:defRPr sz="1875" b="0">
                <a:solidFill>
                  <a:srgbClr val="183349"/>
                </a:solidFill>
                <a:latin typeface="DejaVu Sans"/>
                <a:ea typeface="DejaVu Sans"/>
                <a:cs typeface="DejaVu Sans"/>
              </a:defRPr>
            </a:lvl6pPr>
            <a:lvl7pPr>
              <a:defRPr sz="1875" b="0">
                <a:solidFill>
                  <a:srgbClr val="183349"/>
                </a:solidFill>
                <a:latin typeface="DejaVu Sans"/>
                <a:ea typeface="DejaVu Sans"/>
                <a:cs typeface="DejaVu Sans"/>
              </a:defRPr>
            </a:lvl7pPr>
            <a:lvl8pPr>
              <a:defRPr sz="1875" b="0">
                <a:solidFill>
                  <a:srgbClr val="183349"/>
                </a:solidFill>
                <a:latin typeface="DejaVu Sans"/>
                <a:ea typeface="DejaVu Sans"/>
                <a:cs typeface="DejaVu Sans"/>
              </a:defRPr>
            </a:lvl8pPr>
            <a:lvl9pPr>
              <a:defRPr sz="1875" b="0">
                <a:solidFill>
                  <a:srgbClr val="183349"/>
                </a:solidFill>
                <a:latin typeface="DejaVu Sans"/>
                <a:ea typeface="DejaVu Sans"/>
                <a:cs typeface="DejaVu Sans"/>
              </a:defRPr>
            </a:lvl9pPr>
          </a:lstStyle>
          <a:p>
            <a:pPr>
              <a:defRPr sz="1875" b="0">
                <a:solidFill>
                  <a:srgbClr val="183349"/>
                </a:solidFill>
                <a:latin typeface="DejaVu Sans"/>
                <a:ea typeface="DejaVu Sans"/>
                <a:cs typeface="DejaVu Sans"/>
              </a:defRPr>
            </a:pPr>
            <a:r>
              <a:rPr sz="1875" b="0">
                <a:solidFill>
                  <a:srgbClr val="183349"/>
                </a:solidFill>
                <a:latin typeface="DejaVu Sans"/>
                <a:ea typeface="DejaVu Sans"/>
                <a:cs typeface="DejaVu Sans"/>
              </a:rPr>
              <a:t>Java API Framework menyediakan layanan bagi aplikasi sistem maupun aplikasi pengembang.</a:t>
            </a:r>
          </a:p>
        </p:txBody>
      </p:sp>
      <p:pic>
        <p:nvPicPr>
          <p:cNvPr id="11" name="Picture 10">
            <a:extLst>
              <a:ext uri="{FF2B5EF4-FFF2-40B4-BE49-F238E27FC236}">
                <a16:creationId xmlns:a16="http://schemas.microsoft.com/office/drawing/2014/main" id="{9F8A8FBA-C2B5-4853-98AB-E9EAC264BF8F}"/>
              </a:ext>
            </a:extLst>
          </p:cNvPr>
          <p:cNvPicPr>
            <a:picLocks noChangeAspect="1"/>
          </p:cNvPicPr>
          <p:nvPr/>
        </p:nvPicPr>
        <p:blipFill>
          <a:blip r:embed="rId3"/>
          <a:stretch/>
        </p:blipFill>
        <p:spPr>
          <a:xfrm>
            <a:off x="7799498" y="1828800"/>
            <a:ext cx="2936654" cy="4324350"/>
          </a:xfrm>
          <a:prstGeom prst="rect">
            <a:avLst/>
          </a:prstGeom>
        </p:spPr>
      </p:pic>
    </p:spTree>
    <p:extLst>
      <p:ext uri="{BB962C8B-B14F-4D97-AF65-F5344CB8AC3E}">
        <p14:creationId xmlns:p14="http://schemas.microsoft.com/office/powerpoint/2010/main" val="8653580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9FA"/>
        </a:solidFill>
        <a:effectLst/>
      </p:bgPr>
    </p:bg>
    <p:spTree>
      <p:nvGrpSpPr>
        <p:cNvPr id="1" name=""/>
        <p:cNvGrpSpPr/>
        <p:nvPr/>
      </p:nvGrpSpPr>
      <p:grpSpPr>
        <a:xfrm>
          <a:off x="0" y="0"/>
          <a:ext cx="0" cy="0"/>
          <a:chOff x="0" y="0"/>
          <a:chExt cx="0" cy="0"/>
        </a:xfrm>
      </p:grpSpPr>
      <p:sp>
        <p:nvSpPr>
          <p:cNvPr id="13" name="text-0">
            <a:extLst>
              <a:ext uri="{FF2B5EF4-FFF2-40B4-BE49-F238E27FC236}">
                <a16:creationId xmlns:a16="http://schemas.microsoft.com/office/drawing/2014/main" id="{C13A513A-8A45-441F-9365-0551444049E3}"/>
              </a:ext>
            </a:extLst>
          </p:cNvPr>
          <p:cNvSpPr>
            <a:spLocks noGrp="1"/>
          </p:cNvSpPr>
          <p:nvPr/>
        </p:nvSpPr>
        <p:spPr>
          <a:xfrm>
            <a:off x="609600" y="381000"/>
            <a:ext cx="10953750" cy="266700"/>
          </a:xfrm>
          <a:prstGeom prst="rect">
            <a:avLst/>
          </a:prstGeom>
          <a:noFill/>
          <a:ln w="0">
            <a:noFill/>
            <a:prstDash val="solid"/>
          </a:ln>
        </p:spPr>
        <p:txBody>
          <a:bodyPr lIns="0" tIns="0" rIns="0" bIns="0" anchor="t">
            <a:noAutofit/>
          </a:bodyPr>
          <a:lstStyle>
            <a:defPPr>
              <a:defRPr sz="1350" b="1">
                <a:solidFill>
                  <a:srgbClr val="007D85"/>
                </a:solidFill>
                <a:latin typeface="DejaVu Sans"/>
                <a:ea typeface="DejaVu Sans"/>
                <a:cs typeface="DejaVu Sans"/>
              </a:defRPr>
            </a:defPPr>
            <a:lvl1pPr>
              <a:defRPr sz="1350" b="1">
                <a:solidFill>
                  <a:srgbClr val="007D85"/>
                </a:solidFill>
                <a:latin typeface="DejaVu Sans"/>
                <a:ea typeface="DejaVu Sans"/>
                <a:cs typeface="DejaVu Sans"/>
              </a:defRPr>
            </a:lvl1pPr>
            <a:lvl2pPr>
              <a:defRPr sz="1350" b="1">
                <a:solidFill>
                  <a:srgbClr val="007D85"/>
                </a:solidFill>
                <a:latin typeface="DejaVu Sans"/>
                <a:ea typeface="DejaVu Sans"/>
                <a:cs typeface="DejaVu Sans"/>
              </a:defRPr>
            </a:lvl2pPr>
            <a:lvl3pPr>
              <a:defRPr sz="1350" b="1">
                <a:solidFill>
                  <a:srgbClr val="007D85"/>
                </a:solidFill>
                <a:latin typeface="DejaVu Sans"/>
                <a:ea typeface="DejaVu Sans"/>
                <a:cs typeface="DejaVu Sans"/>
              </a:defRPr>
            </a:lvl3pPr>
            <a:lvl4pPr>
              <a:defRPr sz="1350" b="1">
                <a:solidFill>
                  <a:srgbClr val="007D85"/>
                </a:solidFill>
                <a:latin typeface="DejaVu Sans"/>
                <a:ea typeface="DejaVu Sans"/>
                <a:cs typeface="DejaVu Sans"/>
              </a:defRPr>
            </a:lvl4pPr>
            <a:lvl5pPr>
              <a:defRPr sz="1350" b="1">
                <a:solidFill>
                  <a:srgbClr val="007D85"/>
                </a:solidFill>
                <a:latin typeface="DejaVu Sans"/>
                <a:ea typeface="DejaVu Sans"/>
                <a:cs typeface="DejaVu Sans"/>
              </a:defRPr>
            </a:lvl5pPr>
            <a:lvl6pPr>
              <a:defRPr sz="1350" b="1">
                <a:solidFill>
                  <a:srgbClr val="007D85"/>
                </a:solidFill>
                <a:latin typeface="DejaVu Sans"/>
                <a:ea typeface="DejaVu Sans"/>
                <a:cs typeface="DejaVu Sans"/>
              </a:defRPr>
            </a:lvl6pPr>
            <a:lvl7pPr>
              <a:defRPr sz="1350" b="1">
                <a:solidFill>
                  <a:srgbClr val="007D85"/>
                </a:solidFill>
                <a:latin typeface="DejaVu Sans"/>
                <a:ea typeface="DejaVu Sans"/>
                <a:cs typeface="DejaVu Sans"/>
              </a:defRPr>
            </a:lvl7pPr>
            <a:lvl8pPr>
              <a:defRPr sz="1350" b="1">
                <a:solidFill>
                  <a:srgbClr val="007D85"/>
                </a:solidFill>
                <a:latin typeface="DejaVu Sans"/>
                <a:ea typeface="DejaVu Sans"/>
                <a:cs typeface="DejaVu Sans"/>
              </a:defRPr>
            </a:lvl8pPr>
            <a:lvl9pPr>
              <a:defRPr sz="1350" b="1">
                <a:solidFill>
                  <a:srgbClr val="007D85"/>
                </a:solidFill>
                <a:latin typeface="DejaVu Sans"/>
                <a:ea typeface="DejaVu Sans"/>
                <a:cs typeface="DejaVu Sans"/>
              </a:defRPr>
            </a:lvl9pPr>
          </a:lstStyle>
          <a:p>
            <a:pPr>
              <a:defRPr sz="1350" b="1">
                <a:solidFill>
                  <a:srgbClr val="007D85"/>
                </a:solidFill>
                <a:latin typeface="DejaVu Sans"/>
                <a:ea typeface="DejaVu Sans"/>
                <a:cs typeface="DejaVu Sans"/>
              </a:defRPr>
            </a:pPr>
            <a:r>
              <a:rPr sz="1350" b="1">
                <a:solidFill>
                  <a:srgbClr val="007D85"/>
                </a:solidFill>
                <a:latin typeface="DejaVu Sans"/>
                <a:ea typeface="DejaVu Sans"/>
                <a:cs typeface="DejaVu Sans"/>
              </a:rPr>
              <a:t>BAB 1  PENGENALAN</a:t>
            </a:r>
          </a:p>
        </p:txBody>
      </p:sp>
      <p:sp>
        <p:nvSpPr>
          <p:cNvPr id="2" name="text-1">
            <a:extLst>
              <a:ext uri="{FF2B5EF4-FFF2-40B4-BE49-F238E27FC236}">
                <a16:creationId xmlns:a16="http://schemas.microsoft.com/office/drawing/2014/main" id="{78B6A0AD-3F99-4507-8657-40E506234115}"/>
              </a:ext>
            </a:extLst>
          </p:cNvPr>
          <p:cNvSpPr>
            <a:spLocks noGrp="1"/>
          </p:cNvSpPr>
          <p:nvPr/>
        </p:nvSpPr>
        <p:spPr>
          <a:xfrm>
            <a:off x="609600" y="866775"/>
            <a:ext cx="10953750" cy="895350"/>
          </a:xfrm>
          <a:prstGeom prst="rect">
            <a:avLst/>
          </a:prstGeom>
          <a:noFill/>
          <a:ln w="0">
            <a:noFill/>
            <a:prstDash val="solid"/>
          </a:ln>
        </p:spPr>
        <p:txBody>
          <a:bodyPr lIns="0" tIns="0" rIns="0" bIns="0" anchor="t">
            <a:noAutofit/>
          </a:bodyPr>
          <a:lstStyle>
            <a:defPPr>
              <a:defRPr sz="3150" b="1">
                <a:solidFill>
                  <a:srgbClr val="10283F"/>
                </a:solidFill>
                <a:latin typeface="DejaVu Sans"/>
                <a:ea typeface="DejaVu Sans"/>
                <a:cs typeface="DejaVu Sans"/>
              </a:defRPr>
            </a:defPPr>
            <a:lvl1pPr>
              <a:defRPr sz="3150" b="1">
                <a:solidFill>
                  <a:srgbClr val="10283F"/>
                </a:solidFill>
                <a:latin typeface="DejaVu Sans"/>
                <a:ea typeface="DejaVu Sans"/>
                <a:cs typeface="DejaVu Sans"/>
              </a:defRPr>
            </a:lvl1pPr>
            <a:lvl2pPr>
              <a:defRPr sz="3150" b="1">
                <a:solidFill>
                  <a:srgbClr val="10283F"/>
                </a:solidFill>
                <a:latin typeface="DejaVu Sans"/>
                <a:ea typeface="DejaVu Sans"/>
                <a:cs typeface="DejaVu Sans"/>
              </a:defRPr>
            </a:lvl2pPr>
            <a:lvl3pPr>
              <a:defRPr sz="3150" b="1">
                <a:solidFill>
                  <a:srgbClr val="10283F"/>
                </a:solidFill>
                <a:latin typeface="DejaVu Sans"/>
                <a:ea typeface="DejaVu Sans"/>
                <a:cs typeface="DejaVu Sans"/>
              </a:defRPr>
            </a:lvl3pPr>
            <a:lvl4pPr>
              <a:defRPr sz="3150" b="1">
                <a:solidFill>
                  <a:srgbClr val="10283F"/>
                </a:solidFill>
                <a:latin typeface="DejaVu Sans"/>
                <a:ea typeface="DejaVu Sans"/>
                <a:cs typeface="DejaVu Sans"/>
              </a:defRPr>
            </a:lvl4pPr>
            <a:lvl5pPr>
              <a:defRPr sz="3150" b="1">
                <a:solidFill>
                  <a:srgbClr val="10283F"/>
                </a:solidFill>
                <a:latin typeface="DejaVu Sans"/>
                <a:ea typeface="DejaVu Sans"/>
                <a:cs typeface="DejaVu Sans"/>
              </a:defRPr>
            </a:lvl5pPr>
            <a:lvl6pPr>
              <a:defRPr sz="3150" b="1">
                <a:solidFill>
                  <a:srgbClr val="10283F"/>
                </a:solidFill>
                <a:latin typeface="DejaVu Sans"/>
                <a:ea typeface="DejaVu Sans"/>
                <a:cs typeface="DejaVu Sans"/>
              </a:defRPr>
            </a:lvl6pPr>
            <a:lvl7pPr>
              <a:defRPr sz="3150" b="1">
                <a:solidFill>
                  <a:srgbClr val="10283F"/>
                </a:solidFill>
                <a:latin typeface="DejaVu Sans"/>
                <a:ea typeface="DejaVu Sans"/>
                <a:cs typeface="DejaVu Sans"/>
              </a:defRPr>
            </a:lvl7pPr>
            <a:lvl8pPr>
              <a:defRPr sz="3150" b="1">
                <a:solidFill>
                  <a:srgbClr val="10283F"/>
                </a:solidFill>
                <a:latin typeface="DejaVu Sans"/>
                <a:ea typeface="DejaVu Sans"/>
                <a:cs typeface="DejaVu Sans"/>
              </a:defRPr>
            </a:lvl8pPr>
            <a:lvl9pPr>
              <a:defRPr sz="3150" b="1">
                <a:solidFill>
                  <a:srgbClr val="10283F"/>
                </a:solidFill>
                <a:latin typeface="DejaVu Sans"/>
                <a:ea typeface="DejaVu Sans"/>
                <a:cs typeface="DejaVu Sans"/>
              </a:defRPr>
            </a:lvl9pPr>
          </a:lstStyle>
          <a:p>
            <a:pPr>
              <a:defRPr sz="3150" b="1">
                <a:solidFill>
                  <a:srgbClr val="10283F"/>
                </a:solidFill>
                <a:latin typeface="DejaVu Sans"/>
                <a:ea typeface="DejaVu Sans"/>
                <a:cs typeface="DejaVu Sans"/>
              </a:defRPr>
            </a:pPr>
            <a:r>
              <a:rPr sz="3150" b="1">
                <a:solidFill>
                  <a:srgbClr val="10283F"/>
                </a:solidFill>
                <a:latin typeface="DejaVu Sans"/>
                <a:ea typeface="DejaVu Sans"/>
                <a:cs typeface="DejaVu Sans"/>
              </a:rPr>
              <a:t>Versi Android dan lingkungan kerja</a:t>
            </a:r>
          </a:p>
        </p:txBody>
      </p:sp>
      <p:sp>
        <p:nvSpPr>
          <p:cNvPr id="3" name="text-2">
            <a:extLst>
              <a:ext uri="{FF2B5EF4-FFF2-40B4-BE49-F238E27FC236}">
                <a16:creationId xmlns:a16="http://schemas.microsoft.com/office/drawing/2014/main" id="{44324895-83BD-4112-8015-59D060B5B014}"/>
              </a:ext>
            </a:extLst>
          </p:cNvPr>
          <p:cNvSpPr>
            <a:spLocks noGrp="1"/>
          </p:cNvSpPr>
          <p:nvPr/>
        </p:nvSpPr>
        <p:spPr>
          <a:xfrm>
            <a:off x="609600" y="6410325"/>
            <a:ext cx="10096500" cy="238125"/>
          </a:xfrm>
          <a:prstGeom prst="rect">
            <a:avLst/>
          </a:prstGeom>
          <a:noFill/>
          <a:ln w="0">
            <a:noFill/>
            <a:prstDash val="solid"/>
          </a:ln>
        </p:spPr>
        <p:txBody>
          <a:bodyPr lIns="0" tIns="0" rIns="0" bIns="0" anchor="t">
            <a:noAutofit/>
          </a:bodyPr>
          <a:lstStyle>
            <a:defPPr>
              <a:defRPr sz="1050" b="0">
                <a:solidFill>
                  <a:srgbClr val="506778"/>
                </a:solidFill>
                <a:latin typeface="DejaVu Sans"/>
                <a:ea typeface="DejaVu Sans"/>
                <a:cs typeface="DejaVu Sans"/>
              </a:defRPr>
            </a:defPPr>
            <a:lvl1pPr>
              <a:defRPr sz="1050" b="0">
                <a:solidFill>
                  <a:srgbClr val="506778"/>
                </a:solidFill>
                <a:latin typeface="DejaVu Sans"/>
                <a:ea typeface="DejaVu Sans"/>
                <a:cs typeface="DejaVu Sans"/>
              </a:defRPr>
            </a:lvl1pPr>
            <a:lvl2pPr>
              <a:defRPr sz="1050" b="0">
                <a:solidFill>
                  <a:srgbClr val="506778"/>
                </a:solidFill>
                <a:latin typeface="DejaVu Sans"/>
                <a:ea typeface="DejaVu Sans"/>
                <a:cs typeface="DejaVu Sans"/>
              </a:defRPr>
            </a:lvl2pPr>
            <a:lvl3pPr>
              <a:defRPr sz="1050" b="0">
                <a:solidFill>
                  <a:srgbClr val="506778"/>
                </a:solidFill>
                <a:latin typeface="DejaVu Sans"/>
                <a:ea typeface="DejaVu Sans"/>
                <a:cs typeface="DejaVu Sans"/>
              </a:defRPr>
            </a:lvl3pPr>
            <a:lvl4pPr>
              <a:defRPr sz="1050" b="0">
                <a:solidFill>
                  <a:srgbClr val="506778"/>
                </a:solidFill>
                <a:latin typeface="DejaVu Sans"/>
                <a:ea typeface="DejaVu Sans"/>
                <a:cs typeface="DejaVu Sans"/>
              </a:defRPr>
            </a:lvl4pPr>
            <a:lvl5pPr>
              <a:defRPr sz="1050" b="0">
                <a:solidFill>
                  <a:srgbClr val="506778"/>
                </a:solidFill>
                <a:latin typeface="DejaVu Sans"/>
                <a:ea typeface="DejaVu Sans"/>
                <a:cs typeface="DejaVu Sans"/>
              </a:defRPr>
            </a:lvl5pPr>
            <a:lvl6pPr>
              <a:defRPr sz="1050" b="0">
                <a:solidFill>
                  <a:srgbClr val="506778"/>
                </a:solidFill>
                <a:latin typeface="DejaVu Sans"/>
                <a:ea typeface="DejaVu Sans"/>
                <a:cs typeface="DejaVu Sans"/>
              </a:defRPr>
            </a:lvl6pPr>
            <a:lvl7pPr>
              <a:defRPr sz="1050" b="0">
                <a:solidFill>
                  <a:srgbClr val="506778"/>
                </a:solidFill>
                <a:latin typeface="DejaVu Sans"/>
                <a:ea typeface="DejaVu Sans"/>
                <a:cs typeface="DejaVu Sans"/>
              </a:defRPr>
            </a:lvl7pPr>
            <a:lvl8pPr>
              <a:defRPr sz="1050" b="0">
                <a:solidFill>
                  <a:srgbClr val="506778"/>
                </a:solidFill>
                <a:latin typeface="DejaVu Sans"/>
                <a:ea typeface="DejaVu Sans"/>
                <a:cs typeface="DejaVu Sans"/>
              </a:defRPr>
            </a:lvl8pPr>
            <a:lvl9pPr>
              <a:defRPr sz="1050" b="0">
                <a:solidFill>
                  <a:srgbClr val="506778"/>
                </a:solidFill>
                <a:latin typeface="DejaVu Sans"/>
                <a:ea typeface="DejaVu Sans"/>
                <a:cs typeface="DejaVu Sans"/>
              </a:defRPr>
            </a:lvl9pPr>
          </a:lstStyle>
          <a:p>
            <a:pPr>
              <a:defRPr sz="1050" b="0">
                <a:solidFill>
                  <a:srgbClr val="506778"/>
                </a:solidFill>
                <a:latin typeface="DejaVu Sans"/>
                <a:ea typeface="DejaVu Sans"/>
                <a:cs typeface="DejaVu Sans"/>
              </a:defRPr>
            </a:pPr>
            <a:r>
              <a:rPr sz="1050" b="0">
                <a:solidFill>
                  <a:srgbClr val="506778"/>
                </a:solidFill>
                <a:latin typeface="DejaVu Sans"/>
                <a:ea typeface="DejaVu Sans"/>
                <a:cs typeface="DejaVu Sans"/>
              </a:rPr>
              <a:t>Sumber: E-book Bab 1 (PDF hlm. 9–17)</a:t>
            </a:r>
          </a:p>
        </p:txBody>
      </p:sp>
      <p:sp>
        <p:nvSpPr>
          <p:cNvPr id="4" name="text-3">
            <a:extLst>
              <a:ext uri="{FF2B5EF4-FFF2-40B4-BE49-F238E27FC236}">
                <a16:creationId xmlns:a16="http://schemas.microsoft.com/office/drawing/2014/main" id="{2AE4777F-5D2E-41A6-8A3E-51E4692B94E9}"/>
              </a:ext>
            </a:extLst>
          </p:cNvPr>
          <p:cNvSpPr>
            <a:spLocks noGrp="1"/>
          </p:cNvSpPr>
          <p:nvPr/>
        </p:nvSpPr>
        <p:spPr>
          <a:xfrm>
            <a:off x="11106150" y="6372225"/>
            <a:ext cx="476250" cy="285750"/>
          </a:xfrm>
          <a:prstGeom prst="rect">
            <a:avLst/>
          </a:prstGeom>
          <a:noFill/>
          <a:ln w="0">
            <a:noFill/>
            <a:prstDash val="solid"/>
          </a:ln>
        </p:spPr>
        <p:txBody>
          <a:bodyPr lIns="0" tIns="0" rIns="0" bIns="0" anchor="t">
            <a:noAutofit/>
          </a:bodyPr>
          <a:lstStyle>
            <a:defPPr>
              <a:defRPr sz="1425" b="1">
                <a:solidFill>
                  <a:srgbClr val="007D85"/>
                </a:solidFill>
                <a:latin typeface="DejaVu Sans"/>
                <a:ea typeface="DejaVu Sans"/>
                <a:cs typeface="DejaVu Sans"/>
              </a:defRPr>
            </a:defPPr>
            <a:lvl1pPr>
              <a:defRPr sz="1425" b="1">
                <a:solidFill>
                  <a:srgbClr val="007D85"/>
                </a:solidFill>
                <a:latin typeface="DejaVu Sans"/>
                <a:ea typeface="DejaVu Sans"/>
                <a:cs typeface="DejaVu Sans"/>
              </a:defRPr>
            </a:lvl1pPr>
            <a:lvl2pPr>
              <a:defRPr sz="1425" b="1">
                <a:solidFill>
                  <a:srgbClr val="007D85"/>
                </a:solidFill>
                <a:latin typeface="DejaVu Sans"/>
                <a:ea typeface="DejaVu Sans"/>
                <a:cs typeface="DejaVu Sans"/>
              </a:defRPr>
            </a:lvl2pPr>
            <a:lvl3pPr>
              <a:defRPr sz="1425" b="1">
                <a:solidFill>
                  <a:srgbClr val="007D85"/>
                </a:solidFill>
                <a:latin typeface="DejaVu Sans"/>
                <a:ea typeface="DejaVu Sans"/>
                <a:cs typeface="DejaVu Sans"/>
              </a:defRPr>
            </a:lvl3pPr>
            <a:lvl4pPr>
              <a:defRPr sz="1425" b="1">
                <a:solidFill>
                  <a:srgbClr val="007D85"/>
                </a:solidFill>
                <a:latin typeface="DejaVu Sans"/>
                <a:ea typeface="DejaVu Sans"/>
                <a:cs typeface="DejaVu Sans"/>
              </a:defRPr>
            </a:lvl4pPr>
            <a:lvl5pPr>
              <a:defRPr sz="1425" b="1">
                <a:solidFill>
                  <a:srgbClr val="007D85"/>
                </a:solidFill>
                <a:latin typeface="DejaVu Sans"/>
                <a:ea typeface="DejaVu Sans"/>
                <a:cs typeface="DejaVu Sans"/>
              </a:defRPr>
            </a:lvl5pPr>
            <a:lvl6pPr>
              <a:defRPr sz="1425" b="1">
                <a:solidFill>
                  <a:srgbClr val="007D85"/>
                </a:solidFill>
                <a:latin typeface="DejaVu Sans"/>
                <a:ea typeface="DejaVu Sans"/>
                <a:cs typeface="DejaVu Sans"/>
              </a:defRPr>
            </a:lvl6pPr>
            <a:lvl7pPr>
              <a:defRPr sz="1425" b="1">
                <a:solidFill>
                  <a:srgbClr val="007D85"/>
                </a:solidFill>
                <a:latin typeface="DejaVu Sans"/>
                <a:ea typeface="DejaVu Sans"/>
                <a:cs typeface="DejaVu Sans"/>
              </a:defRPr>
            </a:lvl7pPr>
            <a:lvl8pPr>
              <a:defRPr sz="1425" b="1">
                <a:solidFill>
                  <a:srgbClr val="007D85"/>
                </a:solidFill>
                <a:latin typeface="DejaVu Sans"/>
                <a:ea typeface="DejaVu Sans"/>
                <a:cs typeface="DejaVu Sans"/>
              </a:defRPr>
            </a:lvl8pPr>
            <a:lvl9pPr>
              <a:defRPr sz="1425" b="1">
                <a:solidFill>
                  <a:srgbClr val="007D85"/>
                </a:solidFill>
                <a:latin typeface="DejaVu Sans"/>
                <a:ea typeface="DejaVu Sans"/>
                <a:cs typeface="DejaVu Sans"/>
              </a:defRPr>
            </a:lvl9pPr>
          </a:lstStyle>
          <a:p>
            <a:pPr>
              <a:defRPr sz="1425" b="1">
                <a:solidFill>
                  <a:srgbClr val="007D85"/>
                </a:solidFill>
                <a:latin typeface="DejaVu Sans"/>
                <a:ea typeface="DejaVu Sans"/>
                <a:cs typeface="DejaVu Sans"/>
              </a:defRPr>
            </a:pPr>
            <a:r>
              <a:rPr sz="1425" b="1">
                <a:solidFill>
                  <a:srgbClr val="007D85"/>
                </a:solidFill>
                <a:latin typeface="DejaVu Sans"/>
                <a:ea typeface="DejaVu Sans"/>
                <a:cs typeface="DejaVu Sans"/>
              </a:rPr>
              <a:t>06</a:t>
            </a:r>
          </a:p>
        </p:txBody>
      </p:sp>
      <p:sp>
        <p:nvSpPr>
          <p:cNvPr id="5" name="text-4">
            <a:extLst>
              <a:ext uri="{FF2B5EF4-FFF2-40B4-BE49-F238E27FC236}">
                <a16:creationId xmlns:a16="http://schemas.microsoft.com/office/drawing/2014/main" id="{73E38DEB-C8F4-419C-899A-0DE0FD8FD70B}"/>
              </a:ext>
            </a:extLst>
          </p:cNvPr>
          <p:cNvSpPr>
            <a:spLocks noGrp="1"/>
          </p:cNvSpPr>
          <p:nvPr/>
        </p:nvSpPr>
        <p:spPr>
          <a:xfrm>
            <a:off x="609600" y="195262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Versi dan API level</a:t>
            </a:r>
          </a:p>
        </p:txBody>
      </p:sp>
      <p:sp>
        <p:nvSpPr>
          <p:cNvPr id="6" name="text-5">
            <a:extLst>
              <a:ext uri="{FF2B5EF4-FFF2-40B4-BE49-F238E27FC236}">
                <a16:creationId xmlns:a16="http://schemas.microsoft.com/office/drawing/2014/main" id="{8BDEB780-8D23-4DA0-82DD-F7DC047EADA6}"/>
              </a:ext>
            </a:extLst>
          </p:cNvPr>
          <p:cNvSpPr>
            <a:spLocks noGrp="1"/>
          </p:cNvSpPr>
          <p:nvPr/>
        </p:nvSpPr>
        <p:spPr>
          <a:xfrm>
            <a:off x="3714750" y="195262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E-book memetakan Android 1.0/API 1 sampai Android 11/API 30, dengan batas data November 2020.</a:t>
            </a:r>
          </a:p>
        </p:txBody>
      </p:sp>
      <p:sp>
        <p:nvSpPr>
          <p:cNvPr id="7" name="text-6">
            <a:extLst>
              <a:ext uri="{FF2B5EF4-FFF2-40B4-BE49-F238E27FC236}">
                <a16:creationId xmlns:a16="http://schemas.microsoft.com/office/drawing/2014/main" id="{BD2B5855-07F7-4D7A-AD29-71225866CD84}"/>
              </a:ext>
            </a:extLst>
          </p:cNvPr>
          <p:cNvSpPr>
            <a:spLocks noGrp="1"/>
          </p:cNvSpPr>
          <p:nvPr/>
        </p:nvSpPr>
        <p:spPr>
          <a:xfrm>
            <a:off x="609600" y="300037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JDK</a:t>
            </a:r>
          </a:p>
        </p:txBody>
      </p:sp>
      <p:sp>
        <p:nvSpPr>
          <p:cNvPr id="8" name="text-7">
            <a:extLst>
              <a:ext uri="{FF2B5EF4-FFF2-40B4-BE49-F238E27FC236}">
                <a16:creationId xmlns:a16="http://schemas.microsoft.com/office/drawing/2014/main" id="{D84DCC9D-31BF-4D1A-B233-92F2A3C3C92A}"/>
              </a:ext>
            </a:extLst>
          </p:cNvPr>
          <p:cNvSpPr>
            <a:spLocks noGrp="1"/>
          </p:cNvSpPr>
          <p:nvPr/>
        </p:nvSpPr>
        <p:spPr>
          <a:xfrm>
            <a:off x="3714750" y="300037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Perangkat pengembangan untuk kompilasi dan pemrograman Java. Modul mencontohkan JDK 8.</a:t>
            </a:r>
          </a:p>
        </p:txBody>
      </p:sp>
      <p:sp>
        <p:nvSpPr>
          <p:cNvPr id="9" name="text-8">
            <a:extLst>
              <a:ext uri="{FF2B5EF4-FFF2-40B4-BE49-F238E27FC236}">
                <a16:creationId xmlns:a16="http://schemas.microsoft.com/office/drawing/2014/main" id="{596BF2AE-C26D-47F3-942D-BC39204748B3}"/>
              </a:ext>
            </a:extLst>
          </p:cNvPr>
          <p:cNvSpPr>
            <a:spLocks noGrp="1"/>
          </p:cNvSpPr>
          <p:nvPr/>
        </p:nvSpPr>
        <p:spPr>
          <a:xfrm>
            <a:off x="609600" y="404812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Android Studio</a:t>
            </a:r>
          </a:p>
        </p:txBody>
      </p:sp>
      <p:sp>
        <p:nvSpPr>
          <p:cNvPr id="10" name="text-9">
            <a:extLst>
              <a:ext uri="{FF2B5EF4-FFF2-40B4-BE49-F238E27FC236}">
                <a16:creationId xmlns:a16="http://schemas.microsoft.com/office/drawing/2014/main" id="{47F61DA9-E388-483C-A58A-218B20C63082}"/>
              </a:ext>
            </a:extLst>
          </p:cNvPr>
          <p:cNvSpPr>
            <a:spLocks noGrp="1"/>
          </p:cNvSpPr>
          <p:nvPr/>
        </p:nvSpPr>
        <p:spPr>
          <a:xfrm>
            <a:off x="3714750" y="404812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IDE untuk menulis kode, mengelola layout, menjalankan, menguji, dan membangun aplikasi.</a:t>
            </a:r>
          </a:p>
        </p:txBody>
      </p:sp>
      <p:sp>
        <p:nvSpPr>
          <p:cNvPr id="11" name="text-10">
            <a:extLst>
              <a:ext uri="{FF2B5EF4-FFF2-40B4-BE49-F238E27FC236}">
                <a16:creationId xmlns:a16="http://schemas.microsoft.com/office/drawing/2014/main" id="{E7958FA4-9438-4919-B03B-1DD68D8E0FEE}"/>
              </a:ext>
            </a:extLst>
          </p:cNvPr>
          <p:cNvSpPr>
            <a:spLocks noGrp="1"/>
          </p:cNvSpPr>
          <p:nvPr/>
        </p:nvSpPr>
        <p:spPr>
          <a:xfrm>
            <a:off x="609600" y="509587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Android SDK</a:t>
            </a:r>
          </a:p>
        </p:txBody>
      </p:sp>
      <p:sp>
        <p:nvSpPr>
          <p:cNvPr id="12" name="text-11">
            <a:extLst>
              <a:ext uri="{FF2B5EF4-FFF2-40B4-BE49-F238E27FC236}">
                <a16:creationId xmlns:a16="http://schemas.microsoft.com/office/drawing/2014/main" id="{27B9E5EA-E9A7-46A8-8B57-5B7B2A0FC15D}"/>
              </a:ext>
            </a:extLst>
          </p:cNvPr>
          <p:cNvSpPr>
            <a:spLocks noGrp="1"/>
          </p:cNvSpPr>
          <p:nvPr/>
        </p:nvSpPr>
        <p:spPr>
          <a:xfrm>
            <a:off x="3714750" y="509587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Menyediakan platform, build tools, debugging, dokumentasi, dan emulator. SDK Manager mengelola komponennya.</a:t>
            </a:r>
          </a:p>
        </p:txBody>
      </p:sp>
    </p:spTree>
    <p:extLst>
      <p:ext uri="{BB962C8B-B14F-4D97-AF65-F5344CB8AC3E}">
        <p14:creationId xmlns:p14="http://schemas.microsoft.com/office/powerpoint/2010/main" val="11875154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9FA"/>
        </a:solidFill>
        <a:effectLst/>
      </p:bgPr>
    </p:bg>
    <p:spTree>
      <p:nvGrpSpPr>
        <p:cNvPr id="1" name=""/>
        <p:cNvGrpSpPr/>
        <p:nvPr/>
      </p:nvGrpSpPr>
      <p:grpSpPr>
        <a:xfrm>
          <a:off x="0" y="0"/>
          <a:ext cx="0" cy="0"/>
          <a:chOff x="0" y="0"/>
          <a:chExt cx="0" cy="0"/>
        </a:xfrm>
      </p:grpSpPr>
      <p:sp>
        <p:nvSpPr>
          <p:cNvPr id="13" name="text-0">
            <a:extLst>
              <a:ext uri="{FF2B5EF4-FFF2-40B4-BE49-F238E27FC236}">
                <a16:creationId xmlns:a16="http://schemas.microsoft.com/office/drawing/2014/main" id="{EB50A8B4-09F7-4DED-90AE-C9B4378DED22}"/>
              </a:ext>
            </a:extLst>
          </p:cNvPr>
          <p:cNvSpPr>
            <a:spLocks noGrp="1"/>
          </p:cNvSpPr>
          <p:nvPr/>
        </p:nvSpPr>
        <p:spPr>
          <a:xfrm>
            <a:off x="609600" y="381000"/>
            <a:ext cx="10953750" cy="266700"/>
          </a:xfrm>
          <a:prstGeom prst="rect">
            <a:avLst/>
          </a:prstGeom>
          <a:noFill/>
          <a:ln w="0">
            <a:noFill/>
            <a:prstDash val="solid"/>
          </a:ln>
        </p:spPr>
        <p:txBody>
          <a:bodyPr lIns="0" tIns="0" rIns="0" bIns="0" anchor="t">
            <a:noAutofit/>
          </a:bodyPr>
          <a:lstStyle>
            <a:defPPr>
              <a:defRPr sz="1350" b="1">
                <a:solidFill>
                  <a:srgbClr val="007D85"/>
                </a:solidFill>
                <a:latin typeface="DejaVu Sans"/>
                <a:ea typeface="DejaVu Sans"/>
                <a:cs typeface="DejaVu Sans"/>
              </a:defRPr>
            </a:defPPr>
            <a:lvl1pPr>
              <a:defRPr sz="1350" b="1">
                <a:solidFill>
                  <a:srgbClr val="007D85"/>
                </a:solidFill>
                <a:latin typeface="DejaVu Sans"/>
                <a:ea typeface="DejaVu Sans"/>
                <a:cs typeface="DejaVu Sans"/>
              </a:defRPr>
            </a:lvl1pPr>
            <a:lvl2pPr>
              <a:defRPr sz="1350" b="1">
                <a:solidFill>
                  <a:srgbClr val="007D85"/>
                </a:solidFill>
                <a:latin typeface="DejaVu Sans"/>
                <a:ea typeface="DejaVu Sans"/>
                <a:cs typeface="DejaVu Sans"/>
              </a:defRPr>
            </a:lvl2pPr>
            <a:lvl3pPr>
              <a:defRPr sz="1350" b="1">
                <a:solidFill>
                  <a:srgbClr val="007D85"/>
                </a:solidFill>
                <a:latin typeface="DejaVu Sans"/>
                <a:ea typeface="DejaVu Sans"/>
                <a:cs typeface="DejaVu Sans"/>
              </a:defRPr>
            </a:lvl3pPr>
            <a:lvl4pPr>
              <a:defRPr sz="1350" b="1">
                <a:solidFill>
                  <a:srgbClr val="007D85"/>
                </a:solidFill>
                <a:latin typeface="DejaVu Sans"/>
                <a:ea typeface="DejaVu Sans"/>
                <a:cs typeface="DejaVu Sans"/>
              </a:defRPr>
            </a:lvl4pPr>
            <a:lvl5pPr>
              <a:defRPr sz="1350" b="1">
                <a:solidFill>
                  <a:srgbClr val="007D85"/>
                </a:solidFill>
                <a:latin typeface="DejaVu Sans"/>
                <a:ea typeface="DejaVu Sans"/>
                <a:cs typeface="DejaVu Sans"/>
              </a:defRPr>
            </a:lvl5pPr>
            <a:lvl6pPr>
              <a:defRPr sz="1350" b="1">
                <a:solidFill>
                  <a:srgbClr val="007D85"/>
                </a:solidFill>
                <a:latin typeface="DejaVu Sans"/>
                <a:ea typeface="DejaVu Sans"/>
                <a:cs typeface="DejaVu Sans"/>
              </a:defRPr>
            </a:lvl6pPr>
            <a:lvl7pPr>
              <a:defRPr sz="1350" b="1">
                <a:solidFill>
                  <a:srgbClr val="007D85"/>
                </a:solidFill>
                <a:latin typeface="DejaVu Sans"/>
                <a:ea typeface="DejaVu Sans"/>
                <a:cs typeface="DejaVu Sans"/>
              </a:defRPr>
            </a:lvl7pPr>
            <a:lvl8pPr>
              <a:defRPr sz="1350" b="1">
                <a:solidFill>
                  <a:srgbClr val="007D85"/>
                </a:solidFill>
                <a:latin typeface="DejaVu Sans"/>
                <a:ea typeface="DejaVu Sans"/>
                <a:cs typeface="DejaVu Sans"/>
              </a:defRPr>
            </a:lvl8pPr>
            <a:lvl9pPr>
              <a:defRPr sz="1350" b="1">
                <a:solidFill>
                  <a:srgbClr val="007D85"/>
                </a:solidFill>
                <a:latin typeface="DejaVu Sans"/>
                <a:ea typeface="DejaVu Sans"/>
                <a:cs typeface="DejaVu Sans"/>
              </a:defRPr>
            </a:lvl9pPr>
          </a:lstStyle>
          <a:p>
            <a:pPr>
              <a:defRPr sz="1350" b="1">
                <a:solidFill>
                  <a:srgbClr val="007D85"/>
                </a:solidFill>
                <a:latin typeface="DejaVu Sans"/>
                <a:ea typeface="DejaVu Sans"/>
                <a:cs typeface="DejaVu Sans"/>
              </a:defRPr>
            </a:pPr>
            <a:r>
              <a:rPr sz="1350" b="1">
                <a:solidFill>
                  <a:srgbClr val="007D85"/>
                </a:solidFill>
                <a:latin typeface="DejaVu Sans"/>
                <a:ea typeface="DejaVu Sans"/>
                <a:cs typeface="DejaVu Sans"/>
              </a:rPr>
              <a:t>BAB 1  PENGENALAN</a:t>
            </a:r>
          </a:p>
        </p:txBody>
      </p:sp>
      <p:sp>
        <p:nvSpPr>
          <p:cNvPr id="2" name="text-1">
            <a:extLst>
              <a:ext uri="{FF2B5EF4-FFF2-40B4-BE49-F238E27FC236}">
                <a16:creationId xmlns:a16="http://schemas.microsoft.com/office/drawing/2014/main" id="{E5420ABE-3890-4541-B564-0206EDC2A8CB}"/>
              </a:ext>
            </a:extLst>
          </p:cNvPr>
          <p:cNvSpPr>
            <a:spLocks noGrp="1"/>
          </p:cNvSpPr>
          <p:nvPr/>
        </p:nvSpPr>
        <p:spPr>
          <a:xfrm>
            <a:off x="609600" y="866775"/>
            <a:ext cx="10953750" cy="895350"/>
          </a:xfrm>
          <a:prstGeom prst="rect">
            <a:avLst/>
          </a:prstGeom>
          <a:noFill/>
          <a:ln w="0">
            <a:noFill/>
            <a:prstDash val="solid"/>
          </a:ln>
        </p:spPr>
        <p:txBody>
          <a:bodyPr lIns="0" tIns="0" rIns="0" bIns="0" anchor="t">
            <a:noAutofit/>
          </a:bodyPr>
          <a:lstStyle>
            <a:defPPr>
              <a:defRPr sz="3150" b="1">
                <a:solidFill>
                  <a:srgbClr val="10283F"/>
                </a:solidFill>
                <a:latin typeface="DejaVu Sans"/>
                <a:ea typeface="DejaVu Sans"/>
                <a:cs typeface="DejaVu Sans"/>
              </a:defRPr>
            </a:defPPr>
            <a:lvl1pPr>
              <a:defRPr sz="3150" b="1">
                <a:solidFill>
                  <a:srgbClr val="10283F"/>
                </a:solidFill>
                <a:latin typeface="DejaVu Sans"/>
                <a:ea typeface="DejaVu Sans"/>
                <a:cs typeface="DejaVu Sans"/>
              </a:defRPr>
            </a:lvl1pPr>
            <a:lvl2pPr>
              <a:defRPr sz="3150" b="1">
                <a:solidFill>
                  <a:srgbClr val="10283F"/>
                </a:solidFill>
                <a:latin typeface="DejaVu Sans"/>
                <a:ea typeface="DejaVu Sans"/>
                <a:cs typeface="DejaVu Sans"/>
              </a:defRPr>
            </a:lvl2pPr>
            <a:lvl3pPr>
              <a:defRPr sz="3150" b="1">
                <a:solidFill>
                  <a:srgbClr val="10283F"/>
                </a:solidFill>
                <a:latin typeface="DejaVu Sans"/>
                <a:ea typeface="DejaVu Sans"/>
                <a:cs typeface="DejaVu Sans"/>
              </a:defRPr>
            </a:lvl3pPr>
            <a:lvl4pPr>
              <a:defRPr sz="3150" b="1">
                <a:solidFill>
                  <a:srgbClr val="10283F"/>
                </a:solidFill>
                <a:latin typeface="DejaVu Sans"/>
                <a:ea typeface="DejaVu Sans"/>
                <a:cs typeface="DejaVu Sans"/>
              </a:defRPr>
            </a:lvl4pPr>
            <a:lvl5pPr>
              <a:defRPr sz="3150" b="1">
                <a:solidFill>
                  <a:srgbClr val="10283F"/>
                </a:solidFill>
                <a:latin typeface="DejaVu Sans"/>
                <a:ea typeface="DejaVu Sans"/>
                <a:cs typeface="DejaVu Sans"/>
              </a:defRPr>
            </a:lvl5pPr>
            <a:lvl6pPr>
              <a:defRPr sz="3150" b="1">
                <a:solidFill>
                  <a:srgbClr val="10283F"/>
                </a:solidFill>
                <a:latin typeface="DejaVu Sans"/>
                <a:ea typeface="DejaVu Sans"/>
                <a:cs typeface="DejaVu Sans"/>
              </a:defRPr>
            </a:lvl6pPr>
            <a:lvl7pPr>
              <a:defRPr sz="3150" b="1">
                <a:solidFill>
                  <a:srgbClr val="10283F"/>
                </a:solidFill>
                <a:latin typeface="DejaVu Sans"/>
                <a:ea typeface="DejaVu Sans"/>
                <a:cs typeface="DejaVu Sans"/>
              </a:defRPr>
            </a:lvl7pPr>
            <a:lvl8pPr>
              <a:defRPr sz="3150" b="1">
                <a:solidFill>
                  <a:srgbClr val="10283F"/>
                </a:solidFill>
                <a:latin typeface="DejaVu Sans"/>
                <a:ea typeface="DejaVu Sans"/>
                <a:cs typeface="DejaVu Sans"/>
              </a:defRPr>
            </a:lvl8pPr>
            <a:lvl9pPr>
              <a:defRPr sz="3150" b="1">
                <a:solidFill>
                  <a:srgbClr val="10283F"/>
                </a:solidFill>
                <a:latin typeface="DejaVu Sans"/>
                <a:ea typeface="DejaVu Sans"/>
                <a:cs typeface="DejaVu Sans"/>
              </a:defRPr>
            </a:lvl9pPr>
          </a:lstStyle>
          <a:p>
            <a:pPr>
              <a:defRPr sz="3150" b="1">
                <a:solidFill>
                  <a:srgbClr val="10283F"/>
                </a:solidFill>
                <a:latin typeface="DejaVu Sans"/>
                <a:ea typeface="DejaVu Sans"/>
                <a:cs typeface="DejaVu Sans"/>
              </a:defRPr>
            </a:pPr>
            <a:r>
              <a:rPr sz="3150" b="1">
                <a:solidFill>
                  <a:srgbClr val="10283F"/>
                </a:solidFill>
                <a:latin typeface="DejaVu Sans"/>
                <a:ea typeface="DejaVu Sans"/>
                <a:cs typeface="DejaVu Sans"/>
              </a:rPr>
              <a:t>Persiapan dan instalasi</a:t>
            </a:r>
          </a:p>
        </p:txBody>
      </p:sp>
      <p:sp>
        <p:nvSpPr>
          <p:cNvPr id="3" name="text-2">
            <a:extLst>
              <a:ext uri="{FF2B5EF4-FFF2-40B4-BE49-F238E27FC236}">
                <a16:creationId xmlns:a16="http://schemas.microsoft.com/office/drawing/2014/main" id="{41E3712E-863E-4881-8E08-FEC3887CAB9E}"/>
              </a:ext>
            </a:extLst>
          </p:cNvPr>
          <p:cNvSpPr>
            <a:spLocks noGrp="1"/>
          </p:cNvSpPr>
          <p:nvPr/>
        </p:nvSpPr>
        <p:spPr>
          <a:xfrm>
            <a:off x="609600" y="6410325"/>
            <a:ext cx="10096500" cy="238125"/>
          </a:xfrm>
          <a:prstGeom prst="rect">
            <a:avLst/>
          </a:prstGeom>
          <a:noFill/>
          <a:ln w="0">
            <a:noFill/>
            <a:prstDash val="solid"/>
          </a:ln>
        </p:spPr>
        <p:txBody>
          <a:bodyPr lIns="0" tIns="0" rIns="0" bIns="0" anchor="t">
            <a:noAutofit/>
          </a:bodyPr>
          <a:lstStyle>
            <a:defPPr>
              <a:defRPr sz="1050" b="0">
                <a:solidFill>
                  <a:srgbClr val="506778"/>
                </a:solidFill>
                <a:latin typeface="DejaVu Sans"/>
                <a:ea typeface="DejaVu Sans"/>
                <a:cs typeface="DejaVu Sans"/>
              </a:defRPr>
            </a:defPPr>
            <a:lvl1pPr>
              <a:defRPr sz="1050" b="0">
                <a:solidFill>
                  <a:srgbClr val="506778"/>
                </a:solidFill>
                <a:latin typeface="DejaVu Sans"/>
                <a:ea typeface="DejaVu Sans"/>
                <a:cs typeface="DejaVu Sans"/>
              </a:defRPr>
            </a:lvl1pPr>
            <a:lvl2pPr>
              <a:defRPr sz="1050" b="0">
                <a:solidFill>
                  <a:srgbClr val="506778"/>
                </a:solidFill>
                <a:latin typeface="DejaVu Sans"/>
                <a:ea typeface="DejaVu Sans"/>
                <a:cs typeface="DejaVu Sans"/>
              </a:defRPr>
            </a:lvl2pPr>
            <a:lvl3pPr>
              <a:defRPr sz="1050" b="0">
                <a:solidFill>
                  <a:srgbClr val="506778"/>
                </a:solidFill>
                <a:latin typeface="DejaVu Sans"/>
                <a:ea typeface="DejaVu Sans"/>
                <a:cs typeface="DejaVu Sans"/>
              </a:defRPr>
            </a:lvl3pPr>
            <a:lvl4pPr>
              <a:defRPr sz="1050" b="0">
                <a:solidFill>
                  <a:srgbClr val="506778"/>
                </a:solidFill>
                <a:latin typeface="DejaVu Sans"/>
                <a:ea typeface="DejaVu Sans"/>
                <a:cs typeface="DejaVu Sans"/>
              </a:defRPr>
            </a:lvl4pPr>
            <a:lvl5pPr>
              <a:defRPr sz="1050" b="0">
                <a:solidFill>
                  <a:srgbClr val="506778"/>
                </a:solidFill>
                <a:latin typeface="DejaVu Sans"/>
                <a:ea typeface="DejaVu Sans"/>
                <a:cs typeface="DejaVu Sans"/>
              </a:defRPr>
            </a:lvl5pPr>
            <a:lvl6pPr>
              <a:defRPr sz="1050" b="0">
                <a:solidFill>
                  <a:srgbClr val="506778"/>
                </a:solidFill>
                <a:latin typeface="DejaVu Sans"/>
                <a:ea typeface="DejaVu Sans"/>
                <a:cs typeface="DejaVu Sans"/>
              </a:defRPr>
            </a:lvl6pPr>
            <a:lvl7pPr>
              <a:defRPr sz="1050" b="0">
                <a:solidFill>
                  <a:srgbClr val="506778"/>
                </a:solidFill>
                <a:latin typeface="DejaVu Sans"/>
                <a:ea typeface="DejaVu Sans"/>
                <a:cs typeface="DejaVu Sans"/>
              </a:defRPr>
            </a:lvl7pPr>
            <a:lvl8pPr>
              <a:defRPr sz="1050" b="0">
                <a:solidFill>
                  <a:srgbClr val="506778"/>
                </a:solidFill>
                <a:latin typeface="DejaVu Sans"/>
                <a:ea typeface="DejaVu Sans"/>
                <a:cs typeface="DejaVu Sans"/>
              </a:defRPr>
            </a:lvl8pPr>
            <a:lvl9pPr>
              <a:defRPr sz="1050" b="0">
                <a:solidFill>
                  <a:srgbClr val="506778"/>
                </a:solidFill>
                <a:latin typeface="DejaVu Sans"/>
                <a:ea typeface="DejaVu Sans"/>
                <a:cs typeface="DejaVu Sans"/>
              </a:defRPr>
            </a:lvl9pPr>
          </a:lstStyle>
          <a:p>
            <a:pPr>
              <a:defRPr sz="1050" b="0">
                <a:solidFill>
                  <a:srgbClr val="506778"/>
                </a:solidFill>
                <a:latin typeface="DejaVu Sans"/>
                <a:ea typeface="DejaVu Sans"/>
                <a:cs typeface="DejaVu Sans"/>
              </a:defRPr>
            </a:pPr>
            <a:r>
              <a:rPr sz="1050" b="0">
                <a:solidFill>
                  <a:srgbClr val="506778"/>
                </a:solidFill>
                <a:latin typeface="DejaVu Sans"/>
                <a:ea typeface="DejaVu Sans"/>
                <a:cs typeface="DejaVu Sans"/>
              </a:rPr>
              <a:t>Sumber: E-book Bab 1 (PDF hlm. 15–21, 23–27)</a:t>
            </a:r>
          </a:p>
        </p:txBody>
      </p:sp>
      <p:sp>
        <p:nvSpPr>
          <p:cNvPr id="4" name="text-3">
            <a:extLst>
              <a:ext uri="{FF2B5EF4-FFF2-40B4-BE49-F238E27FC236}">
                <a16:creationId xmlns:a16="http://schemas.microsoft.com/office/drawing/2014/main" id="{5B8E5A2C-41A8-4AE6-9009-532CE72218A5}"/>
              </a:ext>
            </a:extLst>
          </p:cNvPr>
          <p:cNvSpPr>
            <a:spLocks noGrp="1"/>
          </p:cNvSpPr>
          <p:nvPr/>
        </p:nvSpPr>
        <p:spPr>
          <a:xfrm>
            <a:off x="11106150" y="6372225"/>
            <a:ext cx="476250" cy="285750"/>
          </a:xfrm>
          <a:prstGeom prst="rect">
            <a:avLst/>
          </a:prstGeom>
          <a:noFill/>
          <a:ln w="0">
            <a:noFill/>
            <a:prstDash val="solid"/>
          </a:ln>
        </p:spPr>
        <p:txBody>
          <a:bodyPr lIns="0" tIns="0" rIns="0" bIns="0" anchor="t">
            <a:noAutofit/>
          </a:bodyPr>
          <a:lstStyle>
            <a:defPPr>
              <a:defRPr sz="1425" b="1">
                <a:solidFill>
                  <a:srgbClr val="007D85"/>
                </a:solidFill>
                <a:latin typeface="DejaVu Sans"/>
                <a:ea typeface="DejaVu Sans"/>
                <a:cs typeface="DejaVu Sans"/>
              </a:defRPr>
            </a:defPPr>
            <a:lvl1pPr>
              <a:defRPr sz="1425" b="1">
                <a:solidFill>
                  <a:srgbClr val="007D85"/>
                </a:solidFill>
                <a:latin typeface="DejaVu Sans"/>
                <a:ea typeface="DejaVu Sans"/>
                <a:cs typeface="DejaVu Sans"/>
              </a:defRPr>
            </a:lvl1pPr>
            <a:lvl2pPr>
              <a:defRPr sz="1425" b="1">
                <a:solidFill>
                  <a:srgbClr val="007D85"/>
                </a:solidFill>
                <a:latin typeface="DejaVu Sans"/>
                <a:ea typeface="DejaVu Sans"/>
                <a:cs typeface="DejaVu Sans"/>
              </a:defRPr>
            </a:lvl2pPr>
            <a:lvl3pPr>
              <a:defRPr sz="1425" b="1">
                <a:solidFill>
                  <a:srgbClr val="007D85"/>
                </a:solidFill>
                <a:latin typeface="DejaVu Sans"/>
                <a:ea typeface="DejaVu Sans"/>
                <a:cs typeface="DejaVu Sans"/>
              </a:defRPr>
            </a:lvl3pPr>
            <a:lvl4pPr>
              <a:defRPr sz="1425" b="1">
                <a:solidFill>
                  <a:srgbClr val="007D85"/>
                </a:solidFill>
                <a:latin typeface="DejaVu Sans"/>
                <a:ea typeface="DejaVu Sans"/>
                <a:cs typeface="DejaVu Sans"/>
              </a:defRPr>
            </a:lvl4pPr>
            <a:lvl5pPr>
              <a:defRPr sz="1425" b="1">
                <a:solidFill>
                  <a:srgbClr val="007D85"/>
                </a:solidFill>
                <a:latin typeface="DejaVu Sans"/>
                <a:ea typeface="DejaVu Sans"/>
                <a:cs typeface="DejaVu Sans"/>
              </a:defRPr>
            </a:lvl5pPr>
            <a:lvl6pPr>
              <a:defRPr sz="1425" b="1">
                <a:solidFill>
                  <a:srgbClr val="007D85"/>
                </a:solidFill>
                <a:latin typeface="DejaVu Sans"/>
                <a:ea typeface="DejaVu Sans"/>
                <a:cs typeface="DejaVu Sans"/>
              </a:defRPr>
            </a:lvl6pPr>
            <a:lvl7pPr>
              <a:defRPr sz="1425" b="1">
                <a:solidFill>
                  <a:srgbClr val="007D85"/>
                </a:solidFill>
                <a:latin typeface="DejaVu Sans"/>
                <a:ea typeface="DejaVu Sans"/>
                <a:cs typeface="DejaVu Sans"/>
              </a:defRPr>
            </a:lvl7pPr>
            <a:lvl8pPr>
              <a:defRPr sz="1425" b="1">
                <a:solidFill>
                  <a:srgbClr val="007D85"/>
                </a:solidFill>
                <a:latin typeface="DejaVu Sans"/>
                <a:ea typeface="DejaVu Sans"/>
                <a:cs typeface="DejaVu Sans"/>
              </a:defRPr>
            </a:lvl8pPr>
            <a:lvl9pPr>
              <a:defRPr sz="1425" b="1">
                <a:solidFill>
                  <a:srgbClr val="007D85"/>
                </a:solidFill>
                <a:latin typeface="DejaVu Sans"/>
                <a:ea typeface="DejaVu Sans"/>
                <a:cs typeface="DejaVu Sans"/>
              </a:defRPr>
            </a:lvl9pPr>
          </a:lstStyle>
          <a:p>
            <a:pPr>
              <a:defRPr sz="1425" b="1">
                <a:solidFill>
                  <a:srgbClr val="007D85"/>
                </a:solidFill>
                <a:latin typeface="DejaVu Sans"/>
                <a:ea typeface="DejaVu Sans"/>
                <a:cs typeface="DejaVu Sans"/>
              </a:defRPr>
            </a:pPr>
            <a:r>
              <a:rPr sz="1425" b="1">
                <a:solidFill>
                  <a:srgbClr val="007D85"/>
                </a:solidFill>
                <a:latin typeface="DejaVu Sans"/>
                <a:ea typeface="DejaVu Sans"/>
                <a:cs typeface="DejaVu Sans"/>
              </a:rPr>
              <a:t>07</a:t>
            </a:r>
          </a:p>
        </p:txBody>
      </p:sp>
      <p:sp>
        <p:nvSpPr>
          <p:cNvPr id="5" name="text-4">
            <a:extLst>
              <a:ext uri="{FF2B5EF4-FFF2-40B4-BE49-F238E27FC236}">
                <a16:creationId xmlns:a16="http://schemas.microsoft.com/office/drawing/2014/main" id="{2CE621D3-6E92-4E8E-A934-0FEF8A939E10}"/>
              </a:ext>
            </a:extLst>
          </p:cNvPr>
          <p:cNvSpPr>
            <a:spLocks noGrp="1"/>
          </p:cNvSpPr>
          <p:nvPr/>
        </p:nvSpPr>
        <p:spPr>
          <a:xfrm>
            <a:off x="609600" y="195262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Kesiapan komputer</a:t>
            </a:r>
          </a:p>
        </p:txBody>
      </p:sp>
      <p:sp>
        <p:nvSpPr>
          <p:cNvPr id="6" name="text-5">
            <a:extLst>
              <a:ext uri="{FF2B5EF4-FFF2-40B4-BE49-F238E27FC236}">
                <a16:creationId xmlns:a16="http://schemas.microsoft.com/office/drawing/2014/main" id="{EC9B1AC7-9A92-4A41-BBA7-0700CFF913CC}"/>
              </a:ext>
            </a:extLst>
          </p:cNvPr>
          <p:cNvSpPr>
            <a:spLocks noGrp="1"/>
          </p:cNvSpPr>
          <p:nvPr/>
        </p:nvSpPr>
        <p:spPr>
          <a:xfrm>
            <a:off x="3714750" y="195262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Periksa sistem operasi, RAM, ruang disk, prosesor, dan resolusi layar sesuai perangkat pengembangan.</a:t>
            </a:r>
          </a:p>
        </p:txBody>
      </p:sp>
      <p:sp>
        <p:nvSpPr>
          <p:cNvPr id="7" name="text-6">
            <a:extLst>
              <a:ext uri="{FF2B5EF4-FFF2-40B4-BE49-F238E27FC236}">
                <a16:creationId xmlns:a16="http://schemas.microsoft.com/office/drawing/2014/main" id="{AE5EA8B1-8355-4E0D-B7A8-678CEA286743}"/>
              </a:ext>
            </a:extLst>
          </p:cNvPr>
          <p:cNvSpPr>
            <a:spLocks noGrp="1"/>
          </p:cNvSpPr>
          <p:nvPr/>
        </p:nvSpPr>
        <p:spPr>
          <a:xfrm>
            <a:off x="609600" y="300037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Instalasi perangkat</a:t>
            </a:r>
          </a:p>
        </p:txBody>
      </p:sp>
      <p:sp>
        <p:nvSpPr>
          <p:cNvPr id="8" name="text-7">
            <a:extLst>
              <a:ext uri="{FF2B5EF4-FFF2-40B4-BE49-F238E27FC236}">
                <a16:creationId xmlns:a16="http://schemas.microsoft.com/office/drawing/2014/main" id="{917BB147-56CF-4E02-B2FA-0FCF60BF0598}"/>
              </a:ext>
            </a:extLst>
          </p:cNvPr>
          <p:cNvSpPr>
            <a:spLocks noGrp="1"/>
          </p:cNvSpPr>
          <p:nvPr/>
        </p:nvSpPr>
        <p:spPr>
          <a:xfrm>
            <a:off x="3714750" y="300037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Pasang JDK dan Android Studio, lalu siapkan komponen SDK yang diperlukan.</a:t>
            </a:r>
          </a:p>
        </p:txBody>
      </p:sp>
      <p:sp>
        <p:nvSpPr>
          <p:cNvPr id="9" name="text-8">
            <a:extLst>
              <a:ext uri="{FF2B5EF4-FFF2-40B4-BE49-F238E27FC236}">
                <a16:creationId xmlns:a16="http://schemas.microsoft.com/office/drawing/2014/main" id="{1B8BF69A-4664-4423-9C80-84D7E88E920E}"/>
              </a:ext>
            </a:extLst>
          </p:cNvPr>
          <p:cNvSpPr>
            <a:spLocks noGrp="1"/>
          </p:cNvSpPr>
          <p:nvPr/>
        </p:nvSpPr>
        <p:spPr>
          <a:xfrm>
            <a:off x="609600" y="404812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Perangkat uji</a:t>
            </a:r>
          </a:p>
        </p:txBody>
      </p:sp>
      <p:sp>
        <p:nvSpPr>
          <p:cNvPr id="10" name="text-9">
            <a:extLst>
              <a:ext uri="{FF2B5EF4-FFF2-40B4-BE49-F238E27FC236}">
                <a16:creationId xmlns:a16="http://schemas.microsoft.com/office/drawing/2014/main" id="{287887DD-9493-45DA-BABB-DD1590EBE03A}"/>
              </a:ext>
            </a:extLst>
          </p:cNvPr>
          <p:cNvSpPr>
            <a:spLocks noGrp="1"/>
          </p:cNvSpPr>
          <p:nvPr/>
        </p:nvSpPr>
        <p:spPr>
          <a:xfrm>
            <a:off x="3714750" y="404812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Buat Android Virtual Device dengan profil perangkat dan system image yang dipilih.</a:t>
            </a:r>
          </a:p>
        </p:txBody>
      </p:sp>
      <p:sp>
        <p:nvSpPr>
          <p:cNvPr id="11" name="text-10">
            <a:extLst>
              <a:ext uri="{FF2B5EF4-FFF2-40B4-BE49-F238E27FC236}">
                <a16:creationId xmlns:a16="http://schemas.microsoft.com/office/drawing/2014/main" id="{CE68FF2F-5FF7-40E1-B5A2-AA8903454F3F}"/>
              </a:ext>
            </a:extLst>
          </p:cNvPr>
          <p:cNvSpPr>
            <a:spLocks noGrp="1"/>
          </p:cNvSpPr>
          <p:nvPr/>
        </p:nvSpPr>
        <p:spPr>
          <a:xfrm>
            <a:off x="609600" y="509587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Alternatif perangkat fisik</a:t>
            </a:r>
          </a:p>
        </p:txBody>
      </p:sp>
      <p:sp>
        <p:nvSpPr>
          <p:cNvPr id="12" name="text-11">
            <a:extLst>
              <a:ext uri="{FF2B5EF4-FFF2-40B4-BE49-F238E27FC236}">
                <a16:creationId xmlns:a16="http://schemas.microsoft.com/office/drawing/2014/main" id="{ACEC7ABA-195F-4EDB-9723-5C615D5031FC}"/>
              </a:ext>
            </a:extLst>
          </p:cNvPr>
          <p:cNvSpPr>
            <a:spLocks noGrp="1"/>
          </p:cNvSpPr>
          <p:nvPr/>
        </p:nvSpPr>
        <p:spPr>
          <a:xfrm>
            <a:off x="3714750" y="509587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Aktifkan Developer Options dan USB Debugging, hubungkan perangkat, lalu siapkan driver bila diperlukan.</a:t>
            </a:r>
          </a:p>
        </p:txBody>
      </p:sp>
    </p:spTree>
    <p:extLst>
      <p:ext uri="{BB962C8B-B14F-4D97-AF65-F5344CB8AC3E}">
        <p14:creationId xmlns:p14="http://schemas.microsoft.com/office/powerpoint/2010/main" val="10928799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9FA"/>
        </a:solidFill>
        <a:effectLst/>
      </p:bgPr>
    </p:bg>
    <p:spTree>
      <p:nvGrpSpPr>
        <p:cNvPr id="1" name=""/>
        <p:cNvGrpSpPr/>
        <p:nvPr/>
      </p:nvGrpSpPr>
      <p:grpSpPr>
        <a:xfrm>
          <a:off x="0" y="0"/>
          <a:ext cx="0" cy="0"/>
          <a:chOff x="0" y="0"/>
          <a:chExt cx="0" cy="0"/>
        </a:xfrm>
      </p:grpSpPr>
      <p:sp>
        <p:nvSpPr>
          <p:cNvPr id="6" name="text-0">
            <a:extLst>
              <a:ext uri="{FF2B5EF4-FFF2-40B4-BE49-F238E27FC236}">
                <a16:creationId xmlns:a16="http://schemas.microsoft.com/office/drawing/2014/main" id="{D12B9078-F653-4966-BDC3-6872F5742113}"/>
              </a:ext>
            </a:extLst>
          </p:cNvPr>
          <p:cNvSpPr>
            <a:spLocks noGrp="1"/>
          </p:cNvSpPr>
          <p:nvPr/>
        </p:nvSpPr>
        <p:spPr>
          <a:xfrm>
            <a:off x="609600" y="381000"/>
            <a:ext cx="10953750" cy="266700"/>
          </a:xfrm>
          <a:prstGeom prst="rect">
            <a:avLst/>
          </a:prstGeom>
          <a:noFill/>
          <a:ln w="0">
            <a:noFill/>
            <a:prstDash val="solid"/>
          </a:ln>
        </p:spPr>
        <p:txBody>
          <a:bodyPr lIns="0" tIns="0" rIns="0" bIns="0" anchor="t">
            <a:noAutofit/>
          </a:bodyPr>
          <a:lstStyle>
            <a:defPPr>
              <a:defRPr sz="1350" b="1">
                <a:solidFill>
                  <a:srgbClr val="007D85"/>
                </a:solidFill>
                <a:latin typeface="DejaVu Sans"/>
                <a:ea typeface="DejaVu Sans"/>
                <a:cs typeface="DejaVu Sans"/>
              </a:defRPr>
            </a:defPPr>
            <a:lvl1pPr>
              <a:defRPr sz="1350" b="1">
                <a:solidFill>
                  <a:srgbClr val="007D85"/>
                </a:solidFill>
                <a:latin typeface="DejaVu Sans"/>
                <a:ea typeface="DejaVu Sans"/>
                <a:cs typeface="DejaVu Sans"/>
              </a:defRPr>
            </a:lvl1pPr>
            <a:lvl2pPr>
              <a:defRPr sz="1350" b="1">
                <a:solidFill>
                  <a:srgbClr val="007D85"/>
                </a:solidFill>
                <a:latin typeface="DejaVu Sans"/>
                <a:ea typeface="DejaVu Sans"/>
                <a:cs typeface="DejaVu Sans"/>
              </a:defRPr>
            </a:lvl2pPr>
            <a:lvl3pPr>
              <a:defRPr sz="1350" b="1">
                <a:solidFill>
                  <a:srgbClr val="007D85"/>
                </a:solidFill>
                <a:latin typeface="DejaVu Sans"/>
                <a:ea typeface="DejaVu Sans"/>
                <a:cs typeface="DejaVu Sans"/>
              </a:defRPr>
            </a:lvl3pPr>
            <a:lvl4pPr>
              <a:defRPr sz="1350" b="1">
                <a:solidFill>
                  <a:srgbClr val="007D85"/>
                </a:solidFill>
                <a:latin typeface="DejaVu Sans"/>
                <a:ea typeface="DejaVu Sans"/>
                <a:cs typeface="DejaVu Sans"/>
              </a:defRPr>
            </a:lvl4pPr>
            <a:lvl5pPr>
              <a:defRPr sz="1350" b="1">
                <a:solidFill>
                  <a:srgbClr val="007D85"/>
                </a:solidFill>
                <a:latin typeface="DejaVu Sans"/>
                <a:ea typeface="DejaVu Sans"/>
                <a:cs typeface="DejaVu Sans"/>
              </a:defRPr>
            </a:lvl5pPr>
            <a:lvl6pPr>
              <a:defRPr sz="1350" b="1">
                <a:solidFill>
                  <a:srgbClr val="007D85"/>
                </a:solidFill>
                <a:latin typeface="DejaVu Sans"/>
                <a:ea typeface="DejaVu Sans"/>
                <a:cs typeface="DejaVu Sans"/>
              </a:defRPr>
            </a:lvl6pPr>
            <a:lvl7pPr>
              <a:defRPr sz="1350" b="1">
                <a:solidFill>
                  <a:srgbClr val="007D85"/>
                </a:solidFill>
                <a:latin typeface="DejaVu Sans"/>
                <a:ea typeface="DejaVu Sans"/>
                <a:cs typeface="DejaVu Sans"/>
              </a:defRPr>
            </a:lvl7pPr>
            <a:lvl8pPr>
              <a:defRPr sz="1350" b="1">
                <a:solidFill>
                  <a:srgbClr val="007D85"/>
                </a:solidFill>
                <a:latin typeface="DejaVu Sans"/>
                <a:ea typeface="DejaVu Sans"/>
                <a:cs typeface="DejaVu Sans"/>
              </a:defRPr>
            </a:lvl8pPr>
            <a:lvl9pPr>
              <a:defRPr sz="1350" b="1">
                <a:solidFill>
                  <a:srgbClr val="007D85"/>
                </a:solidFill>
                <a:latin typeface="DejaVu Sans"/>
                <a:ea typeface="DejaVu Sans"/>
                <a:cs typeface="DejaVu Sans"/>
              </a:defRPr>
            </a:lvl9pPr>
          </a:lstStyle>
          <a:p>
            <a:pPr>
              <a:defRPr sz="1350" b="1">
                <a:solidFill>
                  <a:srgbClr val="007D85"/>
                </a:solidFill>
                <a:latin typeface="DejaVu Sans"/>
                <a:ea typeface="DejaVu Sans"/>
                <a:cs typeface="DejaVu Sans"/>
              </a:defRPr>
            </a:pPr>
            <a:r>
              <a:rPr sz="1350" b="1">
                <a:solidFill>
                  <a:srgbClr val="007D85"/>
                </a:solidFill>
                <a:latin typeface="DejaVu Sans"/>
                <a:ea typeface="DejaVu Sans"/>
                <a:cs typeface="DejaVu Sans"/>
              </a:rPr>
              <a:t>BAB 1  PENGENALAN</a:t>
            </a:r>
          </a:p>
        </p:txBody>
      </p:sp>
      <p:sp>
        <p:nvSpPr>
          <p:cNvPr id="2" name="text-1">
            <a:extLst>
              <a:ext uri="{FF2B5EF4-FFF2-40B4-BE49-F238E27FC236}">
                <a16:creationId xmlns:a16="http://schemas.microsoft.com/office/drawing/2014/main" id="{A8FE1EFE-E28C-4902-ADB8-BE8FD8F266FB}"/>
              </a:ext>
            </a:extLst>
          </p:cNvPr>
          <p:cNvSpPr>
            <a:spLocks noGrp="1"/>
          </p:cNvSpPr>
          <p:nvPr/>
        </p:nvSpPr>
        <p:spPr>
          <a:xfrm>
            <a:off x="609600" y="866775"/>
            <a:ext cx="10953750" cy="895350"/>
          </a:xfrm>
          <a:prstGeom prst="rect">
            <a:avLst/>
          </a:prstGeom>
          <a:noFill/>
          <a:ln w="0">
            <a:noFill/>
            <a:prstDash val="solid"/>
          </a:ln>
        </p:spPr>
        <p:txBody>
          <a:bodyPr lIns="0" tIns="0" rIns="0" bIns="0" anchor="t">
            <a:noAutofit/>
          </a:bodyPr>
          <a:lstStyle>
            <a:defPPr>
              <a:defRPr sz="3150" b="1">
                <a:solidFill>
                  <a:srgbClr val="10283F"/>
                </a:solidFill>
                <a:latin typeface="DejaVu Sans"/>
                <a:ea typeface="DejaVu Sans"/>
                <a:cs typeface="DejaVu Sans"/>
              </a:defRPr>
            </a:defPPr>
            <a:lvl1pPr>
              <a:defRPr sz="3150" b="1">
                <a:solidFill>
                  <a:srgbClr val="10283F"/>
                </a:solidFill>
                <a:latin typeface="DejaVu Sans"/>
                <a:ea typeface="DejaVu Sans"/>
                <a:cs typeface="DejaVu Sans"/>
              </a:defRPr>
            </a:lvl1pPr>
            <a:lvl2pPr>
              <a:defRPr sz="3150" b="1">
                <a:solidFill>
                  <a:srgbClr val="10283F"/>
                </a:solidFill>
                <a:latin typeface="DejaVu Sans"/>
                <a:ea typeface="DejaVu Sans"/>
                <a:cs typeface="DejaVu Sans"/>
              </a:defRPr>
            </a:lvl2pPr>
            <a:lvl3pPr>
              <a:defRPr sz="3150" b="1">
                <a:solidFill>
                  <a:srgbClr val="10283F"/>
                </a:solidFill>
                <a:latin typeface="DejaVu Sans"/>
                <a:ea typeface="DejaVu Sans"/>
                <a:cs typeface="DejaVu Sans"/>
              </a:defRPr>
            </a:lvl3pPr>
            <a:lvl4pPr>
              <a:defRPr sz="3150" b="1">
                <a:solidFill>
                  <a:srgbClr val="10283F"/>
                </a:solidFill>
                <a:latin typeface="DejaVu Sans"/>
                <a:ea typeface="DejaVu Sans"/>
                <a:cs typeface="DejaVu Sans"/>
              </a:defRPr>
            </a:lvl4pPr>
            <a:lvl5pPr>
              <a:defRPr sz="3150" b="1">
                <a:solidFill>
                  <a:srgbClr val="10283F"/>
                </a:solidFill>
                <a:latin typeface="DejaVu Sans"/>
                <a:ea typeface="DejaVu Sans"/>
                <a:cs typeface="DejaVu Sans"/>
              </a:defRPr>
            </a:lvl5pPr>
            <a:lvl6pPr>
              <a:defRPr sz="3150" b="1">
                <a:solidFill>
                  <a:srgbClr val="10283F"/>
                </a:solidFill>
                <a:latin typeface="DejaVu Sans"/>
                <a:ea typeface="DejaVu Sans"/>
                <a:cs typeface="DejaVu Sans"/>
              </a:defRPr>
            </a:lvl6pPr>
            <a:lvl7pPr>
              <a:defRPr sz="3150" b="1">
                <a:solidFill>
                  <a:srgbClr val="10283F"/>
                </a:solidFill>
                <a:latin typeface="DejaVu Sans"/>
                <a:ea typeface="DejaVu Sans"/>
                <a:cs typeface="DejaVu Sans"/>
              </a:defRPr>
            </a:lvl7pPr>
            <a:lvl8pPr>
              <a:defRPr sz="3150" b="1">
                <a:solidFill>
                  <a:srgbClr val="10283F"/>
                </a:solidFill>
                <a:latin typeface="DejaVu Sans"/>
                <a:ea typeface="DejaVu Sans"/>
                <a:cs typeface="DejaVu Sans"/>
              </a:defRPr>
            </a:lvl8pPr>
            <a:lvl9pPr>
              <a:defRPr sz="3150" b="1">
                <a:solidFill>
                  <a:srgbClr val="10283F"/>
                </a:solidFill>
                <a:latin typeface="DejaVu Sans"/>
                <a:ea typeface="DejaVu Sans"/>
                <a:cs typeface="DejaVu Sans"/>
              </a:defRPr>
            </a:lvl9pPr>
          </a:lstStyle>
          <a:p>
            <a:pPr>
              <a:defRPr sz="3150" b="1">
                <a:solidFill>
                  <a:srgbClr val="10283F"/>
                </a:solidFill>
                <a:latin typeface="DejaVu Sans"/>
                <a:ea typeface="DejaVu Sans"/>
                <a:cs typeface="DejaVu Sans"/>
              </a:defRPr>
            </a:pPr>
            <a:r>
              <a:rPr sz="3150" b="1">
                <a:solidFill>
                  <a:srgbClr val="10283F"/>
                </a:solidFill>
                <a:latin typeface="DejaVu Sans"/>
                <a:ea typeface="DejaVu Sans"/>
                <a:cs typeface="DejaVu Sans"/>
              </a:rPr>
              <a:t>Struktur proyek Android</a:t>
            </a:r>
          </a:p>
        </p:txBody>
      </p:sp>
      <p:sp>
        <p:nvSpPr>
          <p:cNvPr id="3" name="text-2">
            <a:extLst>
              <a:ext uri="{FF2B5EF4-FFF2-40B4-BE49-F238E27FC236}">
                <a16:creationId xmlns:a16="http://schemas.microsoft.com/office/drawing/2014/main" id="{13A8C272-5BDB-4BC8-B563-CCCCC5812FD7}"/>
              </a:ext>
            </a:extLst>
          </p:cNvPr>
          <p:cNvSpPr>
            <a:spLocks noGrp="1"/>
          </p:cNvSpPr>
          <p:nvPr/>
        </p:nvSpPr>
        <p:spPr>
          <a:xfrm>
            <a:off x="609600" y="6410325"/>
            <a:ext cx="10096500" cy="238125"/>
          </a:xfrm>
          <a:prstGeom prst="rect">
            <a:avLst/>
          </a:prstGeom>
          <a:noFill/>
          <a:ln w="0">
            <a:noFill/>
            <a:prstDash val="solid"/>
          </a:ln>
        </p:spPr>
        <p:txBody>
          <a:bodyPr lIns="0" tIns="0" rIns="0" bIns="0" anchor="t">
            <a:noAutofit/>
          </a:bodyPr>
          <a:lstStyle>
            <a:defPPr>
              <a:defRPr sz="1050" b="0">
                <a:solidFill>
                  <a:srgbClr val="506778"/>
                </a:solidFill>
                <a:latin typeface="DejaVu Sans"/>
                <a:ea typeface="DejaVu Sans"/>
                <a:cs typeface="DejaVu Sans"/>
              </a:defRPr>
            </a:defPPr>
            <a:lvl1pPr>
              <a:defRPr sz="1050" b="0">
                <a:solidFill>
                  <a:srgbClr val="506778"/>
                </a:solidFill>
                <a:latin typeface="DejaVu Sans"/>
                <a:ea typeface="DejaVu Sans"/>
                <a:cs typeface="DejaVu Sans"/>
              </a:defRPr>
            </a:lvl1pPr>
            <a:lvl2pPr>
              <a:defRPr sz="1050" b="0">
                <a:solidFill>
                  <a:srgbClr val="506778"/>
                </a:solidFill>
                <a:latin typeface="DejaVu Sans"/>
                <a:ea typeface="DejaVu Sans"/>
                <a:cs typeface="DejaVu Sans"/>
              </a:defRPr>
            </a:lvl2pPr>
            <a:lvl3pPr>
              <a:defRPr sz="1050" b="0">
                <a:solidFill>
                  <a:srgbClr val="506778"/>
                </a:solidFill>
                <a:latin typeface="DejaVu Sans"/>
                <a:ea typeface="DejaVu Sans"/>
                <a:cs typeface="DejaVu Sans"/>
              </a:defRPr>
            </a:lvl3pPr>
            <a:lvl4pPr>
              <a:defRPr sz="1050" b="0">
                <a:solidFill>
                  <a:srgbClr val="506778"/>
                </a:solidFill>
                <a:latin typeface="DejaVu Sans"/>
                <a:ea typeface="DejaVu Sans"/>
                <a:cs typeface="DejaVu Sans"/>
              </a:defRPr>
            </a:lvl4pPr>
            <a:lvl5pPr>
              <a:defRPr sz="1050" b="0">
                <a:solidFill>
                  <a:srgbClr val="506778"/>
                </a:solidFill>
                <a:latin typeface="DejaVu Sans"/>
                <a:ea typeface="DejaVu Sans"/>
                <a:cs typeface="DejaVu Sans"/>
              </a:defRPr>
            </a:lvl5pPr>
            <a:lvl6pPr>
              <a:defRPr sz="1050" b="0">
                <a:solidFill>
                  <a:srgbClr val="506778"/>
                </a:solidFill>
                <a:latin typeface="DejaVu Sans"/>
                <a:ea typeface="DejaVu Sans"/>
                <a:cs typeface="DejaVu Sans"/>
              </a:defRPr>
            </a:lvl6pPr>
            <a:lvl7pPr>
              <a:defRPr sz="1050" b="0">
                <a:solidFill>
                  <a:srgbClr val="506778"/>
                </a:solidFill>
                <a:latin typeface="DejaVu Sans"/>
                <a:ea typeface="DejaVu Sans"/>
                <a:cs typeface="DejaVu Sans"/>
              </a:defRPr>
            </a:lvl7pPr>
            <a:lvl8pPr>
              <a:defRPr sz="1050" b="0">
                <a:solidFill>
                  <a:srgbClr val="506778"/>
                </a:solidFill>
                <a:latin typeface="DejaVu Sans"/>
                <a:ea typeface="DejaVu Sans"/>
                <a:cs typeface="DejaVu Sans"/>
              </a:defRPr>
            </a:lvl8pPr>
            <a:lvl9pPr>
              <a:defRPr sz="1050" b="0">
                <a:solidFill>
                  <a:srgbClr val="506778"/>
                </a:solidFill>
                <a:latin typeface="DejaVu Sans"/>
                <a:ea typeface="DejaVu Sans"/>
                <a:cs typeface="DejaVu Sans"/>
              </a:defRPr>
            </a:lvl9pPr>
          </a:lstStyle>
          <a:p>
            <a:pPr>
              <a:defRPr sz="1050" b="0">
                <a:solidFill>
                  <a:srgbClr val="506778"/>
                </a:solidFill>
                <a:latin typeface="DejaVu Sans"/>
                <a:ea typeface="DejaVu Sans"/>
                <a:cs typeface="DejaVu Sans"/>
              </a:defRPr>
            </a:pPr>
            <a:r>
              <a:rPr sz="1050" b="0">
                <a:solidFill>
                  <a:srgbClr val="506778"/>
                </a:solidFill>
                <a:latin typeface="DejaVu Sans"/>
                <a:ea typeface="DejaVu Sans"/>
                <a:cs typeface="DejaVu Sans"/>
              </a:rPr>
              <a:t>Sumber: E-book Bab 1 (PDF hlm. 22–23)</a:t>
            </a:r>
          </a:p>
        </p:txBody>
      </p:sp>
      <p:sp>
        <p:nvSpPr>
          <p:cNvPr id="4" name="text-3">
            <a:extLst>
              <a:ext uri="{FF2B5EF4-FFF2-40B4-BE49-F238E27FC236}">
                <a16:creationId xmlns:a16="http://schemas.microsoft.com/office/drawing/2014/main" id="{215D015C-A817-4C20-B1EF-DDFFDE395B08}"/>
              </a:ext>
            </a:extLst>
          </p:cNvPr>
          <p:cNvSpPr>
            <a:spLocks noGrp="1"/>
          </p:cNvSpPr>
          <p:nvPr/>
        </p:nvSpPr>
        <p:spPr>
          <a:xfrm>
            <a:off x="11106150" y="6372225"/>
            <a:ext cx="476250" cy="285750"/>
          </a:xfrm>
          <a:prstGeom prst="rect">
            <a:avLst/>
          </a:prstGeom>
          <a:noFill/>
          <a:ln w="0">
            <a:noFill/>
            <a:prstDash val="solid"/>
          </a:ln>
        </p:spPr>
        <p:txBody>
          <a:bodyPr lIns="0" tIns="0" rIns="0" bIns="0" anchor="t">
            <a:noAutofit/>
          </a:bodyPr>
          <a:lstStyle>
            <a:defPPr>
              <a:defRPr sz="1425" b="1">
                <a:solidFill>
                  <a:srgbClr val="007D85"/>
                </a:solidFill>
                <a:latin typeface="DejaVu Sans"/>
                <a:ea typeface="DejaVu Sans"/>
                <a:cs typeface="DejaVu Sans"/>
              </a:defRPr>
            </a:defPPr>
            <a:lvl1pPr>
              <a:defRPr sz="1425" b="1">
                <a:solidFill>
                  <a:srgbClr val="007D85"/>
                </a:solidFill>
                <a:latin typeface="DejaVu Sans"/>
                <a:ea typeface="DejaVu Sans"/>
                <a:cs typeface="DejaVu Sans"/>
              </a:defRPr>
            </a:lvl1pPr>
            <a:lvl2pPr>
              <a:defRPr sz="1425" b="1">
                <a:solidFill>
                  <a:srgbClr val="007D85"/>
                </a:solidFill>
                <a:latin typeface="DejaVu Sans"/>
                <a:ea typeface="DejaVu Sans"/>
                <a:cs typeface="DejaVu Sans"/>
              </a:defRPr>
            </a:lvl2pPr>
            <a:lvl3pPr>
              <a:defRPr sz="1425" b="1">
                <a:solidFill>
                  <a:srgbClr val="007D85"/>
                </a:solidFill>
                <a:latin typeface="DejaVu Sans"/>
                <a:ea typeface="DejaVu Sans"/>
                <a:cs typeface="DejaVu Sans"/>
              </a:defRPr>
            </a:lvl3pPr>
            <a:lvl4pPr>
              <a:defRPr sz="1425" b="1">
                <a:solidFill>
                  <a:srgbClr val="007D85"/>
                </a:solidFill>
                <a:latin typeface="DejaVu Sans"/>
                <a:ea typeface="DejaVu Sans"/>
                <a:cs typeface="DejaVu Sans"/>
              </a:defRPr>
            </a:lvl4pPr>
            <a:lvl5pPr>
              <a:defRPr sz="1425" b="1">
                <a:solidFill>
                  <a:srgbClr val="007D85"/>
                </a:solidFill>
                <a:latin typeface="DejaVu Sans"/>
                <a:ea typeface="DejaVu Sans"/>
                <a:cs typeface="DejaVu Sans"/>
              </a:defRPr>
            </a:lvl5pPr>
            <a:lvl6pPr>
              <a:defRPr sz="1425" b="1">
                <a:solidFill>
                  <a:srgbClr val="007D85"/>
                </a:solidFill>
                <a:latin typeface="DejaVu Sans"/>
                <a:ea typeface="DejaVu Sans"/>
                <a:cs typeface="DejaVu Sans"/>
              </a:defRPr>
            </a:lvl6pPr>
            <a:lvl7pPr>
              <a:defRPr sz="1425" b="1">
                <a:solidFill>
                  <a:srgbClr val="007D85"/>
                </a:solidFill>
                <a:latin typeface="DejaVu Sans"/>
                <a:ea typeface="DejaVu Sans"/>
                <a:cs typeface="DejaVu Sans"/>
              </a:defRPr>
            </a:lvl7pPr>
            <a:lvl8pPr>
              <a:defRPr sz="1425" b="1">
                <a:solidFill>
                  <a:srgbClr val="007D85"/>
                </a:solidFill>
                <a:latin typeface="DejaVu Sans"/>
                <a:ea typeface="DejaVu Sans"/>
                <a:cs typeface="DejaVu Sans"/>
              </a:defRPr>
            </a:lvl8pPr>
            <a:lvl9pPr>
              <a:defRPr sz="1425" b="1">
                <a:solidFill>
                  <a:srgbClr val="007D85"/>
                </a:solidFill>
                <a:latin typeface="DejaVu Sans"/>
                <a:ea typeface="DejaVu Sans"/>
                <a:cs typeface="DejaVu Sans"/>
              </a:defRPr>
            </a:lvl9pPr>
          </a:lstStyle>
          <a:p>
            <a:pPr>
              <a:defRPr sz="1425" b="1">
                <a:solidFill>
                  <a:srgbClr val="007D85"/>
                </a:solidFill>
                <a:latin typeface="DejaVu Sans"/>
                <a:ea typeface="DejaVu Sans"/>
                <a:cs typeface="DejaVu Sans"/>
              </a:defRPr>
            </a:pPr>
            <a:r>
              <a:rPr sz="1425" b="1">
                <a:solidFill>
                  <a:srgbClr val="007D85"/>
                </a:solidFill>
                <a:latin typeface="DejaVu Sans"/>
                <a:ea typeface="DejaVu Sans"/>
                <a:cs typeface="DejaVu Sans"/>
              </a:rPr>
              <a:t>08</a:t>
            </a:r>
          </a:p>
        </p:txBody>
      </p:sp>
      <p:graphicFrame>
        <p:nvGraphicFramePr>
          <p:cNvPr id="5" name="Table 4">
            <a:extLst>
              <a:ext uri="{FF2B5EF4-FFF2-40B4-BE49-F238E27FC236}">
                <a16:creationId xmlns:a16="http://schemas.microsoft.com/office/drawing/2014/main" id="{C185246E-32D9-4F1A-A4D2-01C66EB8987B}"/>
              </a:ext>
            </a:extLst>
          </p:cNvPr>
          <p:cNvGraphicFramePr/>
          <p:nvPr/>
        </p:nvGraphicFramePr>
        <p:xfrm>
          <a:off x="609600" y="1924050"/>
          <a:ext cx="10972800" cy="3714750"/>
        </p:xfrm>
        <a:graphic>
          <a:graphicData uri="http://schemas.openxmlformats.org/drawingml/2006/table">
            <a:tbl>
              <a:tblPr/>
              <a:tblGrid>
                <a:gridCol w="4333875">
                  <a:extLst>
                    <a:ext uri="{9D8B030D-6E8A-4147-A177-3AD203B41FA5}">
                      <a16:colId xmlns:a16="http://schemas.microsoft.com/office/drawing/2014/main" val="20000"/>
                    </a:ext>
                  </a:extLst>
                </a:gridCol>
                <a:gridCol w="6638925">
                  <a:extLst>
                    <a:ext uri="{9D8B030D-6E8A-4147-A177-3AD203B41FA5}">
                      <a16:colId xmlns:a16="http://schemas.microsoft.com/office/drawing/2014/main" val="20001"/>
                    </a:ext>
                  </a:extLst>
                </a:gridCol>
              </a:tblGrid>
              <a:tr h="619125">
                <a:tc>
                  <a:txBody>
                    <a:bodyPr/>
                    <a:lstStyle/>
                    <a:p>
                      <a:r>
                        <a:rPr sz="1800" b="1">
                          <a:solidFill>
                            <a:srgbClr val="FFFFFF"/>
                          </a:solidFill>
                          <a:latin typeface="DejaVu Sans"/>
                          <a:ea typeface="DejaVu Sans"/>
                          <a:cs typeface="DejaVu Sans"/>
                        </a:rPr>
                        <a:t>Bagian</a:t>
                      </a:r>
                    </a:p>
                  </a:txBody>
                  <a:tcPr>
                    <a:lnL w="9525">
                      <a:solidFill>
                        <a:srgbClr val="D9E3E8"/>
                      </a:solidFill>
                      <a:prstDash val="solid"/>
                    </a:lnL>
                    <a:lnR w="9525">
                      <a:solidFill>
                        <a:srgbClr val="D9E3E8"/>
                      </a:solidFill>
                      <a:prstDash val="solid"/>
                    </a:lnR>
                    <a:lnT w="9525">
                      <a:solidFill>
                        <a:srgbClr val="D9E3E8"/>
                      </a:solidFill>
                      <a:prstDash val="solid"/>
                    </a:lnT>
                    <a:lnB w="9525">
                      <a:solidFill>
                        <a:srgbClr val="D9E3E8"/>
                      </a:solidFill>
                      <a:prstDash val="solid"/>
                    </a:lnB>
                    <a:solidFill>
                      <a:srgbClr val="10283F"/>
                    </a:solidFill>
                  </a:tcPr>
                </a:tc>
                <a:tc>
                  <a:txBody>
                    <a:bodyPr/>
                    <a:lstStyle/>
                    <a:p>
                      <a:r>
                        <a:rPr sz="1800" b="1">
                          <a:solidFill>
                            <a:srgbClr val="FFFFFF"/>
                          </a:solidFill>
                          <a:latin typeface="DejaVu Sans"/>
                          <a:ea typeface="DejaVu Sans"/>
                          <a:cs typeface="DejaVu Sans"/>
                        </a:rPr>
                        <a:t>Isi dan fungsi</a:t>
                      </a:r>
                    </a:p>
                  </a:txBody>
                  <a:tcPr>
                    <a:lnL w="9525" cap="flat" cmpd="sng" algn="ctr">
                      <a:solidFill>
                        <a:srgbClr val="D9E3E8"/>
                      </a:solidFill>
                      <a:prstDash val="solid"/>
                      <a:round/>
                      <a:headEnd type="none" w="med" len="med"/>
                      <a:tailEnd type="none" w="med" len="med"/>
                    </a:lnL>
                    <a:lnR w="9525">
                      <a:solidFill>
                        <a:srgbClr val="D9E3E8"/>
                      </a:solidFill>
                      <a:prstDash val="solid"/>
                    </a:lnR>
                    <a:lnT w="9525">
                      <a:solidFill>
                        <a:srgbClr val="D9E3E8"/>
                      </a:solidFill>
                      <a:prstDash val="solid"/>
                    </a:lnT>
                    <a:lnB w="9525">
                      <a:solidFill>
                        <a:srgbClr val="D9E3E8"/>
                      </a:solidFill>
                      <a:prstDash val="solid"/>
                    </a:lnB>
                    <a:solidFill>
                      <a:srgbClr val="10283F"/>
                    </a:solidFill>
                  </a:tcPr>
                </a:tc>
                <a:extLst>
                  <a:ext uri="{0D108BD9-81ED-4DB2-BD59-A6C34878D82A}">
                    <a16:rowId xmlns:a16="http://schemas.microsoft.com/office/drawing/2014/main" val="10000"/>
                  </a:ext>
                </a:extLst>
              </a:tr>
              <a:tr h="619125">
                <a:tc>
                  <a:txBody>
                    <a:bodyPr/>
                    <a:lstStyle/>
                    <a:p>
                      <a:r>
                        <a:rPr sz="1725" b="0">
                          <a:solidFill>
                            <a:srgbClr val="183349"/>
                          </a:solidFill>
                          <a:latin typeface="DejaVu Sans"/>
                          <a:ea typeface="DejaVu Sans"/>
                          <a:cs typeface="DejaVu Sans"/>
                        </a:rPr>
                        <a:t>AndroidManifest.xml</a:t>
                      </a:r>
                    </a:p>
                  </a:txBody>
                  <a:tcPr>
                    <a:lnL w="9525">
                      <a:solidFill>
                        <a:srgbClr val="D9E3E8"/>
                      </a:solidFill>
                      <a:prstDash val="soli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FFFFFF"/>
                    </a:solidFill>
                  </a:tcPr>
                </a:tc>
                <a:tc>
                  <a:txBody>
                    <a:bodyPr/>
                    <a:lstStyle/>
                    <a:p>
                      <a:r>
                        <a:rPr sz="1725" b="0">
                          <a:solidFill>
                            <a:srgbClr val="183349"/>
                          </a:solidFill>
                          <a:latin typeface="DejaVu Sans"/>
                          <a:ea typeface="DejaVu Sans"/>
                          <a:cs typeface="DejaVu Sans"/>
                        </a:rPr>
                        <a:t>Identitas aplikasi, deklarasi komponen, dan izin.</a:t>
                      </a:r>
                    </a:p>
                  </a:txBody>
                  <a:tcPr>
                    <a:lnL w="9525" cap="flat" cmpd="sng" algn="ctr">
                      <a:solidFill>
                        <a:srgbClr val="D9E3E8"/>
                      </a:solidFill>
                      <a:prstDash val="solid"/>
                      <a:round/>
                      <a:headEnd type="none" w="med" len="med"/>
                      <a:tailEnd type="none" w="med" len="me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FFFFFF"/>
                    </a:solidFill>
                  </a:tcPr>
                </a:tc>
                <a:extLst>
                  <a:ext uri="{0D108BD9-81ED-4DB2-BD59-A6C34878D82A}">
                    <a16:rowId xmlns:a16="http://schemas.microsoft.com/office/drawing/2014/main" val="10001"/>
                  </a:ext>
                </a:extLst>
              </a:tr>
              <a:tr h="619125">
                <a:tc>
                  <a:txBody>
                    <a:bodyPr/>
                    <a:lstStyle/>
                    <a:p>
                      <a:r>
                        <a:rPr sz="1725" b="0">
                          <a:solidFill>
                            <a:srgbClr val="183349"/>
                          </a:solidFill>
                          <a:latin typeface="DejaVu Sans"/>
                          <a:ea typeface="DejaVu Sans"/>
                          <a:cs typeface="DejaVu Sans"/>
                        </a:rPr>
                        <a:t>java</a:t>
                      </a:r>
                    </a:p>
                  </a:txBody>
                  <a:tcPr>
                    <a:lnL w="9525">
                      <a:solidFill>
                        <a:srgbClr val="D9E3E8"/>
                      </a:solidFill>
                      <a:prstDash val="soli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EAF1F4"/>
                    </a:solidFill>
                  </a:tcPr>
                </a:tc>
                <a:tc>
                  <a:txBody>
                    <a:bodyPr/>
                    <a:lstStyle/>
                    <a:p>
                      <a:r>
                        <a:rPr sz="1725" b="0">
                          <a:solidFill>
                            <a:srgbClr val="183349"/>
                          </a:solidFill>
                          <a:latin typeface="DejaVu Sans"/>
                          <a:ea typeface="DejaVu Sans"/>
                          <a:cs typeface="DejaVu Sans"/>
                        </a:rPr>
                        <a:t>Activity, model, service, dan kelas pembantu.</a:t>
                      </a:r>
                    </a:p>
                  </a:txBody>
                  <a:tcPr>
                    <a:lnL w="9525" cap="flat" cmpd="sng" algn="ctr">
                      <a:solidFill>
                        <a:srgbClr val="D9E3E8"/>
                      </a:solidFill>
                      <a:prstDash val="solid"/>
                      <a:round/>
                      <a:headEnd type="none" w="med" len="med"/>
                      <a:tailEnd type="none" w="med" len="me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EAF1F4"/>
                    </a:solidFill>
                  </a:tcPr>
                </a:tc>
                <a:extLst>
                  <a:ext uri="{0D108BD9-81ED-4DB2-BD59-A6C34878D82A}">
                    <a16:rowId xmlns:a16="http://schemas.microsoft.com/office/drawing/2014/main" val="10002"/>
                  </a:ext>
                </a:extLst>
              </a:tr>
              <a:tr h="619125">
                <a:tc>
                  <a:txBody>
                    <a:bodyPr/>
                    <a:lstStyle/>
                    <a:p>
                      <a:r>
                        <a:rPr sz="1725" b="0">
                          <a:solidFill>
                            <a:srgbClr val="183349"/>
                          </a:solidFill>
                          <a:latin typeface="DejaVu Sans"/>
                          <a:ea typeface="DejaVu Sans"/>
                          <a:cs typeface="DejaVu Sans"/>
                        </a:rPr>
                        <a:t>res/layout</a:t>
                      </a:r>
                    </a:p>
                  </a:txBody>
                  <a:tcPr>
                    <a:lnL w="9525">
                      <a:solidFill>
                        <a:srgbClr val="D9E3E8"/>
                      </a:solidFill>
                      <a:prstDash val="soli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FFFFFF"/>
                    </a:solidFill>
                  </a:tcPr>
                </a:tc>
                <a:tc>
                  <a:txBody>
                    <a:bodyPr/>
                    <a:lstStyle/>
                    <a:p>
                      <a:r>
                        <a:rPr sz="1725" b="0">
                          <a:solidFill>
                            <a:srgbClr val="183349"/>
                          </a:solidFill>
                          <a:latin typeface="DejaVu Sans"/>
                          <a:ea typeface="DejaVu Sans"/>
                          <a:cs typeface="DejaVu Sans"/>
                        </a:rPr>
                        <a:t>Layout antarmuka dalam XML.</a:t>
                      </a:r>
                    </a:p>
                  </a:txBody>
                  <a:tcPr>
                    <a:lnL w="9525" cap="flat" cmpd="sng" algn="ctr">
                      <a:solidFill>
                        <a:srgbClr val="D9E3E8"/>
                      </a:solidFill>
                      <a:prstDash val="solid"/>
                      <a:round/>
                      <a:headEnd type="none" w="med" len="med"/>
                      <a:tailEnd type="none" w="med" len="me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FFFFFF"/>
                    </a:solidFill>
                  </a:tcPr>
                </a:tc>
                <a:extLst>
                  <a:ext uri="{0D108BD9-81ED-4DB2-BD59-A6C34878D82A}">
                    <a16:rowId xmlns:a16="http://schemas.microsoft.com/office/drawing/2014/main" val="10003"/>
                  </a:ext>
                </a:extLst>
              </a:tr>
              <a:tr h="619125">
                <a:tc>
                  <a:txBody>
                    <a:bodyPr/>
                    <a:lstStyle/>
                    <a:p>
                      <a:r>
                        <a:rPr sz="1725" b="0">
                          <a:solidFill>
                            <a:srgbClr val="183349"/>
                          </a:solidFill>
                          <a:latin typeface="DejaVu Sans"/>
                          <a:ea typeface="DejaVu Sans"/>
                          <a:cs typeface="DejaVu Sans"/>
                        </a:rPr>
                        <a:t>res lainnya</a:t>
                      </a:r>
                    </a:p>
                  </a:txBody>
                  <a:tcPr>
                    <a:lnL w="9525">
                      <a:solidFill>
                        <a:srgbClr val="D9E3E8"/>
                      </a:solidFill>
                      <a:prstDash val="soli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EAF1F4"/>
                    </a:solidFill>
                  </a:tcPr>
                </a:tc>
                <a:tc>
                  <a:txBody>
                    <a:bodyPr/>
                    <a:lstStyle/>
                    <a:p>
                      <a:r>
                        <a:rPr sz="1725" b="0">
                          <a:solidFill>
                            <a:srgbClr val="183349"/>
                          </a:solidFill>
                          <a:latin typeface="DejaVu Sans"/>
                          <a:ea typeface="DejaVu Sans"/>
                          <a:cs typeface="DejaVu Sans"/>
                        </a:rPr>
                        <a:t>String, warna, dimensi, gambar, dan aset.</a:t>
                      </a:r>
                    </a:p>
                  </a:txBody>
                  <a:tcPr>
                    <a:lnL w="9525" cap="flat" cmpd="sng" algn="ctr">
                      <a:solidFill>
                        <a:srgbClr val="D9E3E8"/>
                      </a:solidFill>
                      <a:prstDash val="solid"/>
                      <a:round/>
                      <a:headEnd type="none" w="med" len="med"/>
                      <a:tailEnd type="none" w="med" len="me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EAF1F4"/>
                    </a:solidFill>
                  </a:tcPr>
                </a:tc>
                <a:extLst>
                  <a:ext uri="{0D108BD9-81ED-4DB2-BD59-A6C34878D82A}">
                    <a16:rowId xmlns:a16="http://schemas.microsoft.com/office/drawing/2014/main" val="10004"/>
                  </a:ext>
                </a:extLst>
              </a:tr>
              <a:tr h="619125">
                <a:tc>
                  <a:txBody>
                    <a:bodyPr/>
                    <a:lstStyle/>
                    <a:p>
                      <a:r>
                        <a:rPr sz="1725" b="0">
                          <a:solidFill>
                            <a:srgbClr val="183349"/>
                          </a:solidFill>
                          <a:latin typeface="DejaVu Sans"/>
                          <a:ea typeface="DejaVu Sans"/>
                          <a:cs typeface="DejaVu Sans"/>
                        </a:rPr>
                        <a:t>Konfigurasi Gradle</a:t>
                      </a:r>
                    </a:p>
                  </a:txBody>
                  <a:tcPr>
                    <a:lnL w="9525">
                      <a:solidFill>
                        <a:srgbClr val="D9E3E8"/>
                      </a:solidFill>
                      <a:prstDash val="soli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FFFFFF"/>
                    </a:solidFill>
                  </a:tcPr>
                </a:tc>
                <a:tc>
                  <a:txBody>
                    <a:bodyPr/>
                    <a:lstStyle/>
                    <a:p>
                      <a:r>
                        <a:rPr sz="1725" b="0">
                          <a:solidFill>
                            <a:srgbClr val="183349"/>
                          </a:solidFill>
                          <a:latin typeface="DejaVu Sans"/>
                          <a:ea typeface="DejaVu Sans"/>
                          <a:cs typeface="DejaVu Sans"/>
                        </a:rPr>
                        <a:t>Dependensi dan konfigurasi proses build.</a:t>
                      </a:r>
                    </a:p>
                  </a:txBody>
                  <a:tcPr>
                    <a:lnL w="9525" cap="flat" cmpd="sng" algn="ctr">
                      <a:solidFill>
                        <a:srgbClr val="D9E3E8"/>
                      </a:solidFill>
                      <a:prstDash val="solid"/>
                      <a:round/>
                      <a:headEnd type="none" w="med" len="med"/>
                      <a:tailEnd type="none" w="med" len="me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526059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9FA"/>
        </a:solidFill>
        <a:effectLst/>
      </p:bgPr>
    </p:bg>
    <p:spTree>
      <p:nvGrpSpPr>
        <p:cNvPr id="1" name=""/>
        <p:cNvGrpSpPr/>
        <p:nvPr/>
      </p:nvGrpSpPr>
      <p:grpSpPr>
        <a:xfrm>
          <a:off x="0" y="0"/>
          <a:ext cx="0" cy="0"/>
          <a:chOff x="0" y="0"/>
          <a:chExt cx="0" cy="0"/>
        </a:xfrm>
      </p:grpSpPr>
      <p:sp>
        <p:nvSpPr>
          <p:cNvPr id="13" name="text-0">
            <a:extLst>
              <a:ext uri="{FF2B5EF4-FFF2-40B4-BE49-F238E27FC236}">
                <a16:creationId xmlns:a16="http://schemas.microsoft.com/office/drawing/2014/main" id="{894AAFC6-4331-4291-AB45-AD00B6FA54AC}"/>
              </a:ext>
            </a:extLst>
          </p:cNvPr>
          <p:cNvSpPr>
            <a:spLocks noGrp="1"/>
          </p:cNvSpPr>
          <p:nvPr/>
        </p:nvSpPr>
        <p:spPr>
          <a:xfrm>
            <a:off x="609600" y="381000"/>
            <a:ext cx="10953750" cy="266700"/>
          </a:xfrm>
          <a:prstGeom prst="rect">
            <a:avLst/>
          </a:prstGeom>
          <a:noFill/>
          <a:ln w="0">
            <a:noFill/>
            <a:prstDash val="solid"/>
          </a:ln>
        </p:spPr>
        <p:txBody>
          <a:bodyPr lIns="0" tIns="0" rIns="0" bIns="0" anchor="t">
            <a:noAutofit/>
          </a:bodyPr>
          <a:lstStyle>
            <a:defPPr>
              <a:defRPr sz="1350" b="1">
                <a:solidFill>
                  <a:srgbClr val="007D85"/>
                </a:solidFill>
                <a:latin typeface="DejaVu Sans"/>
                <a:ea typeface="DejaVu Sans"/>
                <a:cs typeface="DejaVu Sans"/>
              </a:defRPr>
            </a:defPPr>
            <a:lvl1pPr>
              <a:defRPr sz="1350" b="1">
                <a:solidFill>
                  <a:srgbClr val="007D85"/>
                </a:solidFill>
                <a:latin typeface="DejaVu Sans"/>
                <a:ea typeface="DejaVu Sans"/>
                <a:cs typeface="DejaVu Sans"/>
              </a:defRPr>
            </a:lvl1pPr>
            <a:lvl2pPr>
              <a:defRPr sz="1350" b="1">
                <a:solidFill>
                  <a:srgbClr val="007D85"/>
                </a:solidFill>
                <a:latin typeface="DejaVu Sans"/>
                <a:ea typeface="DejaVu Sans"/>
                <a:cs typeface="DejaVu Sans"/>
              </a:defRPr>
            </a:lvl2pPr>
            <a:lvl3pPr>
              <a:defRPr sz="1350" b="1">
                <a:solidFill>
                  <a:srgbClr val="007D85"/>
                </a:solidFill>
                <a:latin typeface="DejaVu Sans"/>
                <a:ea typeface="DejaVu Sans"/>
                <a:cs typeface="DejaVu Sans"/>
              </a:defRPr>
            </a:lvl3pPr>
            <a:lvl4pPr>
              <a:defRPr sz="1350" b="1">
                <a:solidFill>
                  <a:srgbClr val="007D85"/>
                </a:solidFill>
                <a:latin typeface="DejaVu Sans"/>
                <a:ea typeface="DejaVu Sans"/>
                <a:cs typeface="DejaVu Sans"/>
              </a:defRPr>
            </a:lvl4pPr>
            <a:lvl5pPr>
              <a:defRPr sz="1350" b="1">
                <a:solidFill>
                  <a:srgbClr val="007D85"/>
                </a:solidFill>
                <a:latin typeface="DejaVu Sans"/>
                <a:ea typeface="DejaVu Sans"/>
                <a:cs typeface="DejaVu Sans"/>
              </a:defRPr>
            </a:lvl5pPr>
            <a:lvl6pPr>
              <a:defRPr sz="1350" b="1">
                <a:solidFill>
                  <a:srgbClr val="007D85"/>
                </a:solidFill>
                <a:latin typeface="DejaVu Sans"/>
                <a:ea typeface="DejaVu Sans"/>
                <a:cs typeface="DejaVu Sans"/>
              </a:defRPr>
            </a:lvl6pPr>
            <a:lvl7pPr>
              <a:defRPr sz="1350" b="1">
                <a:solidFill>
                  <a:srgbClr val="007D85"/>
                </a:solidFill>
                <a:latin typeface="DejaVu Sans"/>
                <a:ea typeface="DejaVu Sans"/>
                <a:cs typeface="DejaVu Sans"/>
              </a:defRPr>
            </a:lvl7pPr>
            <a:lvl8pPr>
              <a:defRPr sz="1350" b="1">
                <a:solidFill>
                  <a:srgbClr val="007D85"/>
                </a:solidFill>
                <a:latin typeface="DejaVu Sans"/>
                <a:ea typeface="DejaVu Sans"/>
                <a:cs typeface="DejaVu Sans"/>
              </a:defRPr>
            </a:lvl8pPr>
            <a:lvl9pPr>
              <a:defRPr sz="1350" b="1">
                <a:solidFill>
                  <a:srgbClr val="007D85"/>
                </a:solidFill>
                <a:latin typeface="DejaVu Sans"/>
                <a:ea typeface="DejaVu Sans"/>
                <a:cs typeface="DejaVu Sans"/>
              </a:defRPr>
            </a:lvl9pPr>
          </a:lstStyle>
          <a:p>
            <a:pPr>
              <a:defRPr sz="1350" b="1">
                <a:solidFill>
                  <a:srgbClr val="007D85"/>
                </a:solidFill>
                <a:latin typeface="DejaVu Sans"/>
                <a:ea typeface="DejaVu Sans"/>
                <a:cs typeface="DejaVu Sans"/>
              </a:defRPr>
            </a:pPr>
            <a:r>
              <a:rPr sz="1350" b="1">
                <a:solidFill>
                  <a:srgbClr val="007D85"/>
                </a:solidFill>
                <a:latin typeface="DejaVu Sans"/>
                <a:ea typeface="DejaVu Sans"/>
                <a:cs typeface="DejaVu Sans"/>
              </a:rPr>
              <a:t>BAB 1  PENGENALAN</a:t>
            </a:r>
          </a:p>
        </p:txBody>
      </p:sp>
      <p:sp>
        <p:nvSpPr>
          <p:cNvPr id="2" name="text-1">
            <a:extLst>
              <a:ext uri="{FF2B5EF4-FFF2-40B4-BE49-F238E27FC236}">
                <a16:creationId xmlns:a16="http://schemas.microsoft.com/office/drawing/2014/main" id="{56D3F6F7-52A3-4FD8-9A77-6AD9339D3926}"/>
              </a:ext>
            </a:extLst>
          </p:cNvPr>
          <p:cNvSpPr>
            <a:spLocks noGrp="1"/>
          </p:cNvSpPr>
          <p:nvPr/>
        </p:nvSpPr>
        <p:spPr>
          <a:xfrm>
            <a:off x="609600" y="866775"/>
            <a:ext cx="10953750" cy="895350"/>
          </a:xfrm>
          <a:prstGeom prst="rect">
            <a:avLst/>
          </a:prstGeom>
          <a:noFill/>
          <a:ln w="0">
            <a:noFill/>
            <a:prstDash val="solid"/>
          </a:ln>
        </p:spPr>
        <p:txBody>
          <a:bodyPr lIns="0" tIns="0" rIns="0" bIns="0" anchor="t">
            <a:noAutofit/>
          </a:bodyPr>
          <a:lstStyle>
            <a:defPPr>
              <a:defRPr sz="3150" b="1">
                <a:solidFill>
                  <a:srgbClr val="10283F"/>
                </a:solidFill>
                <a:latin typeface="DejaVu Sans"/>
                <a:ea typeface="DejaVu Sans"/>
                <a:cs typeface="DejaVu Sans"/>
              </a:defRPr>
            </a:defPPr>
            <a:lvl1pPr>
              <a:defRPr sz="3150" b="1">
                <a:solidFill>
                  <a:srgbClr val="10283F"/>
                </a:solidFill>
                <a:latin typeface="DejaVu Sans"/>
                <a:ea typeface="DejaVu Sans"/>
                <a:cs typeface="DejaVu Sans"/>
              </a:defRPr>
            </a:lvl1pPr>
            <a:lvl2pPr>
              <a:defRPr sz="3150" b="1">
                <a:solidFill>
                  <a:srgbClr val="10283F"/>
                </a:solidFill>
                <a:latin typeface="DejaVu Sans"/>
                <a:ea typeface="DejaVu Sans"/>
                <a:cs typeface="DejaVu Sans"/>
              </a:defRPr>
            </a:lvl2pPr>
            <a:lvl3pPr>
              <a:defRPr sz="3150" b="1">
                <a:solidFill>
                  <a:srgbClr val="10283F"/>
                </a:solidFill>
                <a:latin typeface="DejaVu Sans"/>
                <a:ea typeface="DejaVu Sans"/>
                <a:cs typeface="DejaVu Sans"/>
              </a:defRPr>
            </a:lvl3pPr>
            <a:lvl4pPr>
              <a:defRPr sz="3150" b="1">
                <a:solidFill>
                  <a:srgbClr val="10283F"/>
                </a:solidFill>
                <a:latin typeface="DejaVu Sans"/>
                <a:ea typeface="DejaVu Sans"/>
                <a:cs typeface="DejaVu Sans"/>
              </a:defRPr>
            </a:lvl4pPr>
            <a:lvl5pPr>
              <a:defRPr sz="3150" b="1">
                <a:solidFill>
                  <a:srgbClr val="10283F"/>
                </a:solidFill>
                <a:latin typeface="DejaVu Sans"/>
                <a:ea typeface="DejaVu Sans"/>
                <a:cs typeface="DejaVu Sans"/>
              </a:defRPr>
            </a:lvl5pPr>
            <a:lvl6pPr>
              <a:defRPr sz="3150" b="1">
                <a:solidFill>
                  <a:srgbClr val="10283F"/>
                </a:solidFill>
                <a:latin typeface="DejaVu Sans"/>
                <a:ea typeface="DejaVu Sans"/>
                <a:cs typeface="DejaVu Sans"/>
              </a:defRPr>
            </a:lvl6pPr>
            <a:lvl7pPr>
              <a:defRPr sz="3150" b="1">
                <a:solidFill>
                  <a:srgbClr val="10283F"/>
                </a:solidFill>
                <a:latin typeface="DejaVu Sans"/>
                <a:ea typeface="DejaVu Sans"/>
                <a:cs typeface="DejaVu Sans"/>
              </a:defRPr>
            </a:lvl7pPr>
            <a:lvl8pPr>
              <a:defRPr sz="3150" b="1">
                <a:solidFill>
                  <a:srgbClr val="10283F"/>
                </a:solidFill>
                <a:latin typeface="DejaVu Sans"/>
                <a:ea typeface="DejaVu Sans"/>
                <a:cs typeface="DejaVu Sans"/>
              </a:defRPr>
            </a:lvl8pPr>
            <a:lvl9pPr>
              <a:defRPr sz="3150" b="1">
                <a:solidFill>
                  <a:srgbClr val="10283F"/>
                </a:solidFill>
                <a:latin typeface="DejaVu Sans"/>
                <a:ea typeface="DejaVu Sans"/>
                <a:cs typeface="DejaVu Sans"/>
              </a:defRPr>
            </a:lvl9pPr>
          </a:lstStyle>
          <a:p>
            <a:pPr>
              <a:defRPr sz="3150" b="1">
                <a:solidFill>
                  <a:srgbClr val="10283F"/>
                </a:solidFill>
                <a:latin typeface="DejaVu Sans"/>
                <a:ea typeface="DejaVu Sans"/>
                <a:cs typeface="DejaVu Sans"/>
              </a:defRPr>
            </a:pPr>
            <a:r>
              <a:rPr sz="3150" b="1">
                <a:solidFill>
                  <a:srgbClr val="10283F"/>
                </a:solidFill>
                <a:latin typeface="DejaVu Sans"/>
                <a:ea typeface="DejaVu Sans"/>
                <a:cs typeface="DejaVu Sans"/>
              </a:rPr>
              <a:t>Alur pengembangan dan distribusi</a:t>
            </a:r>
          </a:p>
        </p:txBody>
      </p:sp>
      <p:sp>
        <p:nvSpPr>
          <p:cNvPr id="3" name="text-2">
            <a:extLst>
              <a:ext uri="{FF2B5EF4-FFF2-40B4-BE49-F238E27FC236}">
                <a16:creationId xmlns:a16="http://schemas.microsoft.com/office/drawing/2014/main" id="{A6E5EB44-B934-40B3-B968-33B289DF1D15}"/>
              </a:ext>
            </a:extLst>
          </p:cNvPr>
          <p:cNvSpPr>
            <a:spLocks noGrp="1"/>
          </p:cNvSpPr>
          <p:nvPr/>
        </p:nvSpPr>
        <p:spPr>
          <a:xfrm>
            <a:off x="609600" y="6410325"/>
            <a:ext cx="10096500" cy="238125"/>
          </a:xfrm>
          <a:prstGeom prst="rect">
            <a:avLst/>
          </a:prstGeom>
          <a:noFill/>
          <a:ln w="0">
            <a:noFill/>
            <a:prstDash val="solid"/>
          </a:ln>
        </p:spPr>
        <p:txBody>
          <a:bodyPr lIns="0" tIns="0" rIns="0" bIns="0" anchor="t">
            <a:noAutofit/>
          </a:bodyPr>
          <a:lstStyle>
            <a:defPPr>
              <a:defRPr sz="1050" b="0">
                <a:solidFill>
                  <a:srgbClr val="506778"/>
                </a:solidFill>
                <a:latin typeface="DejaVu Sans"/>
                <a:ea typeface="DejaVu Sans"/>
                <a:cs typeface="DejaVu Sans"/>
              </a:defRPr>
            </a:defPPr>
            <a:lvl1pPr>
              <a:defRPr sz="1050" b="0">
                <a:solidFill>
                  <a:srgbClr val="506778"/>
                </a:solidFill>
                <a:latin typeface="DejaVu Sans"/>
                <a:ea typeface="DejaVu Sans"/>
                <a:cs typeface="DejaVu Sans"/>
              </a:defRPr>
            </a:lvl1pPr>
            <a:lvl2pPr>
              <a:defRPr sz="1050" b="0">
                <a:solidFill>
                  <a:srgbClr val="506778"/>
                </a:solidFill>
                <a:latin typeface="DejaVu Sans"/>
                <a:ea typeface="DejaVu Sans"/>
                <a:cs typeface="DejaVu Sans"/>
              </a:defRPr>
            </a:lvl2pPr>
            <a:lvl3pPr>
              <a:defRPr sz="1050" b="0">
                <a:solidFill>
                  <a:srgbClr val="506778"/>
                </a:solidFill>
                <a:latin typeface="DejaVu Sans"/>
                <a:ea typeface="DejaVu Sans"/>
                <a:cs typeface="DejaVu Sans"/>
              </a:defRPr>
            </a:lvl3pPr>
            <a:lvl4pPr>
              <a:defRPr sz="1050" b="0">
                <a:solidFill>
                  <a:srgbClr val="506778"/>
                </a:solidFill>
                <a:latin typeface="DejaVu Sans"/>
                <a:ea typeface="DejaVu Sans"/>
                <a:cs typeface="DejaVu Sans"/>
              </a:defRPr>
            </a:lvl4pPr>
            <a:lvl5pPr>
              <a:defRPr sz="1050" b="0">
                <a:solidFill>
                  <a:srgbClr val="506778"/>
                </a:solidFill>
                <a:latin typeface="DejaVu Sans"/>
                <a:ea typeface="DejaVu Sans"/>
                <a:cs typeface="DejaVu Sans"/>
              </a:defRPr>
            </a:lvl5pPr>
            <a:lvl6pPr>
              <a:defRPr sz="1050" b="0">
                <a:solidFill>
                  <a:srgbClr val="506778"/>
                </a:solidFill>
                <a:latin typeface="DejaVu Sans"/>
                <a:ea typeface="DejaVu Sans"/>
                <a:cs typeface="DejaVu Sans"/>
              </a:defRPr>
            </a:lvl6pPr>
            <a:lvl7pPr>
              <a:defRPr sz="1050" b="0">
                <a:solidFill>
                  <a:srgbClr val="506778"/>
                </a:solidFill>
                <a:latin typeface="DejaVu Sans"/>
                <a:ea typeface="DejaVu Sans"/>
                <a:cs typeface="DejaVu Sans"/>
              </a:defRPr>
            </a:lvl7pPr>
            <a:lvl8pPr>
              <a:defRPr sz="1050" b="0">
                <a:solidFill>
                  <a:srgbClr val="506778"/>
                </a:solidFill>
                <a:latin typeface="DejaVu Sans"/>
                <a:ea typeface="DejaVu Sans"/>
                <a:cs typeface="DejaVu Sans"/>
              </a:defRPr>
            </a:lvl8pPr>
            <a:lvl9pPr>
              <a:defRPr sz="1050" b="0">
                <a:solidFill>
                  <a:srgbClr val="506778"/>
                </a:solidFill>
                <a:latin typeface="DejaVu Sans"/>
                <a:ea typeface="DejaVu Sans"/>
                <a:cs typeface="DejaVu Sans"/>
              </a:defRPr>
            </a:lvl9pPr>
          </a:lstStyle>
          <a:p>
            <a:pPr>
              <a:defRPr sz="1050" b="0">
                <a:solidFill>
                  <a:srgbClr val="506778"/>
                </a:solidFill>
                <a:latin typeface="DejaVu Sans"/>
                <a:ea typeface="DejaVu Sans"/>
                <a:cs typeface="DejaVu Sans"/>
              </a:defRPr>
            </a:pPr>
            <a:r>
              <a:rPr sz="1050" b="0">
                <a:solidFill>
                  <a:srgbClr val="506778"/>
                </a:solidFill>
                <a:latin typeface="DejaVu Sans"/>
                <a:ea typeface="DejaVu Sans"/>
                <a:cs typeface="DejaVu Sans"/>
              </a:rPr>
              <a:t>Sumber: E-book Bab 1 (PDF hlm. 18, 22–27)</a:t>
            </a:r>
          </a:p>
        </p:txBody>
      </p:sp>
      <p:sp>
        <p:nvSpPr>
          <p:cNvPr id="4" name="text-3">
            <a:extLst>
              <a:ext uri="{FF2B5EF4-FFF2-40B4-BE49-F238E27FC236}">
                <a16:creationId xmlns:a16="http://schemas.microsoft.com/office/drawing/2014/main" id="{A0202874-636B-4AAE-A575-598D1572769E}"/>
              </a:ext>
            </a:extLst>
          </p:cNvPr>
          <p:cNvSpPr>
            <a:spLocks noGrp="1"/>
          </p:cNvSpPr>
          <p:nvPr/>
        </p:nvSpPr>
        <p:spPr>
          <a:xfrm>
            <a:off x="11106150" y="6372225"/>
            <a:ext cx="476250" cy="285750"/>
          </a:xfrm>
          <a:prstGeom prst="rect">
            <a:avLst/>
          </a:prstGeom>
          <a:noFill/>
          <a:ln w="0">
            <a:noFill/>
            <a:prstDash val="solid"/>
          </a:ln>
        </p:spPr>
        <p:txBody>
          <a:bodyPr lIns="0" tIns="0" rIns="0" bIns="0" anchor="t">
            <a:noAutofit/>
          </a:bodyPr>
          <a:lstStyle>
            <a:defPPr>
              <a:defRPr sz="1425" b="1">
                <a:solidFill>
                  <a:srgbClr val="007D85"/>
                </a:solidFill>
                <a:latin typeface="DejaVu Sans"/>
                <a:ea typeface="DejaVu Sans"/>
                <a:cs typeface="DejaVu Sans"/>
              </a:defRPr>
            </a:defPPr>
            <a:lvl1pPr>
              <a:defRPr sz="1425" b="1">
                <a:solidFill>
                  <a:srgbClr val="007D85"/>
                </a:solidFill>
                <a:latin typeface="DejaVu Sans"/>
                <a:ea typeface="DejaVu Sans"/>
                <a:cs typeface="DejaVu Sans"/>
              </a:defRPr>
            </a:lvl1pPr>
            <a:lvl2pPr>
              <a:defRPr sz="1425" b="1">
                <a:solidFill>
                  <a:srgbClr val="007D85"/>
                </a:solidFill>
                <a:latin typeface="DejaVu Sans"/>
                <a:ea typeface="DejaVu Sans"/>
                <a:cs typeface="DejaVu Sans"/>
              </a:defRPr>
            </a:lvl2pPr>
            <a:lvl3pPr>
              <a:defRPr sz="1425" b="1">
                <a:solidFill>
                  <a:srgbClr val="007D85"/>
                </a:solidFill>
                <a:latin typeface="DejaVu Sans"/>
                <a:ea typeface="DejaVu Sans"/>
                <a:cs typeface="DejaVu Sans"/>
              </a:defRPr>
            </a:lvl3pPr>
            <a:lvl4pPr>
              <a:defRPr sz="1425" b="1">
                <a:solidFill>
                  <a:srgbClr val="007D85"/>
                </a:solidFill>
                <a:latin typeface="DejaVu Sans"/>
                <a:ea typeface="DejaVu Sans"/>
                <a:cs typeface="DejaVu Sans"/>
              </a:defRPr>
            </a:lvl4pPr>
            <a:lvl5pPr>
              <a:defRPr sz="1425" b="1">
                <a:solidFill>
                  <a:srgbClr val="007D85"/>
                </a:solidFill>
                <a:latin typeface="DejaVu Sans"/>
                <a:ea typeface="DejaVu Sans"/>
                <a:cs typeface="DejaVu Sans"/>
              </a:defRPr>
            </a:lvl5pPr>
            <a:lvl6pPr>
              <a:defRPr sz="1425" b="1">
                <a:solidFill>
                  <a:srgbClr val="007D85"/>
                </a:solidFill>
                <a:latin typeface="DejaVu Sans"/>
                <a:ea typeface="DejaVu Sans"/>
                <a:cs typeface="DejaVu Sans"/>
              </a:defRPr>
            </a:lvl6pPr>
            <a:lvl7pPr>
              <a:defRPr sz="1425" b="1">
                <a:solidFill>
                  <a:srgbClr val="007D85"/>
                </a:solidFill>
                <a:latin typeface="DejaVu Sans"/>
                <a:ea typeface="DejaVu Sans"/>
                <a:cs typeface="DejaVu Sans"/>
              </a:defRPr>
            </a:lvl7pPr>
            <a:lvl8pPr>
              <a:defRPr sz="1425" b="1">
                <a:solidFill>
                  <a:srgbClr val="007D85"/>
                </a:solidFill>
                <a:latin typeface="DejaVu Sans"/>
                <a:ea typeface="DejaVu Sans"/>
                <a:cs typeface="DejaVu Sans"/>
              </a:defRPr>
            </a:lvl8pPr>
            <a:lvl9pPr>
              <a:defRPr sz="1425" b="1">
                <a:solidFill>
                  <a:srgbClr val="007D85"/>
                </a:solidFill>
                <a:latin typeface="DejaVu Sans"/>
                <a:ea typeface="DejaVu Sans"/>
                <a:cs typeface="DejaVu Sans"/>
              </a:defRPr>
            </a:lvl9pPr>
          </a:lstStyle>
          <a:p>
            <a:pPr>
              <a:defRPr sz="1425" b="1">
                <a:solidFill>
                  <a:srgbClr val="007D85"/>
                </a:solidFill>
                <a:latin typeface="DejaVu Sans"/>
                <a:ea typeface="DejaVu Sans"/>
                <a:cs typeface="DejaVu Sans"/>
              </a:defRPr>
            </a:pPr>
            <a:r>
              <a:rPr sz="1425" b="1">
                <a:solidFill>
                  <a:srgbClr val="007D85"/>
                </a:solidFill>
                <a:latin typeface="DejaVu Sans"/>
                <a:ea typeface="DejaVu Sans"/>
                <a:cs typeface="DejaVu Sans"/>
              </a:rPr>
              <a:t>09</a:t>
            </a:r>
          </a:p>
        </p:txBody>
      </p:sp>
      <p:sp>
        <p:nvSpPr>
          <p:cNvPr id="5" name="text-4">
            <a:extLst>
              <a:ext uri="{FF2B5EF4-FFF2-40B4-BE49-F238E27FC236}">
                <a16:creationId xmlns:a16="http://schemas.microsoft.com/office/drawing/2014/main" id="{3B51BA33-A741-40A3-8004-9442968E9EA8}"/>
              </a:ext>
            </a:extLst>
          </p:cNvPr>
          <p:cNvSpPr>
            <a:spLocks noGrp="1"/>
          </p:cNvSpPr>
          <p:nvPr/>
        </p:nvSpPr>
        <p:spPr>
          <a:xfrm>
            <a:off x="609600" y="195262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Setup</a:t>
            </a:r>
          </a:p>
        </p:txBody>
      </p:sp>
      <p:sp>
        <p:nvSpPr>
          <p:cNvPr id="6" name="text-5">
            <a:extLst>
              <a:ext uri="{FF2B5EF4-FFF2-40B4-BE49-F238E27FC236}">
                <a16:creationId xmlns:a16="http://schemas.microsoft.com/office/drawing/2014/main" id="{84CEAEE1-D4E5-4D5A-AFDC-62E277FA625D}"/>
              </a:ext>
            </a:extLst>
          </p:cNvPr>
          <p:cNvSpPr>
            <a:spLocks noGrp="1"/>
          </p:cNvSpPr>
          <p:nvPr/>
        </p:nvSpPr>
        <p:spPr>
          <a:xfrm>
            <a:off x="3714750" y="195262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Siapkan alat, SDK, proyek, serta emulator atau perangkat fisik.</a:t>
            </a:r>
          </a:p>
        </p:txBody>
      </p:sp>
      <p:sp>
        <p:nvSpPr>
          <p:cNvPr id="7" name="text-6">
            <a:extLst>
              <a:ext uri="{FF2B5EF4-FFF2-40B4-BE49-F238E27FC236}">
                <a16:creationId xmlns:a16="http://schemas.microsoft.com/office/drawing/2014/main" id="{B17E91D3-2ED4-49E8-BE9D-11F12CE18D3E}"/>
              </a:ext>
            </a:extLst>
          </p:cNvPr>
          <p:cNvSpPr>
            <a:spLocks noGrp="1"/>
          </p:cNvSpPr>
          <p:nvPr/>
        </p:nvSpPr>
        <p:spPr>
          <a:xfrm>
            <a:off x="609600" y="300037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Development</a:t>
            </a:r>
          </a:p>
        </p:txBody>
      </p:sp>
      <p:sp>
        <p:nvSpPr>
          <p:cNvPr id="8" name="text-7">
            <a:extLst>
              <a:ext uri="{FF2B5EF4-FFF2-40B4-BE49-F238E27FC236}">
                <a16:creationId xmlns:a16="http://schemas.microsoft.com/office/drawing/2014/main" id="{E299DFAD-1DEE-4660-B64F-C21C522B1552}"/>
              </a:ext>
            </a:extLst>
          </p:cNvPr>
          <p:cNvSpPr>
            <a:spLocks noGrp="1"/>
          </p:cNvSpPr>
          <p:nvPr/>
        </p:nvSpPr>
        <p:spPr>
          <a:xfrm>
            <a:off x="3714750" y="300037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Tulis logika Java dan layout XML, lalu hubungkan komponen aplikasi.</a:t>
            </a:r>
          </a:p>
        </p:txBody>
      </p:sp>
      <p:sp>
        <p:nvSpPr>
          <p:cNvPr id="9" name="text-8">
            <a:extLst>
              <a:ext uri="{FF2B5EF4-FFF2-40B4-BE49-F238E27FC236}">
                <a16:creationId xmlns:a16="http://schemas.microsoft.com/office/drawing/2014/main" id="{8EC5C8E2-A019-48E8-93E9-5913925EBA93}"/>
              </a:ext>
            </a:extLst>
          </p:cNvPr>
          <p:cNvSpPr>
            <a:spLocks noGrp="1"/>
          </p:cNvSpPr>
          <p:nvPr/>
        </p:nvSpPr>
        <p:spPr>
          <a:xfrm>
            <a:off x="609600" y="404812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Debugging dan testing</a:t>
            </a:r>
          </a:p>
        </p:txBody>
      </p:sp>
      <p:sp>
        <p:nvSpPr>
          <p:cNvPr id="10" name="text-9">
            <a:extLst>
              <a:ext uri="{FF2B5EF4-FFF2-40B4-BE49-F238E27FC236}">
                <a16:creationId xmlns:a16="http://schemas.microsoft.com/office/drawing/2014/main" id="{6C770C02-9432-4F8A-9CB3-5FF00B5B0A76}"/>
              </a:ext>
            </a:extLst>
          </p:cNvPr>
          <p:cNvSpPr>
            <a:spLocks noGrp="1"/>
          </p:cNvSpPr>
          <p:nvPr/>
        </p:nvSpPr>
        <p:spPr>
          <a:xfrm>
            <a:off x="3714750" y="404812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Jalankan aplikasi, amati log, periksa interaksi serta tampilan pada perangkat.</a:t>
            </a:r>
          </a:p>
        </p:txBody>
      </p:sp>
      <p:sp>
        <p:nvSpPr>
          <p:cNvPr id="11" name="text-10">
            <a:extLst>
              <a:ext uri="{FF2B5EF4-FFF2-40B4-BE49-F238E27FC236}">
                <a16:creationId xmlns:a16="http://schemas.microsoft.com/office/drawing/2014/main" id="{51057611-9DCE-4BC4-9030-36302E587BAA}"/>
              </a:ext>
            </a:extLst>
          </p:cNvPr>
          <p:cNvSpPr>
            <a:spLocks noGrp="1"/>
          </p:cNvSpPr>
          <p:nvPr/>
        </p:nvSpPr>
        <p:spPr>
          <a:xfrm>
            <a:off x="609600" y="509587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Publishing</a:t>
            </a:r>
          </a:p>
        </p:txBody>
      </p:sp>
      <p:sp>
        <p:nvSpPr>
          <p:cNvPr id="12" name="text-11">
            <a:extLst>
              <a:ext uri="{FF2B5EF4-FFF2-40B4-BE49-F238E27FC236}">
                <a16:creationId xmlns:a16="http://schemas.microsoft.com/office/drawing/2014/main" id="{56839234-D879-4244-8C40-65658B0BCF97}"/>
              </a:ext>
            </a:extLst>
          </p:cNvPr>
          <p:cNvSpPr>
            <a:spLocks noGrp="1"/>
          </p:cNvSpPr>
          <p:nvPr/>
        </p:nvSpPr>
        <p:spPr>
          <a:xfrm>
            <a:off x="3714750" y="509587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Modul membahas paket aplikasi bertanda tangan, keystore, dan distribusi melalui Play Store, situs, atau APK.</a:t>
            </a:r>
          </a:p>
        </p:txBody>
      </p:sp>
    </p:spTree>
    <p:extLst>
      <p:ext uri="{BB962C8B-B14F-4D97-AF65-F5344CB8AC3E}">
        <p14:creationId xmlns:p14="http://schemas.microsoft.com/office/powerpoint/2010/main" val="8296825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9FA"/>
        </a:solidFill>
        <a:effectLst/>
      </p:bgPr>
    </p:bg>
    <p:spTree>
      <p:nvGrpSpPr>
        <p:cNvPr id="1" name=""/>
        <p:cNvGrpSpPr/>
        <p:nvPr/>
      </p:nvGrpSpPr>
      <p:grpSpPr>
        <a:xfrm>
          <a:off x="0" y="0"/>
          <a:ext cx="0" cy="0"/>
          <a:chOff x="0" y="0"/>
          <a:chExt cx="0" cy="0"/>
        </a:xfrm>
      </p:grpSpPr>
      <p:sp>
        <p:nvSpPr>
          <p:cNvPr id="13" name="text-0">
            <a:extLst>
              <a:ext uri="{FF2B5EF4-FFF2-40B4-BE49-F238E27FC236}">
                <a16:creationId xmlns:a16="http://schemas.microsoft.com/office/drawing/2014/main" id="{6F4927E6-46C2-4D55-94D5-29B3BE9EFA23}"/>
              </a:ext>
            </a:extLst>
          </p:cNvPr>
          <p:cNvSpPr>
            <a:spLocks noGrp="1"/>
          </p:cNvSpPr>
          <p:nvPr/>
        </p:nvSpPr>
        <p:spPr>
          <a:xfrm>
            <a:off x="609600" y="381000"/>
            <a:ext cx="10953750" cy="266700"/>
          </a:xfrm>
          <a:prstGeom prst="rect">
            <a:avLst/>
          </a:prstGeom>
          <a:noFill/>
          <a:ln w="0">
            <a:noFill/>
            <a:prstDash val="solid"/>
          </a:ln>
        </p:spPr>
        <p:txBody>
          <a:bodyPr lIns="0" tIns="0" rIns="0" bIns="0" anchor="t">
            <a:noAutofit/>
          </a:bodyPr>
          <a:lstStyle>
            <a:defPPr>
              <a:defRPr sz="1350" b="1">
                <a:solidFill>
                  <a:srgbClr val="007D85"/>
                </a:solidFill>
                <a:latin typeface="DejaVu Sans"/>
                <a:ea typeface="DejaVu Sans"/>
                <a:cs typeface="DejaVu Sans"/>
              </a:defRPr>
            </a:defPPr>
            <a:lvl1pPr>
              <a:defRPr sz="1350" b="1">
                <a:solidFill>
                  <a:srgbClr val="007D85"/>
                </a:solidFill>
                <a:latin typeface="DejaVu Sans"/>
                <a:ea typeface="DejaVu Sans"/>
                <a:cs typeface="DejaVu Sans"/>
              </a:defRPr>
            </a:lvl1pPr>
            <a:lvl2pPr>
              <a:defRPr sz="1350" b="1">
                <a:solidFill>
                  <a:srgbClr val="007D85"/>
                </a:solidFill>
                <a:latin typeface="DejaVu Sans"/>
                <a:ea typeface="DejaVu Sans"/>
                <a:cs typeface="DejaVu Sans"/>
              </a:defRPr>
            </a:lvl2pPr>
            <a:lvl3pPr>
              <a:defRPr sz="1350" b="1">
                <a:solidFill>
                  <a:srgbClr val="007D85"/>
                </a:solidFill>
                <a:latin typeface="DejaVu Sans"/>
                <a:ea typeface="DejaVu Sans"/>
                <a:cs typeface="DejaVu Sans"/>
              </a:defRPr>
            </a:lvl3pPr>
            <a:lvl4pPr>
              <a:defRPr sz="1350" b="1">
                <a:solidFill>
                  <a:srgbClr val="007D85"/>
                </a:solidFill>
                <a:latin typeface="DejaVu Sans"/>
                <a:ea typeface="DejaVu Sans"/>
                <a:cs typeface="DejaVu Sans"/>
              </a:defRPr>
            </a:lvl4pPr>
            <a:lvl5pPr>
              <a:defRPr sz="1350" b="1">
                <a:solidFill>
                  <a:srgbClr val="007D85"/>
                </a:solidFill>
                <a:latin typeface="DejaVu Sans"/>
                <a:ea typeface="DejaVu Sans"/>
                <a:cs typeface="DejaVu Sans"/>
              </a:defRPr>
            </a:lvl5pPr>
            <a:lvl6pPr>
              <a:defRPr sz="1350" b="1">
                <a:solidFill>
                  <a:srgbClr val="007D85"/>
                </a:solidFill>
                <a:latin typeface="DejaVu Sans"/>
                <a:ea typeface="DejaVu Sans"/>
                <a:cs typeface="DejaVu Sans"/>
              </a:defRPr>
            </a:lvl6pPr>
            <a:lvl7pPr>
              <a:defRPr sz="1350" b="1">
                <a:solidFill>
                  <a:srgbClr val="007D85"/>
                </a:solidFill>
                <a:latin typeface="DejaVu Sans"/>
                <a:ea typeface="DejaVu Sans"/>
                <a:cs typeface="DejaVu Sans"/>
              </a:defRPr>
            </a:lvl7pPr>
            <a:lvl8pPr>
              <a:defRPr sz="1350" b="1">
                <a:solidFill>
                  <a:srgbClr val="007D85"/>
                </a:solidFill>
                <a:latin typeface="DejaVu Sans"/>
                <a:ea typeface="DejaVu Sans"/>
                <a:cs typeface="DejaVu Sans"/>
              </a:defRPr>
            </a:lvl8pPr>
            <a:lvl9pPr>
              <a:defRPr sz="1350" b="1">
                <a:solidFill>
                  <a:srgbClr val="007D85"/>
                </a:solidFill>
                <a:latin typeface="DejaVu Sans"/>
                <a:ea typeface="DejaVu Sans"/>
                <a:cs typeface="DejaVu Sans"/>
              </a:defRPr>
            </a:lvl9pPr>
          </a:lstStyle>
          <a:p>
            <a:pPr>
              <a:defRPr sz="1350" b="1">
                <a:solidFill>
                  <a:srgbClr val="007D85"/>
                </a:solidFill>
                <a:latin typeface="DejaVu Sans"/>
                <a:ea typeface="DejaVu Sans"/>
                <a:cs typeface="DejaVu Sans"/>
              </a:defRPr>
            </a:pPr>
            <a:r>
              <a:rPr sz="1350" b="1">
                <a:solidFill>
                  <a:srgbClr val="007D85"/>
                </a:solidFill>
                <a:latin typeface="DejaVu Sans"/>
                <a:ea typeface="DejaVu Sans"/>
                <a:cs typeface="DejaVu Sans"/>
              </a:rPr>
              <a:t>BAB 2  KOMPONEN DASAR</a:t>
            </a:r>
          </a:p>
        </p:txBody>
      </p:sp>
      <p:sp>
        <p:nvSpPr>
          <p:cNvPr id="2" name="text-1">
            <a:extLst>
              <a:ext uri="{FF2B5EF4-FFF2-40B4-BE49-F238E27FC236}">
                <a16:creationId xmlns:a16="http://schemas.microsoft.com/office/drawing/2014/main" id="{4675AF33-68E5-4B98-BAC6-1D5799BC8063}"/>
              </a:ext>
            </a:extLst>
          </p:cNvPr>
          <p:cNvSpPr>
            <a:spLocks noGrp="1"/>
          </p:cNvSpPr>
          <p:nvPr/>
        </p:nvSpPr>
        <p:spPr>
          <a:xfrm>
            <a:off x="609600" y="866775"/>
            <a:ext cx="10953750" cy="895350"/>
          </a:xfrm>
          <a:prstGeom prst="rect">
            <a:avLst/>
          </a:prstGeom>
          <a:noFill/>
          <a:ln w="0">
            <a:noFill/>
            <a:prstDash val="solid"/>
          </a:ln>
        </p:spPr>
        <p:txBody>
          <a:bodyPr lIns="0" tIns="0" rIns="0" bIns="0" anchor="t">
            <a:noAutofit/>
          </a:bodyPr>
          <a:lstStyle>
            <a:defPPr>
              <a:defRPr sz="3150" b="1">
                <a:solidFill>
                  <a:srgbClr val="10283F"/>
                </a:solidFill>
                <a:latin typeface="DejaVu Sans"/>
                <a:ea typeface="DejaVu Sans"/>
                <a:cs typeface="DejaVu Sans"/>
              </a:defRPr>
            </a:defPPr>
            <a:lvl1pPr>
              <a:defRPr sz="3150" b="1">
                <a:solidFill>
                  <a:srgbClr val="10283F"/>
                </a:solidFill>
                <a:latin typeface="DejaVu Sans"/>
                <a:ea typeface="DejaVu Sans"/>
                <a:cs typeface="DejaVu Sans"/>
              </a:defRPr>
            </a:lvl1pPr>
            <a:lvl2pPr>
              <a:defRPr sz="3150" b="1">
                <a:solidFill>
                  <a:srgbClr val="10283F"/>
                </a:solidFill>
                <a:latin typeface="DejaVu Sans"/>
                <a:ea typeface="DejaVu Sans"/>
                <a:cs typeface="DejaVu Sans"/>
              </a:defRPr>
            </a:lvl2pPr>
            <a:lvl3pPr>
              <a:defRPr sz="3150" b="1">
                <a:solidFill>
                  <a:srgbClr val="10283F"/>
                </a:solidFill>
                <a:latin typeface="DejaVu Sans"/>
                <a:ea typeface="DejaVu Sans"/>
                <a:cs typeface="DejaVu Sans"/>
              </a:defRPr>
            </a:lvl3pPr>
            <a:lvl4pPr>
              <a:defRPr sz="3150" b="1">
                <a:solidFill>
                  <a:srgbClr val="10283F"/>
                </a:solidFill>
                <a:latin typeface="DejaVu Sans"/>
                <a:ea typeface="DejaVu Sans"/>
                <a:cs typeface="DejaVu Sans"/>
              </a:defRPr>
            </a:lvl4pPr>
            <a:lvl5pPr>
              <a:defRPr sz="3150" b="1">
                <a:solidFill>
                  <a:srgbClr val="10283F"/>
                </a:solidFill>
                <a:latin typeface="DejaVu Sans"/>
                <a:ea typeface="DejaVu Sans"/>
                <a:cs typeface="DejaVu Sans"/>
              </a:defRPr>
            </a:lvl5pPr>
            <a:lvl6pPr>
              <a:defRPr sz="3150" b="1">
                <a:solidFill>
                  <a:srgbClr val="10283F"/>
                </a:solidFill>
                <a:latin typeface="DejaVu Sans"/>
                <a:ea typeface="DejaVu Sans"/>
                <a:cs typeface="DejaVu Sans"/>
              </a:defRPr>
            </a:lvl6pPr>
            <a:lvl7pPr>
              <a:defRPr sz="3150" b="1">
                <a:solidFill>
                  <a:srgbClr val="10283F"/>
                </a:solidFill>
                <a:latin typeface="DejaVu Sans"/>
                <a:ea typeface="DejaVu Sans"/>
                <a:cs typeface="DejaVu Sans"/>
              </a:defRPr>
            </a:lvl7pPr>
            <a:lvl8pPr>
              <a:defRPr sz="3150" b="1">
                <a:solidFill>
                  <a:srgbClr val="10283F"/>
                </a:solidFill>
                <a:latin typeface="DejaVu Sans"/>
                <a:ea typeface="DejaVu Sans"/>
                <a:cs typeface="DejaVu Sans"/>
              </a:defRPr>
            </a:lvl8pPr>
            <a:lvl9pPr>
              <a:defRPr sz="3150" b="1">
                <a:solidFill>
                  <a:srgbClr val="10283F"/>
                </a:solidFill>
                <a:latin typeface="DejaVu Sans"/>
                <a:ea typeface="DejaVu Sans"/>
                <a:cs typeface="DejaVu Sans"/>
              </a:defRPr>
            </a:lvl9pPr>
          </a:lstStyle>
          <a:p>
            <a:pPr>
              <a:defRPr sz="3150" b="1">
                <a:solidFill>
                  <a:srgbClr val="10283F"/>
                </a:solidFill>
                <a:latin typeface="DejaVu Sans"/>
                <a:ea typeface="DejaVu Sans"/>
                <a:cs typeface="DejaVu Sans"/>
              </a:defRPr>
            </a:pPr>
            <a:r>
              <a:rPr sz="3150" b="1">
                <a:solidFill>
                  <a:srgbClr val="10283F"/>
                </a:solidFill>
                <a:latin typeface="DejaVu Sans"/>
                <a:ea typeface="DejaVu Sans"/>
                <a:cs typeface="DejaVu Sans"/>
              </a:rPr>
              <a:t>Activity sebagai layar interaktif</a:t>
            </a:r>
          </a:p>
        </p:txBody>
      </p:sp>
      <p:sp>
        <p:nvSpPr>
          <p:cNvPr id="3" name="text-2">
            <a:extLst>
              <a:ext uri="{FF2B5EF4-FFF2-40B4-BE49-F238E27FC236}">
                <a16:creationId xmlns:a16="http://schemas.microsoft.com/office/drawing/2014/main" id="{A223C5A2-3CD5-414B-AFAB-439F328B9CE3}"/>
              </a:ext>
            </a:extLst>
          </p:cNvPr>
          <p:cNvSpPr>
            <a:spLocks noGrp="1"/>
          </p:cNvSpPr>
          <p:nvPr/>
        </p:nvSpPr>
        <p:spPr>
          <a:xfrm>
            <a:off x="609600" y="6410325"/>
            <a:ext cx="10096500" cy="238125"/>
          </a:xfrm>
          <a:prstGeom prst="rect">
            <a:avLst/>
          </a:prstGeom>
          <a:noFill/>
          <a:ln w="0">
            <a:noFill/>
            <a:prstDash val="solid"/>
          </a:ln>
        </p:spPr>
        <p:txBody>
          <a:bodyPr lIns="0" tIns="0" rIns="0" bIns="0" anchor="t">
            <a:noAutofit/>
          </a:bodyPr>
          <a:lstStyle>
            <a:defPPr>
              <a:defRPr sz="1050" b="0">
                <a:solidFill>
                  <a:srgbClr val="506778"/>
                </a:solidFill>
                <a:latin typeface="DejaVu Sans"/>
                <a:ea typeface="DejaVu Sans"/>
                <a:cs typeface="DejaVu Sans"/>
              </a:defRPr>
            </a:defPPr>
            <a:lvl1pPr>
              <a:defRPr sz="1050" b="0">
                <a:solidFill>
                  <a:srgbClr val="506778"/>
                </a:solidFill>
                <a:latin typeface="DejaVu Sans"/>
                <a:ea typeface="DejaVu Sans"/>
                <a:cs typeface="DejaVu Sans"/>
              </a:defRPr>
            </a:lvl1pPr>
            <a:lvl2pPr>
              <a:defRPr sz="1050" b="0">
                <a:solidFill>
                  <a:srgbClr val="506778"/>
                </a:solidFill>
                <a:latin typeface="DejaVu Sans"/>
                <a:ea typeface="DejaVu Sans"/>
                <a:cs typeface="DejaVu Sans"/>
              </a:defRPr>
            </a:lvl2pPr>
            <a:lvl3pPr>
              <a:defRPr sz="1050" b="0">
                <a:solidFill>
                  <a:srgbClr val="506778"/>
                </a:solidFill>
                <a:latin typeface="DejaVu Sans"/>
                <a:ea typeface="DejaVu Sans"/>
                <a:cs typeface="DejaVu Sans"/>
              </a:defRPr>
            </a:lvl3pPr>
            <a:lvl4pPr>
              <a:defRPr sz="1050" b="0">
                <a:solidFill>
                  <a:srgbClr val="506778"/>
                </a:solidFill>
                <a:latin typeface="DejaVu Sans"/>
                <a:ea typeface="DejaVu Sans"/>
                <a:cs typeface="DejaVu Sans"/>
              </a:defRPr>
            </a:lvl4pPr>
            <a:lvl5pPr>
              <a:defRPr sz="1050" b="0">
                <a:solidFill>
                  <a:srgbClr val="506778"/>
                </a:solidFill>
                <a:latin typeface="DejaVu Sans"/>
                <a:ea typeface="DejaVu Sans"/>
                <a:cs typeface="DejaVu Sans"/>
              </a:defRPr>
            </a:lvl5pPr>
            <a:lvl6pPr>
              <a:defRPr sz="1050" b="0">
                <a:solidFill>
                  <a:srgbClr val="506778"/>
                </a:solidFill>
                <a:latin typeface="DejaVu Sans"/>
                <a:ea typeface="DejaVu Sans"/>
                <a:cs typeface="DejaVu Sans"/>
              </a:defRPr>
            </a:lvl6pPr>
            <a:lvl7pPr>
              <a:defRPr sz="1050" b="0">
                <a:solidFill>
                  <a:srgbClr val="506778"/>
                </a:solidFill>
                <a:latin typeface="DejaVu Sans"/>
                <a:ea typeface="DejaVu Sans"/>
                <a:cs typeface="DejaVu Sans"/>
              </a:defRPr>
            </a:lvl7pPr>
            <a:lvl8pPr>
              <a:defRPr sz="1050" b="0">
                <a:solidFill>
                  <a:srgbClr val="506778"/>
                </a:solidFill>
                <a:latin typeface="DejaVu Sans"/>
                <a:ea typeface="DejaVu Sans"/>
                <a:cs typeface="DejaVu Sans"/>
              </a:defRPr>
            </a:lvl8pPr>
            <a:lvl9pPr>
              <a:defRPr sz="1050" b="0">
                <a:solidFill>
                  <a:srgbClr val="506778"/>
                </a:solidFill>
                <a:latin typeface="DejaVu Sans"/>
                <a:ea typeface="DejaVu Sans"/>
                <a:cs typeface="DejaVu Sans"/>
              </a:defRPr>
            </a:lvl9pPr>
          </a:lstStyle>
          <a:p>
            <a:pPr>
              <a:defRPr sz="1050" b="0">
                <a:solidFill>
                  <a:srgbClr val="506778"/>
                </a:solidFill>
                <a:latin typeface="DejaVu Sans"/>
                <a:ea typeface="DejaVu Sans"/>
                <a:cs typeface="DejaVu Sans"/>
              </a:defRPr>
            </a:pPr>
            <a:r>
              <a:rPr sz="1050" b="0">
                <a:solidFill>
                  <a:srgbClr val="506778"/>
                </a:solidFill>
                <a:latin typeface="DejaVu Sans"/>
                <a:ea typeface="DejaVu Sans"/>
                <a:cs typeface="DejaVu Sans"/>
              </a:rPr>
              <a:t>Sumber: E-book Bab 2 (PDF hlm. 4–7, 10–11)</a:t>
            </a:r>
          </a:p>
        </p:txBody>
      </p:sp>
      <p:sp>
        <p:nvSpPr>
          <p:cNvPr id="4" name="text-3">
            <a:extLst>
              <a:ext uri="{FF2B5EF4-FFF2-40B4-BE49-F238E27FC236}">
                <a16:creationId xmlns:a16="http://schemas.microsoft.com/office/drawing/2014/main" id="{F650ED27-D031-4E29-B218-E42B46C094A4}"/>
              </a:ext>
            </a:extLst>
          </p:cNvPr>
          <p:cNvSpPr>
            <a:spLocks noGrp="1"/>
          </p:cNvSpPr>
          <p:nvPr/>
        </p:nvSpPr>
        <p:spPr>
          <a:xfrm>
            <a:off x="11106150" y="6372225"/>
            <a:ext cx="476250" cy="285750"/>
          </a:xfrm>
          <a:prstGeom prst="rect">
            <a:avLst/>
          </a:prstGeom>
          <a:noFill/>
          <a:ln w="0">
            <a:noFill/>
            <a:prstDash val="solid"/>
          </a:ln>
        </p:spPr>
        <p:txBody>
          <a:bodyPr lIns="0" tIns="0" rIns="0" bIns="0" anchor="t">
            <a:noAutofit/>
          </a:bodyPr>
          <a:lstStyle>
            <a:defPPr>
              <a:defRPr sz="1425" b="1">
                <a:solidFill>
                  <a:srgbClr val="007D85"/>
                </a:solidFill>
                <a:latin typeface="DejaVu Sans"/>
                <a:ea typeface="DejaVu Sans"/>
                <a:cs typeface="DejaVu Sans"/>
              </a:defRPr>
            </a:defPPr>
            <a:lvl1pPr>
              <a:defRPr sz="1425" b="1">
                <a:solidFill>
                  <a:srgbClr val="007D85"/>
                </a:solidFill>
                <a:latin typeface="DejaVu Sans"/>
                <a:ea typeface="DejaVu Sans"/>
                <a:cs typeface="DejaVu Sans"/>
              </a:defRPr>
            </a:lvl1pPr>
            <a:lvl2pPr>
              <a:defRPr sz="1425" b="1">
                <a:solidFill>
                  <a:srgbClr val="007D85"/>
                </a:solidFill>
                <a:latin typeface="DejaVu Sans"/>
                <a:ea typeface="DejaVu Sans"/>
                <a:cs typeface="DejaVu Sans"/>
              </a:defRPr>
            </a:lvl2pPr>
            <a:lvl3pPr>
              <a:defRPr sz="1425" b="1">
                <a:solidFill>
                  <a:srgbClr val="007D85"/>
                </a:solidFill>
                <a:latin typeface="DejaVu Sans"/>
                <a:ea typeface="DejaVu Sans"/>
                <a:cs typeface="DejaVu Sans"/>
              </a:defRPr>
            </a:lvl3pPr>
            <a:lvl4pPr>
              <a:defRPr sz="1425" b="1">
                <a:solidFill>
                  <a:srgbClr val="007D85"/>
                </a:solidFill>
                <a:latin typeface="DejaVu Sans"/>
                <a:ea typeface="DejaVu Sans"/>
                <a:cs typeface="DejaVu Sans"/>
              </a:defRPr>
            </a:lvl4pPr>
            <a:lvl5pPr>
              <a:defRPr sz="1425" b="1">
                <a:solidFill>
                  <a:srgbClr val="007D85"/>
                </a:solidFill>
                <a:latin typeface="DejaVu Sans"/>
                <a:ea typeface="DejaVu Sans"/>
                <a:cs typeface="DejaVu Sans"/>
              </a:defRPr>
            </a:lvl5pPr>
            <a:lvl6pPr>
              <a:defRPr sz="1425" b="1">
                <a:solidFill>
                  <a:srgbClr val="007D85"/>
                </a:solidFill>
                <a:latin typeface="DejaVu Sans"/>
                <a:ea typeface="DejaVu Sans"/>
                <a:cs typeface="DejaVu Sans"/>
              </a:defRPr>
            </a:lvl6pPr>
            <a:lvl7pPr>
              <a:defRPr sz="1425" b="1">
                <a:solidFill>
                  <a:srgbClr val="007D85"/>
                </a:solidFill>
                <a:latin typeface="DejaVu Sans"/>
                <a:ea typeface="DejaVu Sans"/>
                <a:cs typeface="DejaVu Sans"/>
              </a:defRPr>
            </a:lvl7pPr>
            <a:lvl8pPr>
              <a:defRPr sz="1425" b="1">
                <a:solidFill>
                  <a:srgbClr val="007D85"/>
                </a:solidFill>
                <a:latin typeface="DejaVu Sans"/>
                <a:ea typeface="DejaVu Sans"/>
                <a:cs typeface="DejaVu Sans"/>
              </a:defRPr>
            </a:lvl8pPr>
            <a:lvl9pPr>
              <a:defRPr sz="1425" b="1">
                <a:solidFill>
                  <a:srgbClr val="007D85"/>
                </a:solidFill>
                <a:latin typeface="DejaVu Sans"/>
                <a:ea typeface="DejaVu Sans"/>
                <a:cs typeface="DejaVu Sans"/>
              </a:defRPr>
            </a:lvl9pPr>
          </a:lstStyle>
          <a:p>
            <a:pPr>
              <a:defRPr sz="1425" b="1">
                <a:solidFill>
                  <a:srgbClr val="007D85"/>
                </a:solidFill>
                <a:latin typeface="DejaVu Sans"/>
                <a:ea typeface="DejaVu Sans"/>
                <a:cs typeface="DejaVu Sans"/>
              </a:defRPr>
            </a:pPr>
            <a:r>
              <a:rPr sz="1425" b="1">
                <a:solidFill>
                  <a:srgbClr val="007D85"/>
                </a:solidFill>
                <a:latin typeface="DejaVu Sans"/>
                <a:ea typeface="DejaVu Sans"/>
                <a:cs typeface="DejaVu Sans"/>
              </a:rPr>
              <a:t>10</a:t>
            </a:r>
          </a:p>
        </p:txBody>
      </p:sp>
      <p:sp>
        <p:nvSpPr>
          <p:cNvPr id="5" name="text-4">
            <a:extLst>
              <a:ext uri="{FF2B5EF4-FFF2-40B4-BE49-F238E27FC236}">
                <a16:creationId xmlns:a16="http://schemas.microsoft.com/office/drawing/2014/main" id="{5BDB2878-7291-43E0-8BE5-D537D3DF5BEF}"/>
              </a:ext>
            </a:extLst>
          </p:cNvPr>
          <p:cNvSpPr>
            <a:spLocks noGrp="1"/>
          </p:cNvSpPr>
          <p:nvPr/>
        </p:nvSpPr>
        <p:spPr>
          <a:xfrm>
            <a:off x="609600" y="195262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Peran Activity</a:t>
            </a:r>
          </a:p>
        </p:txBody>
      </p:sp>
      <p:sp>
        <p:nvSpPr>
          <p:cNvPr id="6" name="text-5">
            <a:extLst>
              <a:ext uri="{FF2B5EF4-FFF2-40B4-BE49-F238E27FC236}">
                <a16:creationId xmlns:a16="http://schemas.microsoft.com/office/drawing/2014/main" id="{F81E2E0C-2FAA-4FCE-B9EB-76B024DB9356}"/>
              </a:ext>
            </a:extLst>
          </p:cNvPr>
          <p:cNvSpPr>
            <a:spLocks noGrp="1"/>
          </p:cNvSpPr>
          <p:nvPr/>
        </p:nvSpPr>
        <p:spPr>
          <a:xfrm>
            <a:off x="3714750" y="195262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Komponen yang menampilkan antarmuka dan menangani input, klik tombol, serta kegiatan pengguna.</a:t>
            </a:r>
          </a:p>
        </p:txBody>
      </p:sp>
      <p:sp>
        <p:nvSpPr>
          <p:cNvPr id="7" name="text-6">
            <a:extLst>
              <a:ext uri="{FF2B5EF4-FFF2-40B4-BE49-F238E27FC236}">
                <a16:creationId xmlns:a16="http://schemas.microsoft.com/office/drawing/2014/main" id="{C56A1642-EDE4-4299-AA7C-0699629A6832}"/>
              </a:ext>
            </a:extLst>
          </p:cNvPr>
          <p:cNvSpPr>
            <a:spLocks noGrp="1"/>
          </p:cNvSpPr>
          <p:nvPr/>
        </p:nvSpPr>
        <p:spPr>
          <a:xfrm>
            <a:off x="609600" y="300037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Kelas dan layout</a:t>
            </a:r>
          </a:p>
        </p:txBody>
      </p:sp>
      <p:sp>
        <p:nvSpPr>
          <p:cNvPr id="8" name="text-7">
            <a:extLst>
              <a:ext uri="{FF2B5EF4-FFF2-40B4-BE49-F238E27FC236}">
                <a16:creationId xmlns:a16="http://schemas.microsoft.com/office/drawing/2014/main" id="{7E5BF390-3A27-405D-A52C-8D1E62A32D2E}"/>
              </a:ext>
            </a:extLst>
          </p:cNvPr>
          <p:cNvSpPr>
            <a:spLocks noGrp="1"/>
          </p:cNvSpPr>
          <p:nvPr/>
        </p:nvSpPr>
        <p:spPr>
          <a:xfrm>
            <a:off x="3714750" y="300037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Contoh modul menggunakan kelas turunan AppCompatActivity dan layout XML.</a:t>
            </a:r>
          </a:p>
        </p:txBody>
      </p:sp>
      <p:sp>
        <p:nvSpPr>
          <p:cNvPr id="9" name="text-8">
            <a:extLst>
              <a:ext uri="{FF2B5EF4-FFF2-40B4-BE49-F238E27FC236}">
                <a16:creationId xmlns:a16="http://schemas.microsoft.com/office/drawing/2014/main" id="{7D6E1C03-BB36-4F6B-99B5-1EC52384DA2A}"/>
              </a:ext>
            </a:extLst>
          </p:cNvPr>
          <p:cNvSpPr>
            <a:spLocks noGrp="1"/>
          </p:cNvSpPr>
          <p:nvPr/>
        </p:nvSpPr>
        <p:spPr>
          <a:xfrm>
            <a:off x="609600" y="404812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Penghubung</a:t>
            </a:r>
          </a:p>
        </p:txBody>
      </p:sp>
      <p:sp>
        <p:nvSpPr>
          <p:cNvPr id="10" name="text-9">
            <a:extLst>
              <a:ext uri="{FF2B5EF4-FFF2-40B4-BE49-F238E27FC236}">
                <a16:creationId xmlns:a16="http://schemas.microsoft.com/office/drawing/2014/main" id="{24530BF8-664A-44F4-94DA-D07C29A69812}"/>
              </a:ext>
            </a:extLst>
          </p:cNvPr>
          <p:cNvSpPr>
            <a:spLocks noGrp="1"/>
          </p:cNvSpPr>
          <p:nvPr/>
        </p:nvSpPr>
        <p:spPr>
          <a:xfrm>
            <a:off x="3714750" y="404812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onCreate() melakukan inisialisasi, setContentView() menghubungkan Activity dengan layout.</a:t>
            </a:r>
          </a:p>
        </p:txBody>
      </p:sp>
      <p:sp>
        <p:nvSpPr>
          <p:cNvPr id="11" name="text-10">
            <a:extLst>
              <a:ext uri="{FF2B5EF4-FFF2-40B4-BE49-F238E27FC236}">
                <a16:creationId xmlns:a16="http://schemas.microsoft.com/office/drawing/2014/main" id="{80557591-454F-4A68-AB23-C3E57B9293F8}"/>
              </a:ext>
            </a:extLst>
          </p:cNvPr>
          <p:cNvSpPr>
            <a:spLocks noGrp="1"/>
          </p:cNvSpPr>
          <p:nvPr/>
        </p:nvSpPr>
        <p:spPr>
          <a:xfrm>
            <a:off x="609600" y="509587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Registrasi</a:t>
            </a:r>
          </a:p>
        </p:txBody>
      </p:sp>
      <p:sp>
        <p:nvSpPr>
          <p:cNvPr id="12" name="text-11">
            <a:extLst>
              <a:ext uri="{FF2B5EF4-FFF2-40B4-BE49-F238E27FC236}">
                <a16:creationId xmlns:a16="http://schemas.microsoft.com/office/drawing/2014/main" id="{9A28B18F-6AD5-4F47-825D-17AA4646D685}"/>
              </a:ext>
            </a:extLst>
          </p:cNvPr>
          <p:cNvSpPr>
            <a:spLocks noGrp="1"/>
          </p:cNvSpPr>
          <p:nvPr/>
        </p:nvSpPr>
        <p:spPr>
          <a:xfrm>
            <a:off x="3714750" y="509587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Deklarasikan Activity pada manifest. MAIN dan LAUNCHER menandai titik masuk aplikasi.</a:t>
            </a:r>
          </a:p>
        </p:txBody>
      </p:sp>
    </p:spTree>
    <p:extLst>
      <p:ext uri="{BB962C8B-B14F-4D97-AF65-F5344CB8AC3E}">
        <p14:creationId xmlns:p14="http://schemas.microsoft.com/office/powerpoint/2010/main" val="20069056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9FA"/>
        </a:solidFill>
        <a:effectLst/>
      </p:bgPr>
    </p:bg>
    <p:spTree>
      <p:nvGrpSpPr>
        <p:cNvPr id="1" name=""/>
        <p:cNvGrpSpPr/>
        <p:nvPr/>
      </p:nvGrpSpPr>
      <p:grpSpPr>
        <a:xfrm>
          <a:off x="0" y="0"/>
          <a:ext cx="0" cy="0"/>
          <a:chOff x="0" y="0"/>
          <a:chExt cx="0" cy="0"/>
        </a:xfrm>
      </p:grpSpPr>
      <p:sp>
        <p:nvSpPr>
          <p:cNvPr id="12" name="text-0">
            <a:extLst>
              <a:ext uri="{FF2B5EF4-FFF2-40B4-BE49-F238E27FC236}">
                <a16:creationId xmlns:a16="http://schemas.microsoft.com/office/drawing/2014/main" id="{94737B0B-52FB-4243-A370-9189D75700D5}"/>
              </a:ext>
            </a:extLst>
          </p:cNvPr>
          <p:cNvSpPr>
            <a:spLocks noGrp="1"/>
          </p:cNvSpPr>
          <p:nvPr/>
        </p:nvSpPr>
        <p:spPr>
          <a:xfrm>
            <a:off x="609600" y="381000"/>
            <a:ext cx="10953750" cy="266700"/>
          </a:xfrm>
          <a:prstGeom prst="rect">
            <a:avLst/>
          </a:prstGeom>
          <a:noFill/>
          <a:ln w="0">
            <a:noFill/>
            <a:prstDash val="solid"/>
          </a:ln>
        </p:spPr>
        <p:txBody>
          <a:bodyPr lIns="0" tIns="0" rIns="0" bIns="0" anchor="t">
            <a:noAutofit/>
          </a:bodyPr>
          <a:lstStyle>
            <a:defPPr>
              <a:defRPr sz="1350" b="1">
                <a:solidFill>
                  <a:srgbClr val="007D85"/>
                </a:solidFill>
                <a:latin typeface="DejaVu Sans"/>
                <a:ea typeface="DejaVu Sans"/>
                <a:cs typeface="DejaVu Sans"/>
              </a:defRPr>
            </a:defPPr>
            <a:lvl1pPr>
              <a:defRPr sz="1350" b="1">
                <a:solidFill>
                  <a:srgbClr val="007D85"/>
                </a:solidFill>
                <a:latin typeface="DejaVu Sans"/>
                <a:ea typeface="DejaVu Sans"/>
                <a:cs typeface="DejaVu Sans"/>
              </a:defRPr>
            </a:lvl1pPr>
            <a:lvl2pPr>
              <a:defRPr sz="1350" b="1">
                <a:solidFill>
                  <a:srgbClr val="007D85"/>
                </a:solidFill>
                <a:latin typeface="DejaVu Sans"/>
                <a:ea typeface="DejaVu Sans"/>
                <a:cs typeface="DejaVu Sans"/>
              </a:defRPr>
            </a:lvl2pPr>
            <a:lvl3pPr>
              <a:defRPr sz="1350" b="1">
                <a:solidFill>
                  <a:srgbClr val="007D85"/>
                </a:solidFill>
                <a:latin typeface="DejaVu Sans"/>
                <a:ea typeface="DejaVu Sans"/>
                <a:cs typeface="DejaVu Sans"/>
              </a:defRPr>
            </a:lvl3pPr>
            <a:lvl4pPr>
              <a:defRPr sz="1350" b="1">
                <a:solidFill>
                  <a:srgbClr val="007D85"/>
                </a:solidFill>
                <a:latin typeface="DejaVu Sans"/>
                <a:ea typeface="DejaVu Sans"/>
                <a:cs typeface="DejaVu Sans"/>
              </a:defRPr>
            </a:lvl4pPr>
            <a:lvl5pPr>
              <a:defRPr sz="1350" b="1">
                <a:solidFill>
                  <a:srgbClr val="007D85"/>
                </a:solidFill>
                <a:latin typeface="DejaVu Sans"/>
                <a:ea typeface="DejaVu Sans"/>
                <a:cs typeface="DejaVu Sans"/>
              </a:defRPr>
            </a:lvl5pPr>
            <a:lvl6pPr>
              <a:defRPr sz="1350" b="1">
                <a:solidFill>
                  <a:srgbClr val="007D85"/>
                </a:solidFill>
                <a:latin typeface="DejaVu Sans"/>
                <a:ea typeface="DejaVu Sans"/>
                <a:cs typeface="DejaVu Sans"/>
              </a:defRPr>
            </a:lvl6pPr>
            <a:lvl7pPr>
              <a:defRPr sz="1350" b="1">
                <a:solidFill>
                  <a:srgbClr val="007D85"/>
                </a:solidFill>
                <a:latin typeface="DejaVu Sans"/>
                <a:ea typeface="DejaVu Sans"/>
                <a:cs typeface="DejaVu Sans"/>
              </a:defRPr>
            </a:lvl7pPr>
            <a:lvl8pPr>
              <a:defRPr sz="1350" b="1">
                <a:solidFill>
                  <a:srgbClr val="007D85"/>
                </a:solidFill>
                <a:latin typeface="DejaVu Sans"/>
                <a:ea typeface="DejaVu Sans"/>
                <a:cs typeface="DejaVu Sans"/>
              </a:defRPr>
            </a:lvl8pPr>
            <a:lvl9pPr>
              <a:defRPr sz="1350" b="1">
                <a:solidFill>
                  <a:srgbClr val="007D85"/>
                </a:solidFill>
                <a:latin typeface="DejaVu Sans"/>
                <a:ea typeface="DejaVu Sans"/>
                <a:cs typeface="DejaVu Sans"/>
              </a:defRPr>
            </a:lvl9pPr>
          </a:lstStyle>
          <a:p>
            <a:pPr>
              <a:defRPr sz="1350" b="1">
                <a:solidFill>
                  <a:srgbClr val="007D85"/>
                </a:solidFill>
                <a:latin typeface="DejaVu Sans"/>
                <a:ea typeface="DejaVu Sans"/>
                <a:cs typeface="DejaVu Sans"/>
              </a:defRPr>
            </a:pPr>
            <a:r>
              <a:rPr sz="1350" b="1">
                <a:solidFill>
                  <a:srgbClr val="007D85"/>
                </a:solidFill>
                <a:latin typeface="DejaVu Sans"/>
                <a:ea typeface="DejaVu Sans"/>
                <a:cs typeface="DejaVu Sans"/>
              </a:rPr>
              <a:t>BAB 2  KOMPONEN DASAR</a:t>
            </a:r>
          </a:p>
        </p:txBody>
      </p:sp>
      <p:sp>
        <p:nvSpPr>
          <p:cNvPr id="2" name="text-1">
            <a:extLst>
              <a:ext uri="{FF2B5EF4-FFF2-40B4-BE49-F238E27FC236}">
                <a16:creationId xmlns:a16="http://schemas.microsoft.com/office/drawing/2014/main" id="{3750CB3A-912F-42AE-B51B-A4C407A45D88}"/>
              </a:ext>
            </a:extLst>
          </p:cNvPr>
          <p:cNvSpPr>
            <a:spLocks noGrp="1"/>
          </p:cNvSpPr>
          <p:nvPr/>
        </p:nvSpPr>
        <p:spPr>
          <a:xfrm>
            <a:off x="609600" y="866775"/>
            <a:ext cx="10953750" cy="895350"/>
          </a:xfrm>
          <a:prstGeom prst="rect">
            <a:avLst/>
          </a:prstGeom>
          <a:noFill/>
          <a:ln w="0">
            <a:noFill/>
            <a:prstDash val="solid"/>
          </a:ln>
        </p:spPr>
        <p:txBody>
          <a:bodyPr lIns="0" tIns="0" rIns="0" bIns="0" anchor="t">
            <a:noAutofit/>
          </a:bodyPr>
          <a:lstStyle>
            <a:defPPr>
              <a:defRPr sz="3150" b="1">
                <a:solidFill>
                  <a:srgbClr val="10283F"/>
                </a:solidFill>
                <a:latin typeface="DejaVu Sans"/>
                <a:ea typeface="DejaVu Sans"/>
                <a:cs typeface="DejaVu Sans"/>
              </a:defRPr>
            </a:defPPr>
            <a:lvl1pPr>
              <a:defRPr sz="3150" b="1">
                <a:solidFill>
                  <a:srgbClr val="10283F"/>
                </a:solidFill>
                <a:latin typeface="DejaVu Sans"/>
                <a:ea typeface="DejaVu Sans"/>
                <a:cs typeface="DejaVu Sans"/>
              </a:defRPr>
            </a:lvl1pPr>
            <a:lvl2pPr>
              <a:defRPr sz="3150" b="1">
                <a:solidFill>
                  <a:srgbClr val="10283F"/>
                </a:solidFill>
                <a:latin typeface="DejaVu Sans"/>
                <a:ea typeface="DejaVu Sans"/>
                <a:cs typeface="DejaVu Sans"/>
              </a:defRPr>
            </a:lvl2pPr>
            <a:lvl3pPr>
              <a:defRPr sz="3150" b="1">
                <a:solidFill>
                  <a:srgbClr val="10283F"/>
                </a:solidFill>
                <a:latin typeface="DejaVu Sans"/>
                <a:ea typeface="DejaVu Sans"/>
                <a:cs typeface="DejaVu Sans"/>
              </a:defRPr>
            </a:lvl3pPr>
            <a:lvl4pPr>
              <a:defRPr sz="3150" b="1">
                <a:solidFill>
                  <a:srgbClr val="10283F"/>
                </a:solidFill>
                <a:latin typeface="DejaVu Sans"/>
                <a:ea typeface="DejaVu Sans"/>
                <a:cs typeface="DejaVu Sans"/>
              </a:defRPr>
            </a:lvl4pPr>
            <a:lvl5pPr>
              <a:defRPr sz="3150" b="1">
                <a:solidFill>
                  <a:srgbClr val="10283F"/>
                </a:solidFill>
                <a:latin typeface="DejaVu Sans"/>
                <a:ea typeface="DejaVu Sans"/>
                <a:cs typeface="DejaVu Sans"/>
              </a:defRPr>
            </a:lvl5pPr>
            <a:lvl6pPr>
              <a:defRPr sz="3150" b="1">
                <a:solidFill>
                  <a:srgbClr val="10283F"/>
                </a:solidFill>
                <a:latin typeface="DejaVu Sans"/>
                <a:ea typeface="DejaVu Sans"/>
                <a:cs typeface="DejaVu Sans"/>
              </a:defRPr>
            </a:lvl6pPr>
            <a:lvl7pPr>
              <a:defRPr sz="3150" b="1">
                <a:solidFill>
                  <a:srgbClr val="10283F"/>
                </a:solidFill>
                <a:latin typeface="DejaVu Sans"/>
                <a:ea typeface="DejaVu Sans"/>
                <a:cs typeface="DejaVu Sans"/>
              </a:defRPr>
            </a:lvl7pPr>
            <a:lvl8pPr>
              <a:defRPr sz="3150" b="1">
                <a:solidFill>
                  <a:srgbClr val="10283F"/>
                </a:solidFill>
                <a:latin typeface="DejaVu Sans"/>
                <a:ea typeface="DejaVu Sans"/>
                <a:cs typeface="DejaVu Sans"/>
              </a:defRPr>
            </a:lvl8pPr>
            <a:lvl9pPr>
              <a:defRPr sz="3150" b="1">
                <a:solidFill>
                  <a:srgbClr val="10283F"/>
                </a:solidFill>
                <a:latin typeface="DejaVu Sans"/>
                <a:ea typeface="DejaVu Sans"/>
                <a:cs typeface="DejaVu Sans"/>
              </a:defRPr>
            </a:lvl9pPr>
          </a:lstStyle>
          <a:p>
            <a:pPr>
              <a:defRPr sz="3150" b="1">
                <a:solidFill>
                  <a:srgbClr val="10283F"/>
                </a:solidFill>
                <a:latin typeface="DejaVu Sans"/>
                <a:ea typeface="DejaVu Sans"/>
                <a:cs typeface="DejaVu Sans"/>
              </a:defRPr>
            </a:pPr>
            <a:r>
              <a:rPr sz="3150" b="1">
                <a:solidFill>
                  <a:srgbClr val="10283F"/>
                </a:solidFill>
                <a:latin typeface="DejaVu Sans"/>
                <a:ea typeface="DejaVu Sans"/>
                <a:cs typeface="DejaVu Sans"/>
              </a:rPr>
              <a:t>Siklus hidup Activity</a:t>
            </a:r>
          </a:p>
        </p:txBody>
      </p:sp>
      <p:sp>
        <p:nvSpPr>
          <p:cNvPr id="3" name="text-2">
            <a:extLst>
              <a:ext uri="{FF2B5EF4-FFF2-40B4-BE49-F238E27FC236}">
                <a16:creationId xmlns:a16="http://schemas.microsoft.com/office/drawing/2014/main" id="{87098B0E-F88D-4EEF-886C-38566F358738}"/>
              </a:ext>
            </a:extLst>
          </p:cNvPr>
          <p:cNvSpPr>
            <a:spLocks noGrp="1"/>
          </p:cNvSpPr>
          <p:nvPr/>
        </p:nvSpPr>
        <p:spPr>
          <a:xfrm>
            <a:off x="609600" y="6410325"/>
            <a:ext cx="10096500" cy="238125"/>
          </a:xfrm>
          <a:prstGeom prst="rect">
            <a:avLst/>
          </a:prstGeom>
          <a:noFill/>
          <a:ln w="0">
            <a:noFill/>
            <a:prstDash val="solid"/>
          </a:ln>
        </p:spPr>
        <p:txBody>
          <a:bodyPr lIns="0" tIns="0" rIns="0" bIns="0" anchor="t">
            <a:noAutofit/>
          </a:bodyPr>
          <a:lstStyle>
            <a:defPPr>
              <a:defRPr sz="1050" b="0">
                <a:solidFill>
                  <a:srgbClr val="506778"/>
                </a:solidFill>
                <a:latin typeface="DejaVu Sans"/>
                <a:ea typeface="DejaVu Sans"/>
                <a:cs typeface="DejaVu Sans"/>
              </a:defRPr>
            </a:defPPr>
            <a:lvl1pPr>
              <a:defRPr sz="1050" b="0">
                <a:solidFill>
                  <a:srgbClr val="506778"/>
                </a:solidFill>
                <a:latin typeface="DejaVu Sans"/>
                <a:ea typeface="DejaVu Sans"/>
                <a:cs typeface="DejaVu Sans"/>
              </a:defRPr>
            </a:lvl1pPr>
            <a:lvl2pPr>
              <a:defRPr sz="1050" b="0">
                <a:solidFill>
                  <a:srgbClr val="506778"/>
                </a:solidFill>
                <a:latin typeface="DejaVu Sans"/>
                <a:ea typeface="DejaVu Sans"/>
                <a:cs typeface="DejaVu Sans"/>
              </a:defRPr>
            </a:lvl2pPr>
            <a:lvl3pPr>
              <a:defRPr sz="1050" b="0">
                <a:solidFill>
                  <a:srgbClr val="506778"/>
                </a:solidFill>
                <a:latin typeface="DejaVu Sans"/>
                <a:ea typeface="DejaVu Sans"/>
                <a:cs typeface="DejaVu Sans"/>
              </a:defRPr>
            </a:lvl3pPr>
            <a:lvl4pPr>
              <a:defRPr sz="1050" b="0">
                <a:solidFill>
                  <a:srgbClr val="506778"/>
                </a:solidFill>
                <a:latin typeface="DejaVu Sans"/>
                <a:ea typeface="DejaVu Sans"/>
                <a:cs typeface="DejaVu Sans"/>
              </a:defRPr>
            </a:lvl4pPr>
            <a:lvl5pPr>
              <a:defRPr sz="1050" b="0">
                <a:solidFill>
                  <a:srgbClr val="506778"/>
                </a:solidFill>
                <a:latin typeface="DejaVu Sans"/>
                <a:ea typeface="DejaVu Sans"/>
                <a:cs typeface="DejaVu Sans"/>
              </a:defRPr>
            </a:lvl5pPr>
            <a:lvl6pPr>
              <a:defRPr sz="1050" b="0">
                <a:solidFill>
                  <a:srgbClr val="506778"/>
                </a:solidFill>
                <a:latin typeface="DejaVu Sans"/>
                <a:ea typeface="DejaVu Sans"/>
                <a:cs typeface="DejaVu Sans"/>
              </a:defRPr>
            </a:lvl6pPr>
            <a:lvl7pPr>
              <a:defRPr sz="1050" b="0">
                <a:solidFill>
                  <a:srgbClr val="506778"/>
                </a:solidFill>
                <a:latin typeface="DejaVu Sans"/>
                <a:ea typeface="DejaVu Sans"/>
                <a:cs typeface="DejaVu Sans"/>
              </a:defRPr>
            </a:lvl7pPr>
            <a:lvl8pPr>
              <a:defRPr sz="1050" b="0">
                <a:solidFill>
                  <a:srgbClr val="506778"/>
                </a:solidFill>
                <a:latin typeface="DejaVu Sans"/>
                <a:ea typeface="DejaVu Sans"/>
                <a:cs typeface="DejaVu Sans"/>
              </a:defRPr>
            </a:lvl8pPr>
            <a:lvl9pPr>
              <a:defRPr sz="1050" b="0">
                <a:solidFill>
                  <a:srgbClr val="506778"/>
                </a:solidFill>
                <a:latin typeface="DejaVu Sans"/>
                <a:ea typeface="DejaVu Sans"/>
                <a:cs typeface="DejaVu Sans"/>
              </a:defRPr>
            </a:lvl9pPr>
          </a:lstStyle>
          <a:p>
            <a:pPr>
              <a:defRPr sz="1050" b="0">
                <a:solidFill>
                  <a:srgbClr val="506778"/>
                </a:solidFill>
                <a:latin typeface="DejaVu Sans"/>
                <a:ea typeface="DejaVu Sans"/>
                <a:cs typeface="DejaVu Sans"/>
              </a:defRPr>
            </a:pPr>
            <a:r>
              <a:rPr sz="1050" b="0">
                <a:solidFill>
                  <a:srgbClr val="506778"/>
                </a:solidFill>
                <a:latin typeface="DejaVu Sans"/>
                <a:ea typeface="DejaVu Sans"/>
                <a:cs typeface="DejaVu Sans"/>
              </a:rPr>
              <a:t>Sumber: E-book Bab 2 (PDF hlm. 6–10)</a:t>
            </a:r>
          </a:p>
        </p:txBody>
      </p:sp>
      <p:sp>
        <p:nvSpPr>
          <p:cNvPr id="4" name="text-3">
            <a:extLst>
              <a:ext uri="{FF2B5EF4-FFF2-40B4-BE49-F238E27FC236}">
                <a16:creationId xmlns:a16="http://schemas.microsoft.com/office/drawing/2014/main" id="{D125C1B6-FCB5-4691-8D96-4C973B8CDADE}"/>
              </a:ext>
            </a:extLst>
          </p:cNvPr>
          <p:cNvSpPr>
            <a:spLocks noGrp="1"/>
          </p:cNvSpPr>
          <p:nvPr/>
        </p:nvSpPr>
        <p:spPr>
          <a:xfrm>
            <a:off x="11106150" y="6372225"/>
            <a:ext cx="476250" cy="285750"/>
          </a:xfrm>
          <a:prstGeom prst="rect">
            <a:avLst/>
          </a:prstGeom>
          <a:noFill/>
          <a:ln w="0">
            <a:noFill/>
            <a:prstDash val="solid"/>
          </a:ln>
        </p:spPr>
        <p:txBody>
          <a:bodyPr lIns="0" tIns="0" rIns="0" bIns="0" anchor="t">
            <a:noAutofit/>
          </a:bodyPr>
          <a:lstStyle>
            <a:defPPr>
              <a:defRPr sz="1425" b="1">
                <a:solidFill>
                  <a:srgbClr val="007D85"/>
                </a:solidFill>
                <a:latin typeface="DejaVu Sans"/>
                <a:ea typeface="DejaVu Sans"/>
                <a:cs typeface="DejaVu Sans"/>
              </a:defRPr>
            </a:defPPr>
            <a:lvl1pPr>
              <a:defRPr sz="1425" b="1">
                <a:solidFill>
                  <a:srgbClr val="007D85"/>
                </a:solidFill>
                <a:latin typeface="DejaVu Sans"/>
                <a:ea typeface="DejaVu Sans"/>
                <a:cs typeface="DejaVu Sans"/>
              </a:defRPr>
            </a:lvl1pPr>
            <a:lvl2pPr>
              <a:defRPr sz="1425" b="1">
                <a:solidFill>
                  <a:srgbClr val="007D85"/>
                </a:solidFill>
                <a:latin typeface="DejaVu Sans"/>
                <a:ea typeface="DejaVu Sans"/>
                <a:cs typeface="DejaVu Sans"/>
              </a:defRPr>
            </a:lvl2pPr>
            <a:lvl3pPr>
              <a:defRPr sz="1425" b="1">
                <a:solidFill>
                  <a:srgbClr val="007D85"/>
                </a:solidFill>
                <a:latin typeface="DejaVu Sans"/>
                <a:ea typeface="DejaVu Sans"/>
                <a:cs typeface="DejaVu Sans"/>
              </a:defRPr>
            </a:lvl3pPr>
            <a:lvl4pPr>
              <a:defRPr sz="1425" b="1">
                <a:solidFill>
                  <a:srgbClr val="007D85"/>
                </a:solidFill>
                <a:latin typeface="DejaVu Sans"/>
                <a:ea typeface="DejaVu Sans"/>
                <a:cs typeface="DejaVu Sans"/>
              </a:defRPr>
            </a:lvl4pPr>
            <a:lvl5pPr>
              <a:defRPr sz="1425" b="1">
                <a:solidFill>
                  <a:srgbClr val="007D85"/>
                </a:solidFill>
                <a:latin typeface="DejaVu Sans"/>
                <a:ea typeface="DejaVu Sans"/>
                <a:cs typeface="DejaVu Sans"/>
              </a:defRPr>
            </a:lvl5pPr>
            <a:lvl6pPr>
              <a:defRPr sz="1425" b="1">
                <a:solidFill>
                  <a:srgbClr val="007D85"/>
                </a:solidFill>
                <a:latin typeface="DejaVu Sans"/>
                <a:ea typeface="DejaVu Sans"/>
                <a:cs typeface="DejaVu Sans"/>
              </a:defRPr>
            </a:lvl6pPr>
            <a:lvl7pPr>
              <a:defRPr sz="1425" b="1">
                <a:solidFill>
                  <a:srgbClr val="007D85"/>
                </a:solidFill>
                <a:latin typeface="DejaVu Sans"/>
                <a:ea typeface="DejaVu Sans"/>
                <a:cs typeface="DejaVu Sans"/>
              </a:defRPr>
            </a:lvl7pPr>
            <a:lvl8pPr>
              <a:defRPr sz="1425" b="1">
                <a:solidFill>
                  <a:srgbClr val="007D85"/>
                </a:solidFill>
                <a:latin typeface="DejaVu Sans"/>
                <a:ea typeface="DejaVu Sans"/>
                <a:cs typeface="DejaVu Sans"/>
              </a:defRPr>
            </a:lvl8pPr>
            <a:lvl9pPr>
              <a:defRPr sz="1425" b="1">
                <a:solidFill>
                  <a:srgbClr val="007D85"/>
                </a:solidFill>
                <a:latin typeface="DejaVu Sans"/>
                <a:ea typeface="DejaVu Sans"/>
                <a:cs typeface="DejaVu Sans"/>
              </a:defRPr>
            </a:lvl9pPr>
          </a:lstStyle>
          <a:p>
            <a:pPr>
              <a:defRPr sz="1425" b="1">
                <a:solidFill>
                  <a:srgbClr val="007D85"/>
                </a:solidFill>
                <a:latin typeface="DejaVu Sans"/>
                <a:ea typeface="DejaVu Sans"/>
                <a:cs typeface="DejaVu Sans"/>
              </a:defRPr>
            </a:pPr>
            <a:r>
              <a:rPr sz="1425" b="1">
                <a:solidFill>
                  <a:srgbClr val="007D85"/>
                </a:solidFill>
                <a:latin typeface="DejaVu Sans"/>
                <a:ea typeface="DejaVu Sans"/>
                <a:cs typeface="DejaVu Sans"/>
              </a:rPr>
              <a:t>11</a:t>
            </a:r>
          </a:p>
        </p:txBody>
      </p:sp>
      <p:sp>
        <p:nvSpPr>
          <p:cNvPr id="5" name="text-4">
            <a:extLst>
              <a:ext uri="{FF2B5EF4-FFF2-40B4-BE49-F238E27FC236}">
                <a16:creationId xmlns:a16="http://schemas.microsoft.com/office/drawing/2014/main" id="{074B435A-E0F0-457A-BDC7-64D9EA327AE7}"/>
              </a:ext>
            </a:extLst>
          </p:cNvPr>
          <p:cNvSpPr>
            <a:spLocks noGrp="1"/>
          </p:cNvSpPr>
          <p:nvPr/>
        </p:nvSpPr>
        <p:spPr>
          <a:xfrm>
            <a:off x="609600" y="1952625"/>
            <a:ext cx="5905500" cy="3238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Mulai dan aktif</a:t>
            </a:r>
          </a:p>
        </p:txBody>
      </p:sp>
      <p:sp>
        <p:nvSpPr>
          <p:cNvPr id="6" name="text-5">
            <a:extLst>
              <a:ext uri="{FF2B5EF4-FFF2-40B4-BE49-F238E27FC236}">
                <a16:creationId xmlns:a16="http://schemas.microsoft.com/office/drawing/2014/main" id="{EFAB0505-534B-4A67-B23C-2F192B0AF5ED}"/>
              </a:ext>
            </a:extLst>
          </p:cNvPr>
          <p:cNvSpPr>
            <a:spLocks noGrp="1"/>
          </p:cNvSpPr>
          <p:nvPr/>
        </p:nvSpPr>
        <p:spPr>
          <a:xfrm>
            <a:off x="609600" y="2352675"/>
            <a:ext cx="5905500" cy="876300"/>
          </a:xfrm>
          <a:prstGeom prst="rect">
            <a:avLst/>
          </a:prstGeom>
          <a:noFill/>
          <a:ln w="0">
            <a:noFill/>
            <a:prstDash val="solid"/>
          </a:ln>
        </p:spPr>
        <p:txBody>
          <a:bodyPr lIns="0" tIns="0" rIns="0" bIns="0" anchor="t">
            <a:noAutofit/>
          </a:bodyPr>
          <a:lstStyle>
            <a:defPPr>
              <a:defRPr sz="1875" b="0">
                <a:solidFill>
                  <a:srgbClr val="183349"/>
                </a:solidFill>
                <a:latin typeface="DejaVu Sans"/>
                <a:ea typeface="DejaVu Sans"/>
                <a:cs typeface="DejaVu Sans"/>
              </a:defRPr>
            </a:defPPr>
            <a:lvl1pPr>
              <a:defRPr sz="1875" b="0">
                <a:solidFill>
                  <a:srgbClr val="183349"/>
                </a:solidFill>
                <a:latin typeface="DejaVu Sans"/>
                <a:ea typeface="DejaVu Sans"/>
                <a:cs typeface="DejaVu Sans"/>
              </a:defRPr>
            </a:lvl1pPr>
            <a:lvl2pPr>
              <a:defRPr sz="1875" b="0">
                <a:solidFill>
                  <a:srgbClr val="183349"/>
                </a:solidFill>
                <a:latin typeface="DejaVu Sans"/>
                <a:ea typeface="DejaVu Sans"/>
                <a:cs typeface="DejaVu Sans"/>
              </a:defRPr>
            </a:lvl2pPr>
            <a:lvl3pPr>
              <a:defRPr sz="1875" b="0">
                <a:solidFill>
                  <a:srgbClr val="183349"/>
                </a:solidFill>
                <a:latin typeface="DejaVu Sans"/>
                <a:ea typeface="DejaVu Sans"/>
                <a:cs typeface="DejaVu Sans"/>
              </a:defRPr>
            </a:lvl3pPr>
            <a:lvl4pPr>
              <a:defRPr sz="1875" b="0">
                <a:solidFill>
                  <a:srgbClr val="183349"/>
                </a:solidFill>
                <a:latin typeface="DejaVu Sans"/>
                <a:ea typeface="DejaVu Sans"/>
                <a:cs typeface="DejaVu Sans"/>
              </a:defRPr>
            </a:lvl4pPr>
            <a:lvl5pPr>
              <a:defRPr sz="1875" b="0">
                <a:solidFill>
                  <a:srgbClr val="183349"/>
                </a:solidFill>
                <a:latin typeface="DejaVu Sans"/>
                <a:ea typeface="DejaVu Sans"/>
                <a:cs typeface="DejaVu Sans"/>
              </a:defRPr>
            </a:lvl5pPr>
            <a:lvl6pPr>
              <a:defRPr sz="1875" b="0">
                <a:solidFill>
                  <a:srgbClr val="183349"/>
                </a:solidFill>
                <a:latin typeface="DejaVu Sans"/>
                <a:ea typeface="DejaVu Sans"/>
                <a:cs typeface="DejaVu Sans"/>
              </a:defRPr>
            </a:lvl6pPr>
            <a:lvl7pPr>
              <a:defRPr sz="1875" b="0">
                <a:solidFill>
                  <a:srgbClr val="183349"/>
                </a:solidFill>
                <a:latin typeface="DejaVu Sans"/>
                <a:ea typeface="DejaVu Sans"/>
                <a:cs typeface="DejaVu Sans"/>
              </a:defRPr>
            </a:lvl7pPr>
            <a:lvl8pPr>
              <a:defRPr sz="1875" b="0">
                <a:solidFill>
                  <a:srgbClr val="183349"/>
                </a:solidFill>
                <a:latin typeface="DejaVu Sans"/>
                <a:ea typeface="DejaVu Sans"/>
                <a:cs typeface="DejaVu Sans"/>
              </a:defRPr>
            </a:lvl8pPr>
            <a:lvl9pPr>
              <a:defRPr sz="1875" b="0">
                <a:solidFill>
                  <a:srgbClr val="183349"/>
                </a:solidFill>
                <a:latin typeface="DejaVu Sans"/>
                <a:ea typeface="DejaVu Sans"/>
                <a:cs typeface="DejaVu Sans"/>
              </a:defRPr>
            </a:lvl9pPr>
          </a:lstStyle>
          <a:p>
            <a:pPr>
              <a:defRPr sz="1875" b="0">
                <a:solidFill>
                  <a:srgbClr val="183349"/>
                </a:solidFill>
                <a:latin typeface="DejaVu Sans"/>
                <a:ea typeface="DejaVu Sans"/>
                <a:cs typeface="DejaVu Sans"/>
              </a:defRPr>
            </a:pPr>
            <a:r>
              <a:rPr sz="1875" b="0">
                <a:solidFill>
                  <a:srgbClr val="183349"/>
                </a:solidFill>
                <a:latin typeface="DejaVu Sans"/>
                <a:ea typeface="DejaVu Sans"/>
                <a:cs typeface="DejaVu Sans"/>
              </a:rPr>
              <a:t>onCreate() menginisialisasi, onStart() membuatnya terlihat, onResume() menandai keadaan interaktif.</a:t>
            </a:r>
          </a:p>
        </p:txBody>
      </p:sp>
      <p:sp>
        <p:nvSpPr>
          <p:cNvPr id="7" name="text-6">
            <a:extLst>
              <a:ext uri="{FF2B5EF4-FFF2-40B4-BE49-F238E27FC236}">
                <a16:creationId xmlns:a16="http://schemas.microsoft.com/office/drawing/2014/main" id="{B414A6BA-A86C-4DF3-902B-799112B94018}"/>
              </a:ext>
            </a:extLst>
          </p:cNvPr>
          <p:cNvSpPr>
            <a:spLocks noGrp="1"/>
          </p:cNvSpPr>
          <p:nvPr/>
        </p:nvSpPr>
        <p:spPr>
          <a:xfrm>
            <a:off x="609600" y="3305175"/>
            <a:ext cx="5905500" cy="3238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Kehilangan fokus</a:t>
            </a:r>
          </a:p>
        </p:txBody>
      </p:sp>
      <p:sp>
        <p:nvSpPr>
          <p:cNvPr id="8" name="text-7">
            <a:extLst>
              <a:ext uri="{FF2B5EF4-FFF2-40B4-BE49-F238E27FC236}">
                <a16:creationId xmlns:a16="http://schemas.microsoft.com/office/drawing/2014/main" id="{2D4547B6-0F88-4C9D-AF0E-08A497AB3B50}"/>
              </a:ext>
            </a:extLst>
          </p:cNvPr>
          <p:cNvSpPr>
            <a:spLocks noGrp="1"/>
          </p:cNvSpPr>
          <p:nvPr/>
        </p:nvSpPr>
        <p:spPr>
          <a:xfrm>
            <a:off x="609600" y="3705225"/>
            <a:ext cx="5905500" cy="876300"/>
          </a:xfrm>
          <a:prstGeom prst="rect">
            <a:avLst/>
          </a:prstGeom>
          <a:noFill/>
          <a:ln w="0">
            <a:noFill/>
            <a:prstDash val="solid"/>
          </a:ln>
        </p:spPr>
        <p:txBody>
          <a:bodyPr lIns="0" tIns="0" rIns="0" bIns="0" anchor="t">
            <a:noAutofit/>
          </a:bodyPr>
          <a:lstStyle>
            <a:defPPr>
              <a:defRPr sz="1875" b="0">
                <a:solidFill>
                  <a:srgbClr val="183349"/>
                </a:solidFill>
                <a:latin typeface="DejaVu Sans"/>
                <a:ea typeface="DejaVu Sans"/>
                <a:cs typeface="DejaVu Sans"/>
              </a:defRPr>
            </a:defPPr>
            <a:lvl1pPr>
              <a:defRPr sz="1875" b="0">
                <a:solidFill>
                  <a:srgbClr val="183349"/>
                </a:solidFill>
                <a:latin typeface="DejaVu Sans"/>
                <a:ea typeface="DejaVu Sans"/>
                <a:cs typeface="DejaVu Sans"/>
              </a:defRPr>
            </a:lvl1pPr>
            <a:lvl2pPr>
              <a:defRPr sz="1875" b="0">
                <a:solidFill>
                  <a:srgbClr val="183349"/>
                </a:solidFill>
                <a:latin typeface="DejaVu Sans"/>
                <a:ea typeface="DejaVu Sans"/>
                <a:cs typeface="DejaVu Sans"/>
              </a:defRPr>
            </a:lvl2pPr>
            <a:lvl3pPr>
              <a:defRPr sz="1875" b="0">
                <a:solidFill>
                  <a:srgbClr val="183349"/>
                </a:solidFill>
                <a:latin typeface="DejaVu Sans"/>
                <a:ea typeface="DejaVu Sans"/>
                <a:cs typeface="DejaVu Sans"/>
              </a:defRPr>
            </a:lvl3pPr>
            <a:lvl4pPr>
              <a:defRPr sz="1875" b="0">
                <a:solidFill>
                  <a:srgbClr val="183349"/>
                </a:solidFill>
                <a:latin typeface="DejaVu Sans"/>
                <a:ea typeface="DejaVu Sans"/>
                <a:cs typeface="DejaVu Sans"/>
              </a:defRPr>
            </a:lvl4pPr>
            <a:lvl5pPr>
              <a:defRPr sz="1875" b="0">
                <a:solidFill>
                  <a:srgbClr val="183349"/>
                </a:solidFill>
                <a:latin typeface="DejaVu Sans"/>
                <a:ea typeface="DejaVu Sans"/>
                <a:cs typeface="DejaVu Sans"/>
              </a:defRPr>
            </a:lvl5pPr>
            <a:lvl6pPr>
              <a:defRPr sz="1875" b="0">
                <a:solidFill>
                  <a:srgbClr val="183349"/>
                </a:solidFill>
                <a:latin typeface="DejaVu Sans"/>
                <a:ea typeface="DejaVu Sans"/>
                <a:cs typeface="DejaVu Sans"/>
              </a:defRPr>
            </a:lvl6pPr>
            <a:lvl7pPr>
              <a:defRPr sz="1875" b="0">
                <a:solidFill>
                  <a:srgbClr val="183349"/>
                </a:solidFill>
                <a:latin typeface="DejaVu Sans"/>
                <a:ea typeface="DejaVu Sans"/>
                <a:cs typeface="DejaVu Sans"/>
              </a:defRPr>
            </a:lvl7pPr>
            <a:lvl8pPr>
              <a:defRPr sz="1875" b="0">
                <a:solidFill>
                  <a:srgbClr val="183349"/>
                </a:solidFill>
                <a:latin typeface="DejaVu Sans"/>
                <a:ea typeface="DejaVu Sans"/>
                <a:cs typeface="DejaVu Sans"/>
              </a:defRPr>
            </a:lvl8pPr>
            <a:lvl9pPr>
              <a:defRPr sz="1875" b="0">
                <a:solidFill>
                  <a:srgbClr val="183349"/>
                </a:solidFill>
                <a:latin typeface="DejaVu Sans"/>
                <a:ea typeface="DejaVu Sans"/>
                <a:cs typeface="DejaVu Sans"/>
              </a:defRPr>
            </a:lvl9pPr>
          </a:lstStyle>
          <a:p>
            <a:pPr>
              <a:defRPr sz="1875" b="0">
                <a:solidFill>
                  <a:srgbClr val="183349"/>
                </a:solidFill>
                <a:latin typeface="DejaVu Sans"/>
                <a:ea typeface="DejaVu Sans"/>
                <a:cs typeface="DejaVu Sans"/>
              </a:defRPr>
            </a:pPr>
            <a:r>
              <a:rPr sz="1875" b="0">
                <a:solidFill>
                  <a:srgbClr val="183349"/>
                </a:solidFill>
                <a:latin typeface="DejaVu Sans"/>
                <a:ea typeface="DejaVu Sans"/>
                <a:cs typeface="DejaVu Sans"/>
              </a:rPr>
              <a:t>onPause() menandai perpindahan fokus. onStop() terjadi ketika Activity tidak terlihat.</a:t>
            </a:r>
          </a:p>
        </p:txBody>
      </p:sp>
      <p:sp>
        <p:nvSpPr>
          <p:cNvPr id="9" name="text-8">
            <a:extLst>
              <a:ext uri="{FF2B5EF4-FFF2-40B4-BE49-F238E27FC236}">
                <a16:creationId xmlns:a16="http://schemas.microsoft.com/office/drawing/2014/main" id="{871DBF87-B999-4A61-B67E-0CBAAF4AE38C}"/>
              </a:ext>
            </a:extLst>
          </p:cNvPr>
          <p:cNvSpPr>
            <a:spLocks noGrp="1"/>
          </p:cNvSpPr>
          <p:nvPr/>
        </p:nvSpPr>
        <p:spPr>
          <a:xfrm>
            <a:off x="609600" y="4657725"/>
            <a:ext cx="5905500" cy="3238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Kembali atau berakhir</a:t>
            </a:r>
          </a:p>
        </p:txBody>
      </p:sp>
      <p:sp>
        <p:nvSpPr>
          <p:cNvPr id="10" name="text-9">
            <a:extLst>
              <a:ext uri="{FF2B5EF4-FFF2-40B4-BE49-F238E27FC236}">
                <a16:creationId xmlns:a16="http://schemas.microsoft.com/office/drawing/2014/main" id="{A218D498-1C5F-406D-B793-F2BEBE30C9BB}"/>
              </a:ext>
            </a:extLst>
          </p:cNvPr>
          <p:cNvSpPr>
            <a:spLocks noGrp="1"/>
          </p:cNvSpPr>
          <p:nvPr/>
        </p:nvSpPr>
        <p:spPr>
          <a:xfrm>
            <a:off x="609600" y="5057775"/>
            <a:ext cx="5905500" cy="876300"/>
          </a:xfrm>
          <a:prstGeom prst="rect">
            <a:avLst/>
          </a:prstGeom>
          <a:noFill/>
          <a:ln w="0">
            <a:noFill/>
            <a:prstDash val="solid"/>
          </a:ln>
        </p:spPr>
        <p:txBody>
          <a:bodyPr lIns="0" tIns="0" rIns="0" bIns="0" anchor="t">
            <a:noAutofit/>
          </a:bodyPr>
          <a:lstStyle>
            <a:defPPr>
              <a:defRPr sz="1875" b="0">
                <a:solidFill>
                  <a:srgbClr val="183349"/>
                </a:solidFill>
                <a:latin typeface="DejaVu Sans"/>
                <a:ea typeface="DejaVu Sans"/>
                <a:cs typeface="DejaVu Sans"/>
              </a:defRPr>
            </a:defPPr>
            <a:lvl1pPr>
              <a:defRPr sz="1875" b="0">
                <a:solidFill>
                  <a:srgbClr val="183349"/>
                </a:solidFill>
                <a:latin typeface="DejaVu Sans"/>
                <a:ea typeface="DejaVu Sans"/>
                <a:cs typeface="DejaVu Sans"/>
              </a:defRPr>
            </a:lvl1pPr>
            <a:lvl2pPr>
              <a:defRPr sz="1875" b="0">
                <a:solidFill>
                  <a:srgbClr val="183349"/>
                </a:solidFill>
                <a:latin typeface="DejaVu Sans"/>
                <a:ea typeface="DejaVu Sans"/>
                <a:cs typeface="DejaVu Sans"/>
              </a:defRPr>
            </a:lvl2pPr>
            <a:lvl3pPr>
              <a:defRPr sz="1875" b="0">
                <a:solidFill>
                  <a:srgbClr val="183349"/>
                </a:solidFill>
                <a:latin typeface="DejaVu Sans"/>
                <a:ea typeface="DejaVu Sans"/>
                <a:cs typeface="DejaVu Sans"/>
              </a:defRPr>
            </a:lvl3pPr>
            <a:lvl4pPr>
              <a:defRPr sz="1875" b="0">
                <a:solidFill>
                  <a:srgbClr val="183349"/>
                </a:solidFill>
                <a:latin typeface="DejaVu Sans"/>
                <a:ea typeface="DejaVu Sans"/>
                <a:cs typeface="DejaVu Sans"/>
              </a:defRPr>
            </a:lvl4pPr>
            <a:lvl5pPr>
              <a:defRPr sz="1875" b="0">
                <a:solidFill>
                  <a:srgbClr val="183349"/>
                </a:solidFill>
                <a:latin typeface="DejaVu Sans"/>
                <a:ea typeface="DejaVu Sans"/>
                <a:cs typeface="DejaVu Sans"/>
              </a:defRPr>
            </a:lvl5pPr>
            <a:lvl6pPr>
              <a:defRPr sz="1875" b="0">
                <a:solidFill>
                  <a:srgbClr val="183349"/>
                </a:solidFill>
                <a:latin typeface="DejaVu Sans"/>
                <a:ea typeface="DejaVu Sans"/>
                <a:cs typeface="DejaVu Sans"/>
              </a:defRPr>
            </a:lvl6pPr>
            <a:lvl7pPr>
              <a:defRPr sz="1875" b="0">
                <a:solidFill>
                  <a:srgbClr val="183349"/>
                </a:solidFill>
                <a:latin typeface="DejaVu Sans"/>
                <a:ea typeface="DejaVu Sans"/>
                <a:cs typeface="DejaVu Sans"/>
              </a:defRPr>
            </a:lvl7pPr>
            <a:lvl8pPr>
              <a:defRPr sz="1875" b="0">
                <a:solidFill>
                  <a:srgbClr val="183349"/>
                </a:solidFill>
                <a:latin typeface="DejaVu Sans"/>
                <a:ea typeface="DejaVu Sans"/>
                <a:cs typeface="DejaVu Sans"/>
              </a:defRPr>
            </a:lvl8pPr>
            <a:lvl9pPr>
              <a:defRPr sz="1875" b="0">
                <a:solidFill>
                  <a:srgbClr val="183349"/>
                </a:solidFill>
                <a:latin typeface="DejaVu Sans"/>
                <a:ea typeface="DejaVu Sans"/>
                <a:cs typeface="DejaVu Sans"/>
              </a:defRPr>
            </a:lvl9pPr>
          </a:lstStyle>
          <a:p>
            <a:pPr>
              <a:defRPr sz="1875" b="0">
                <a:solidFill>
                  <a:srgbClr val="183349"/>
                </a:solidFill>
                <a:latin typeface="DejaVu Sans"/>
                <a:ea typeface="DejaVu Sans"/>
                <a:cs typeface="DejaVu Sans"/>
              </a:defRPr>
            </a:pPr>
            <a:r>
              <a:rPr sz="1875" b="0">
                <a:solidFill>
                  <a:srgbClr val="183349"/>
                </a:solidFill>
                <a:latin typeface="DejaVu Sans"/>
                <a:ea typeface="DejaVu Sans"/>
                <a:cs typeface="DejaVu Sans"/>
              </a:rPr>
              <a:t>onRestart() mendahului mulai ulang Activity yang berhenti. onDestroy() terkait penghancuran Activity.</a:t>
            </a:r>
          </a:p>
        </p:txBody>
      </p:sp>
      <p:pic>
        <p:nvPicPr>
          <p:cNvPr id="11" name="Picture 10">
            <a:extLst>
              <a:ext uri="{FF2B5EF4-FFF2-40B4-BE49-F238E27FC236}">
                <a16:creationId xmlns:a16="http://schemas.microsoft.com/office/drawing/2014/main" id="{4C7CD497-3F42-4F56-864A-9099FCA284B2}"/>
              </a:ext>
            </a:extLst>
          </p:cNvPr>
          <p:cNvPicPr>
            <a:picLocks noChangeAspect="1"/>
          </p:cNvPicPr>
          <p:nvPr/>
        </p:nvPicPr>
        <p:blipFill>
          <a:blip r:embed="rId3"/>
          <a:stretch/>
        </p:blipFill>
        <p:spPr>
          <a:xfrm>
            <a:off x="7595679" y="1828800"/>
            <a:ext cx="3344291" cy="4324350"/>
          </a:xfrm>
          <a:prstGeom prst="rect">
            <a:avLst/>
          </a:prstGeom>
        </p:spPr>
      </p:pic>
    </p:spTree>
    <p:extLst>
      <p:ext uri="{BB962C8B-B14F-4D97-AF65-F5344CB8AC3E}">
        <p14:creationId xmlns:p14="http://schemas.microsoft.com/office/powerpoint/2010/main" val="1169370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9FA"/>
        </a:solidFill>
        <a:effectLst/>
      </p:bgPr>
    </p:bg>
    <p:spTree>
      <p:nvGrpSpPr>
        <p:cNvPr id="1" name=""/>
        <p:cNvGrpSpPr/>
        <p:nvPr/>
      </p:nvGrpSpPr>
      <p:grpSpPr>
        <a:xfrm>
          <a:off x="0" y="0"/>
          <a:ext cx="0" cy="0"/>
          <a:chOff x="0" y="0"/>
          <a:chExt cx="0" cy="0"/>
        </a:xfrm>
      </p:grpSpPr>
      <p:sp>
        <p:nvSpPr>
          <p:cNvPr id="6" name="text-0">
            <a:extLst>
              <a:ext uri="{FF2B5EF4-FFF2-40B4-BE49-F238E27FC236}">
                <a16:creationId xmlns:a16="http://schemas.microsoft.com/office/drawing/2014/main" id="{A90A3E79-2881-44E8-854B-BF08E9E88105}"/>
              </a:ext>
            </a:extLst>
          </p:cNvPr>
          <p:cNvSpPr>
            <a:spLocks noGrp="1"/>
          </p:cNvSpPr>
          <p:nvPr/>
        </p:nvSpPr>
        <p:spPr>
          <a:xfrm>
            <a:off x="609600" y="381000"/>
            <a:ext cx="10953750" cy="266700"/>
          </a:xfrm>
          <a:prstGeom prst="rect">
            <a:avLst/>
          </a:prstGeom>
          <a:noFill/>
          <a:ln w="0">
            <a:noFill/>
            <a:prstDash val="solid"/>
          </a:ln>
        </p:spPr>
        <p:txBody>
          <a:bodyPr lIns="0" tIns="0" rIns="0" bIns="0" anchor="t">
            <a:noAutofit/>
          </a:bodyPr>
          <a:lstStyle>
            <a:defPPr>
              <a:defRPr sz="1350" b="1">
                <a:solidFill>
                  <a:srgbClr val="007D85"/>
                </a:solidFill>
                <a:latin typeface="DejaVu Sans"/>
                <a:ea typeface="DejaVu Sans"/>
                <a:cs typeface="DejaVu Sans"/>
              </a:defRPr>
            </a:defPPr>
            <a:lvl1pPr>
              <a:defRPr sz="1350" b="1">
                <a:solidFill>
                  <a:srgbClr val="007D85"/>
                </a:solidFill>
                <a:latin typeface="DejaVu Sans"/>
                <a:ea typeface="DejaVu Sans"/>
                <a:cs typeface="DejaVu Sans"/>
              </a:defRPr>
            </a:lvl1pPr>
            <a:lvl2pPr>
              <a:defRPr sz="1350" b="1">
                <a:solidFill>
                  <a:srgbClr val="007D85"/>
                </a:solidFill>
                <a:latin typeface="DejaVu Sans"/>
                <a:ea typeface="DejaVu Sans"/>
                <a:cs typeface="DejaVu Sans"/>
              </a:defRPr>
            </a:lvl2pPr>
            <a:lvl3pPr>
              <a:defRPr sz="1350" b="1">
                <a:solidFill>
                  <a:srgbClr val="007D85"/>
                </a:solidFill>
                <a:latin typeface="DejaVu Sans"/>
                <a:ea typeface="DejaVu Sans"/>
                <a:cs typeface="DejaVu Sans"/>
              </a:defRPr>
            </a:lvl3pPr>
            <a:lvl4pPr>
              <a:defRPr sz="1350" b="1">
                <a:solidFill>
                  <a:srgbClr val="007D85"/>
                </a:solidFill>
                <a:latin typeface="DejaVu Sans"/>
                <a:ea typeface="DejaVu Sans"/>
                <a:cs typeface="DejaVu Sans"/>
              </a:defRPr>
            </a:lvl4pPr>
            <a:lvl5pPr>
              <a:defRPr sz="1350" b="1">
                <a:solidFill>
                  <a:srgbClr val="007D85"/>
                </a:solidFill>
                <a:latin typeface="DejaVu Sans"/>
                <a:ea typeface="DejaVu Sans"/>
                <a:cs typeface="DejaVu Sans"/>
              </a:defRPr>
            </a:lvl5pPr>
            <a:lvl6pPr>
              <a:defRPr sz="1350" b="1">
                <a:solidFill>
                  <a:srgbClr val="007D85"/>
                </a:solidFill>
                <a:latin typeface="DejaVu Sans"/>
                <a:ea typeface="DejaVu Sans"/>
                <a:cs typeface="DejaVu Sans"/>
              </a:defRPr>
            </a:lvl6pPr>
            <a:lvl7pPr>
              <a:defRPr sz="1350" b="1">
                <a:solidFill>
                  <a:srgbClr val="007D85"/>
                </a:solidFill>
                <a:latin typeface="DejaVu Sans"/>
                <a:ea typeface="DejaVu Sans"/>
                <a:cs typeface="DejaVu Sans"/>
              </a:defRPr>
            </a:lvl7pPr>
            <a:lvl8pPr>
              <a:defRPr sz="1350" b="1">
                <a:solidFill>
                  <a:srgbClr val="007D85"/>
                </a:solidFill>
                <a:latin typeface="DejaVu Sans"/>
                <a:ea typeface="DejaVu Sans"/>
                <a:cs typeface="DejaVu Sans"/>
              </a:defRPr>
            </a:lvl8pPr>
            <a:lvl9pPr>
              <a:defRPr sz="1350" b="1">
                <a:solidFill>
                  <a:srgbClr val="007D85"/>
                </a:solidFill>
                <a:latin typeface="DejaVu Sans"/>
                <a:ea typeface="DejaVu Sans"/>
                <a:cs typeface="DejaVu Sans"/>
              </a:defRPr>
            </a:lvl9pPr>
          </a:lstStyle>
          <a:p>
            <a:pPr>
              <a:defRPr sz="1350" b="1">
                <a:solidFill>
                  <a:srgbClr val="007D85"/>
                </a:solidFill>
                <a:latin typeface="DejaVu Sans"/>
                <a:ea typeface="DejaVu Sans"/>
                <a:cs typeface="DejaVu Sans"/>
              </a:defRPr>
            </a:pPr>
            <a:r>
              <a:rPr sz="1350" b="1">
                <a:solidFill>
                  <a:srgbClr val="007D85"/>
                </a:solidFill>
                <a:latin typeface="DejaVu Sans"/>
                <a:ea typeface="DejaVu Sans"/>
                <a:cs typeface="DejaVu Sans"/>
              </a:rPr>
              <a:t>BAB 2  KOMPONEN DASAR</a:t>
            </a:r>
          </a:p>
        </p:txBody>
      </p:sp>
      <p:sp>
        <p:nvSpPr>
          <p:cNvPr id="2" name="text-1">
            <a:extLst>
              <a:ext uri="{FF2B5EF4-FFF2-40B4-BE49-F238E27FC236}">
                <a16:creationId xmlns:a16="http://schemas.microsoft.com/office/drawing/2014/main" id="{9EDBDA13-C13B-413A-B449-A173911C4EB0}"/>
              </a:ext>
            </a:extLst>
          </p:cNvPr>
          <p:cNvSpPr>
            <a:spLocks noGrp="1"/>
          </p:cNvSpPr>
          <p:nvPr/>
        </p:nvSpPr>
        <p:spPr>
          <a:xfrm>
            <a:off x="609600" y="866775"/>
            <a:ext cx="10953750" cy="895350"/>
          </a:xfrm>
          <a:prstGeom prst="rect">
            <a:avLst/>
          </a:prstGeom>
          <a:noFill/>
          <a:ln w="0">
            <a:noFill/>
            <a:prstDash val="solid"/>
          </a:ln>
        </p:spPr>
        <p:txBody>
          <a:bodyPr lIns="0" tIns="0" rIns="0" bIns="0" anchor="t">
            <a:noAutofit/>
          </a:bodyPr>
          <a:lstStyle>
            <a:defPPr>
              <a:defRPr sz="3150" b="1">
                <a:solidFill>
                  <a:srgbClr val="10283F"/>
                </a:solidFill>
                <a:latin typeface="DejaVu Sans"/>
                <a:ea typeface="DejaVu Sans"/>
                <a:cs typeface="DejaVu Sans"/>
              </a:defRPr>
            </a:defPPr>
            <a:lvl1pPr>
              <a:defRPr sz="3150" b="1">
                <a:solidFill>
                  <a:srgbClr val="10283F"/>
                </a:solidFill>
                <a:latin typeface="DejaVu Sans"/>
                <a:ea typeface="DejaVu Sans"/>
                <a:cs typeface="DejaVu Sans"/>
              </a:defRPr>
            </a:lvl1pPr>
            <a:lvl2pPr>
              <a:defRPr sz="3150" b="1">
                <a:solidFill>
                  <a:srgbClr val="10283F"/>
                </a:solidFill>
                <a:latin typeface="DejaVu Sans"/>
                <a:ea typeface="DejaVu Sans"/>
                <a:cs typeface="DejaVu Sans"/>
              </a:defRPr>
            </a:lvl2pPr>
            <a:lvl3pPr>
              <a:defRPr sz="3150" b="1">
                <a:solidFill>
                  <a:srgbClr val="10283F"/>
                </a:solidFill>
                <a:latin typeface="DejaVu Sans"/>
                <a:ea typeface="DejaVu Sans"/>
                <a:cs typeface="DejaVu Sans"/>
              </a:defRPr>
            </a:lvl3pPr>
            <a:lvl4pPr>
              <a:defRPr sz="3150" b="1">
                <a:solidFill>
                  <a:srgbClr val="10283F"/>
                </a:solidFill>
                <a:latin typeface="DejaVu Sans"/>
                <a:ea typeface="DejaVu Sans"/>
                <a:cs typeface="DejaVu Sans"/>
              </a:defRPr>
            </a:lvl4pPr>
            <a:lvl5pPr>
              <a:defRPr sz="3150" b="1">
                <a:solidFill>
                  <a:srgbClr val="10283F"/>
                </a:solidFill>
                <a:latin typeface="DejaVu Sans"/>
                <a:ea typeface="DejaVu Sans"/>
                <a:cs typeface="DejaVu Sans"/>
              </a:defRPr>
            </a:lvl5pPr>
            <a:lvl6pPr>
              <a:defRPr sz="3150" b="1">
                <a:solidFill>
                  <a:srgbClr val="10283F"/>
                </a:solidFill>
                <a:latin typeface="DejaVu Sans"/>
                <a:ea typeface="DejaVu Sans"/>
                <a:cs typeface="DejaVu Sans"/>
              </a:defRPr>
            </a:lvl6pPr>
            <a:lvl7pPr>
              <a:defRPr sz="3150" b="1">
                <a:solidFill>
                  <a:srgbClr val="10283F"/>
                </a:solidFill>
                <a:latin typeface="DejaVu Sans"/>
                <a:ea typeface="DejaVu Sans"/>
                <a:cs typeface="DejaVu Sans"/>
              </a:defRPr>
            </a:lvl7pPr>
            <a:lvl8pPr>
              <a:defRPr sz="3150" b="1">
                <a:solidFill>
                  <a:srgbClr val="10283F"/>
                </a:solidFill>
                <a:latin typeface="DejaVu Sans"/>
                <a:ea typeface="DejaVu Sans"/>
                <a:cs typeface="DejaVu Sans"/>
              </a:defRPr>
            </a:lvl8pPr>
            <a:lvl9pPr>
              <a:defRPr sz="3150" b="1">
                <a:solidFill>
                  <a:srgbClr val="10283F"/>
                </a:solidFill>
                <a:latin typeface="DejaVu Sans"/>
                <a:ea typeface="DejaVu Sans"/>
                <a:cs typeface="DejaVu Sans"/>
              </a:defRPr>
            </a:lvl9pPr>
          </a:lstStyle>
          <a:p>
            <a:pPr>
              <a:defRPr sz="3150" b="1">
                <a:solidFill>
                  <a:srgbClr val="10283F"/>
                </a:solidFill>
                <a:latin typeface="DejaVu Sans"/>
                <a:ea typeface="DejaVu Sans"/>
                <a:cs typeface="DejaVu Sans"/>
              </a:defRPr>
            </a:pPr>
            <a:r>
              <a:rPr sz="3150" b="1">
                <a:solidFill>
                  <a:srgbClr val="10283F"/>
                </a:solidFill>
                <a:latin typeface="DejaVu Sans"/>
                <a:ea typeface="DejaVu Sans"/>
                <a:cs typeface="DejaVu Sans"/>
              </a:rPr>
              <a:t>Explicit Intent dan Implicit Intent</a:t>
            </a:r>
          </a:p>
        </p:txBody>
      </p:sp>
      <p:sp>
        <p:nvSpPr>
          <p:cNvPr id="3" name="text-2">
            <a:extLst>
              <a:ext uri="{FF2B5EF4-FFF2-40B4-BE49-F238E27FC236}">
                <a16:creationId xmlns:a16="http://schemas.microsoft.com/office/drawing/2014/main" id="{1134615A-4E64-4857-A234-297A9365144F}"/>
              </a:ext>
            </a:extLst>
          </p:cNvPr>
          <p:cNvSpPr>
            <a:spLocks noGrp="1"/>
          </p:cNvSpPr>
          <p:nvPr/>
        </p:nvSpPr>
        <p:spPr>
          <a:xfrm>
            <a:off x="609600" y="6410325"/>
            <a:ext cx="10096500" cy="238125"/>
          </a:xfrm>
          <a:prstGeom prst="rect">
            <a:avLst/>
          </a:prstGeom>
          <a:noFill/>
          <a:ln w="0">
            <a:noFill/>
            <a:prstDash val="solid"/>
          </a:ln>
        </p:spPr>
        <p:txBody>
          <a:bodyPr lIns="0" tIns="0" rIns="0" bIns="0" anchor="t">
            <a:noAutofit/>
          </a:bodyPr>
          <a:lstStyle>
            <a:defPPr>
              <a:defRPr sz="1050" b="0">
                <a:solidFill>
                  <a:srgbClr val="506778"/>
                </a:solidFill>
                <a:latin typeface="DejaVu Sans"/>
                <a:ea typeface="DejaVu Sans"/>
                <a:cs typeface="DejaVu Sans"/>
              </a:defRPr>
            </a:defPPr>
            <a:lvl1pPr>
              <a:defRPr sz="1050" b="0">
                <a:solidFill>
                  <a:srgbClr val="506778"/>
                </a:solidFill>
                <a:latin typeface="DejaVu Sans"/>
                <a:ea typeface="DejaVu Sans"/>
                <a:cs typeface="DejaVu Sans"/>
              </a:defRPr>
            </a:lvl1pPr>
            <a:lvl2pPr>
              <a:defRPr sz="1050" b="0">
                <a:solidFill>
                  <a:srgbClr val="506778"/>
                </a:solidFill>
                <a:latin typeface="DejaVu Sans"/>
                <a:ea typeface="DejaVu Sans"/>
                <a:cs typeface="DejaVu Sans"/>
              </a:defRPr>
            </a:lvl2pPr>
            <a:lvl3pPr>
              <a:defRPr sz="1050" b="0">
                <a:solidFill>
                  <a:srgbClr val="506778"/>
                </a:solidFill>
                <a:latin typeface="DejaVu Sans"/>
                <a:ea typeface="DejaVu Sans"/>
                <a:cs typeface="DejaVu Sans"/>
              </a:defRPr>
            </a:lvl3pPr>
            <a:lvl4pPr>
              <a:defRPr sz="1050" b="0">
                <a:solidFill>
                  <a:srgbClr val="506778"/>
                </a:solidFill>
                <a:latin typeface="DejaVu Sans"/>
                <a:ea typeface="DejaVu Sans"/>
                <a:cs typeface="DejaVu Sans"/>
              </a:defRPr>
            </a:lvl4pPr>
            <a:lvl5pPr>
              <a:defRPr sz="1050" b="0">
                <a:solidFill>
                  <a:srgbClr val="506778"/>
                </a:solidFill>
                <a:latin typeface="DejaVu Sans"/>
                <a:ea typeface="DejaVu Sans"/>
                <a:cs typeface="DejaVu Sans"/>
              </a:defRPr>
            </a:lvl5pPr>
            <a:lvl6pPr>
              <a:defRPr sz="1050" b="0">
                <a:solidFill>
                  <a:srgbClr val="506778"/>
                </a:solidFill>
                <a:latin typeface="DejaVu Sans"/>
                <a:ea typeface="DejaVu Sans"/>
                <a:cs typeface="DejaVu Sans"/>
              </a:defRPr>
            </a:lvl6pPr>
            <a:lvl7pPr>
              <a:defRPr sz="1050" b="0">
                <a:solidFill>
                  <a:srgbClr val="506778"/>
                </a:solidFill>
                <a:latin typeface="DejaVu Sans"/>
                <a:ea typeface="DejaVu Sans"/>
                <a:cs typeface="DejaVu Sans"/>
              </a:defRPr>
            </a:lvl7pPr>
            <a:lvl8pPr>
              <a:defRPr sz="1050" b="0">
                <a:solidFill>
                  <a:srgbClr val="506778"/>
                </a:solidFill>
                <a:latin typeface="DejaVu Sans"/>
                <a:ea typeface="DejaVu Sans"/>
                <a:cs typeface="DejaVu Sans"/>
              </a:defRPr>
            </a:lvl8pPr>
            <a:lvl9pPr>
              <a:defRPr sz="1050" b="0">
                <a:solidFill>
                  <a:srgbClr val="506778"/>
                </a:solidFill>
                <a:latin typeface="DejaVu Sans"/>
                <a:ea typeface="DejaVu Sans"/>
                <a:cs typeface="DejaVu Sans"/>
              </a:defRPr>
            </a:lvl9pPr>
          </a:lstStyle>
          <a:p>
            <a:pPr>
              <a:defRPr sz="1050" b="0">
                <a:solidFill>
                  <a:srgbClr val="506778"/>
                </a:solidFill>
                <a:latin typeface="DejaVu Sans"/>
                <a:ea typeface="DejaVu Sans"/>
                <a:cs typeface="DejaVu Sans"/>
              </a:defRPr>
            </a:pPr>
            <a:r>
              <a:rPr sz="1050" b="0">
                <a:solidFill>
                  <a:srgbClr val="506778"/>
                </a:solidFill>
                <a:latin typeface="DejaVu Sans"/>
                <a:ea typeface="DejaVu Sans"/>
                <a:cs typeface="DejaVu Sans"/>
              </a:rPr>
              <a:t>Sumber: E-book Bab 2 (PDF hlm. 14–19)</a:t>
            </a:r>
          </a:p>
        </p:txBody>
      </p:sp>
      <p:sp>
        <p:nvSpPr>
          <p:cNvPr id="4" name="text-3">
            <a:extLst>
              <a:ext uri="{FF2B5EF4-FFF2-40B4-BE49-F238E27FC236}">
                <a16:creationId xmlns:a16="http://schemas.microsoft.com/office/drawing/2014/main" id="{AB41E274-C5C7-411F-BE71-AC49778F8618}"/>
              </a:ext>
            </a:extLst>
          </p:cNvPr>
          <p:cNvSpPr>
            <a:spLocks noGrp="1"/>
          </p:cNvSpPr>
          <p:nvPr/>
        </p:nvSpPr>
        <p:spPr>
          <a:xfrm>
            <a:off x="11106150" y="6372225"/>
            <a:ext cx="476250" cy="285750"/>
          </a:xfrm>
          <a:prstGeom prst="rect">
            <a:avLst/>
          </a:prstGeom>
          <a:noFill/>
          <a:ln w="0">
            <a:noFill/>
            <a:prstDash val="solid"/>
          </a:ln>
        </p:spPr>
        <p:txBody>
          <a:bodyPr lIns="0" tIns="0" rIns="0" bIns="0" anchor="t">
            <a:noAutofit/>
          </a:bodyPr>
          <a:lstStyle>
            <a:defPPr>
              <a:defRPr sz="1425" b="1">
                <a:solidFill>
                  <a:srgbClr val="007D85"/>
                </a:solidFill>
                <a:latin typeface="DejaVu Sans"/>
                <a:ea typeface="DejaVu Sans"/>
                <a:cs typeface="DejaVu Sans"/>
              </a:defRPr>
            </a:defPPr>
            <a:lvl1pPr>
              <a:defRPr sz="1425" b="1">
                <a:solidFill>
                  <a:srgbClr val="007D85"/>
                </a:solidFill>
                <a:latin typeface="DejaVu Sans"/>
                <a:ea typeface="DejaVu Sans"/>
                <a:cs typeface="DejaVu Sans"/>
              </a:defRPr>
            </a:lvl1pPr>
            <a:lvl2pPr>
              <a:defRPr sz="1425" b="1">
                <a:solidFill>
                  <a:srgbClr val="007D85"/>
                </a:solidFill>
                <a:latin typeface="DejaVu Sans"/>
                <a:ea typeface="DejaVu Sans"/>
                <a:cs typeface="DejaVu Sans"/>
              </a:defRPr>
            </a:lvl2pPr>
            <a:lvl3pPr>
              <a:defRPr sz="1425" b="1">
                <a:solidFill>
                  <a:srgbClr val="007D85"/>
                </a:solidFill>
                <a:latin typeface="DejaVu Sans"/>
                <a:ea typeface="DejaVu Sans"/>
                <a:cs typeface="DejaVu Sans"/>
              </a:defRPr>
            </a:lvl3pPr>
            <a:lvl4pPr>
              <a:defRPr sz="1425" b="1">
                <a:solidFill>
                  <a:srgbClr val="007D85"/>
                </a:solidFill>
                <a:latin typeface="DejaVu Sans"/>
                <a:ea typeface="DejaVu Sans"/>
                <a:cs typeface="DejaVu Sans"/>
              </a:defRPr>
            </a:lvl4pPr>
            <a:lvl5pPr>
              <a:defRPr sz="1425" b="1">
                <a:solidFill>
                  <a:srgbClr val="007D85"/>
                </a:solidFill>
                <a:latin typeface="DejaVu Sans"/>
                <a:ea typeface="DejaVu Sans"/>
                <a:cs typeface="DejaVu Sans"/>
              </a:defRPr>
            </a:lvl5pPr>
            <a:lvl6pPr>
              <a:defRPr sz="1425" b="1">
                <a:solidFill>
                  <a:srgbClr val="007D85"/>
                </a:solidFill>
                <a:latin typeface="DejaVu Sans"/>
                <a:ea typeface="DejaVu Sans"/>
                <a:cs typeface="DejaVu Sans"/>
              </a:defRPr>
            </a:lvl6pPr>
            <a:lvl7pPr>
              <a:defRPr sz="1425" b="1">
                <a:solidFill>
                  <a:srgbClr val="007D85"/>
                </a:solidFill>
                <a:latin typeface="DejaVu Sans"/>
                <a:ea typeface="DejaVu Sans"/>
                <a:cs typeface="DejaVu Sans"/>
              </a:defRPr>
            </a:lvl7pPr>
            <a:lvl8pPr>
              <a:defRPr sz="1425" b="1">
                <a:solidFill>
                  <a:srgbClr val="007D85"/>
                </a:solidFill>
                <a:latin typeface="DejaVu Sans"/>
                <a:ea typeface="DejaVu Sans"/>
                <a:cs typeface="DejaVu Sans"/>
              </a:defRPr>
            </a:lvl8pPr>
            <a:lvl9pPr>
              <a:defRPr sz="1425" b="1">
                <a:solidFill>
                  <a:srgbClr val="007D85"/>
                </a:solidFill>
                <a:latin typeface="DejaVu Sans"/>
                <a:ea typeface="DejaVu Sans"/>
                <a:cs typeface="DejaVu Sans"/>
              </a:defRPr>
            </a:lvl9pPr>
          </a:lstStyle>
          <a:p>
            <a:pPr>
              <a:defRPr sz="1425" b="1">
                <a:solidFill>
                  <a:srgbClr val="007D85"/>
                </a:solidFill>
                <a:latin typeface="DejaVu Sans"/>
                <a:ea typeface="DejaVu Sans"/>
                <a:cs typeface="DejaVu Sans"/>
              </a:defRPr>
            </a:pPr>
            <a:r>
              <a:rPr sz="1425" b="1">
                <a:solidFill>
                  <a:srgbClr val="007D85"/>
                </a:solidFill>
                <a:latin typeface="DejaVu Sans"/>
                <a:ea typeface="DejaVu Sans"/>
                <a:cs typeface="DejaVu Sans"/>
              </a:rPr>
              <a:t>12</a:t>
            </a:r>
          </a:p>
        </p:txBody>
      </p:sp>
      <p:graphicFrame>
        <p:nvGraphicFramePr>
          <p:cNvPr id="5" name="Table 4">
            <a:extLst>
              <a:ext uri="{FF2B5EF4-FFF2-40B4-BE49-F238E27FC236}">
                <a16:creationId xmlns:a16="http://schemas.microsoft.com/office/drawing/2014/main" id="{5EB64FFC-DBAD-4CB3-941D-7C00EA661406}"/>
              </a:ext>
            </a:extLst>
          </p:cNvPr>
          <p:cNvGraphicFramePr/>
          <p:nvPr/>
        </p:nvGraphicFramePr>
        <p:xfrm>
          <a:off x="609600" y="1924050"/>
          <a:ext cx="10972800" cy="3095625"/>
        </p:xfrm>
        <a:graphic>
          <a:graphicData uri="http://schemas.openxmlformats.org/drawingml/2006/table">
            <a:tbl>
              <a:tblPr/>
              <a:tblGrid>
                <a:gridCol w="2190750">
                  <a:extLst>
                    <a:ext uri="{9D8B030D-6E8A-4147-A177-3AD203B41FA5}">
                      <a16:colId xmlns:a16="http://schemas.microsoft.com/office/drawing/2014/main" val="20000"/>
                    </a:ext>
                  </a:extLst>
                </a:gridCol>
                <a:gridCol w="4391025">
                  <a:extLst>
                    <a:ext uri="{9D8B030D-6E8A-4147-A177-3AD203B41FA5}">
                      <a16:colId xmlns:a16="http://schemas.microsoft.com/office/drawing/2014/main" val="20001"/>
                    </a:ext>
                  </a:extLst>
                </a:gridCol>
                <a:gridCol w="4391025">
                  <a:extLst>
                    <a:ext uri="{9D8B030D-6E8A-4147-A177-3AD203B41FA5}">
                      <a16:colId xmlns:a16="http://schemas.microsoft.com/office/drawing/2014/main" val="20002"/>
                    </a:ext>
                  </a:extLst>
                </a:gridCol>
              </a:tblGrid>
              <a:tr h="619125">
                <a:tc>
                  <a:txBody>
                    <a:bodyPr/>
                    <a:lstStyle/>
                    <a:p>
                      <a:r>
                        <a:rPr sz="1800" b="1">
                          <a:solidFill>
                            <a:srgbClr val="FFFFFF"/>
                          </a:solidFill>
                          <a:latin typeface="DejaVu Sans"/>
                          <a:ea typeface="DejaVu Sans"/>
                          <a:cs typeface="DejaVu Sans"/>
                        </a:rPr>
                        <a:t>Aspek</a:t>
                      </a:r>
                    </a:p>
                  </a:txBody>
                  <a:tcPr>
                    <a:lnL w="9525">
                      <a:solidFill>
                        <a:srgbClr val="D9E3E8"/>
                      </a:solidFill>
                      <a:prstDash val="solid"/>
                    </a:lnL>
                    <a:lnR w="9525">
                      <a:solidFill>
                        <a:srgbClr val="D9E3E8"/>
                      </a:solidFill>
                      <a:prstDash val="solid"/>
                    </a:lnR>
                    <a:lnT w="9525">
                      <a:solidFill>
                        <a:srgbClr val="D9E3E8"/>
                      </a:solidFill>
                      <a:prstDash val="solid"/>
                    </a:lnT>
                    <a:lnB w="9525">
                      <a:solidFill>
                        <a:srgbClr val="D9E3E8"/>
                      </a:solidFill>
                      <a:prstDash val="solid"/>
                    </a:lnB>
                    <a:solidFill>
                      <a:srgbClr val="10283F"/>
                    </a:solidFill>
                  </a:tcPr>
                </a:tc>
                <a:tc>
                  <a:txBody>
                    <a:bodyPr/>
                    <a:lstStyle/>
                    <a:p>
                      <a:r>
                        <a:rPr sz="1800" b="1">
                          <a:solidFill>
                            <a:srgbClr val="FFFFFF"/>
                          </a:solidFill>
                          <a:latin typeface="DejaVu Sans"/>
                          <a:ea typeface="DejaVu Sans"/>
                          <a:cs typeface="DejaVu Sans"/>
                        </a:rPr>
                        <a:t>Explicit Intent</a:t>
                      </a:r>
                    </a:p>
                  </a:txBody>
                  <a:tcPr>
                    <a:lnL w="9525" cap="flat" cmpd="sng" algn="ctr">
                      <a:solidFill>
                        <a:srgbClr val="D9E3E8"/>
                      </a:solidFill>
                      <a:prstDash val="solid"/>
                      <a:round/>
                      <a:headEnd type="none" w="med" len="med"/>
                      <a:tailEnd type="none" w="med" len="med"/>
                    </a:lnL>
                    <a:lnR w="9525">
                      <a:solidFill>
                        <a:srgbClr val="D9E3E8"/>
                      </a:solidFill>
                      <a:prstDash val="solid"/>
                    </a:lnR>
                    <a:lnT w="9525">
                      <a:solidFill>
                        <a:srgbClr val="D9E3E8"/>
                      </a:solidFill>
                      <a:prstDash val="solid"/>
                    </a:lnT>
                    <a:lnB w="9525">
                      <a:solidFill>
                        <a:srgbClr val="D9E3E8"/>
                      </a:solidFill>
                      <a:prstDash val="solid"/>
                    </a:lnB>
                    <a:solidFill>
                      <a:srgbClr val="10283F"/>
                    </a:solidFill>
                  </a:tcPr>
                </a:tc>
                <a:tc>
                  <a:txBody>
                    <a:bodyPr/>
                    <a:lstStyle/>
                    <a:p>
                      <a:r>
                        <a:rPr sz="1800" b="1">
                          <a:solidFill>
                            <a:srgbClr val="FFFFFF"/>
                          </a:solidFill>
                          <a:latin typeface="DejaVu Sans"/>
                          <a:ea typeface="DejaVu Sans"/>
                          <a:cs typeface="DejaVu Sans"/>
                        </a:rPr>
                        <a:t>Implicit Intent</a:t>
                      </a:r>
                    </a:p>
                  </a:txBody>
                  <a:tcPr>
                    <a:lnL w="9525" cap="flat" cmpd="sng" algn="ctr">
                      <a:solidFill>
                        <a:srgbClr val="D9E3E8"/>
                      </a:solidFill>
                      <a:prstDash val="solid"/>
                      <a:round/>
                      <a:headEnd type="none" w="med" len="med"/>
                      <a:tailEnd type="none" w="med" len="med"/>
                    </a:lnL>
                    <a:lnR w="9525">
                      <a:solidFill>
                        <a:srgbClr val="D9E3E8"/>
                      </a:solidFill>
                      <a:prstDash val="solid"/>
                    </a:lnR>
                    <a:lnT w="9525">
                      <a:solidFill>
                        <a:srgbClr val="D9E3E8"/>
                      </a:solidFill>
                      <a:prstDash val="solid"/>
                    </a:lnT>
                    <a:lnB w="9525">
                      <a:solidFill>
                        <a:srgbClr val="D9E3E8"/>
                      </a:solidFill>
                      <a:prstDash val="solid"/>
                    </a:lnB>
                    <a:solidFill>
                      <a:srgbClr val="10283F"/>
                    </a:solidFill>
                  </a:tcPr>
                </a:tc>
                <a:extLst>
                  <a:ext uri="{0D108BD9-81ED-4DB2-BD59-A6C34878D82A}">
                    <a16:rowId xmlns:a16="http://schemas.microsoft.com/office/drawing/2014/main" val="10000"/>
                  </a:ext>
                </a:extLst>
              </a:tr>
              <a:tr h="619125">
                <a:tc>
                  <a:txBody>
                    <a:bodyPr/>
                    <a:lstStyle/>
                    <a:p>
                      <a:r>
                        <a:rPr sz="1725" b="0">
                          <a:solidFill>
                            <a:srgbClr val="183349"/>
                          </a:solidFill>
                          <a:latin typeface="DejaVu Sans"/>
                          <a:ea typeface="DejaVu Sans"/>
                          <a:cs typeface="DejaVu Sans"/>
                        </a:rPr>
                        <a:t>Tujuan</a:t>
                      </a:r>
                    </a:p>
                  </a:txBody>
                  <a:tcPr>
                    <a:lnL w="9525">
                      <a:solidFill>
                        <a:srgbClr val="D9E3E8"/>
                      </a:solidFill>
                      <a:prstDash val="soli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FFFFFF"/>
                    </a:solidFill>
                  </a:tcPr>
                </a:tc>
                <a:tc>
                  <a:txBody>
                    <a:bodyPr/>
                    <a:lstStyle/>
                    <a:p>
                      <a:r>
                        <a:rPr sz="1725" b="0">
                          <a:solidFill>
                            <a:srgbClr val="183349"/>
                          </a:solidFill>
                          <a:latin typeface="DejaVu Sans"/>
                          <a:ea typeface="DejaVu Sans"/>
                          <a:cs typeface="DejaVu Sans"/>
                        </a:rPr>
                        <a:t>Menyebut kelas komponen.</a:t>
                      </a:r>
                    </a:p>
                  </a:txBody>
                  <a:tcPr>
                    <a:lnL w="9525" cap="flat" cmpd="sng" algn="ctr">
                      <a:solidFill>
                        <a:srgbClr val="D9E3E8"/>
                      </a:solidFill>
                      <a:prstDash val="solid"/>
                      <a:round/>
                      <a:headEnd type="none" w="med" len="med"/>
                      <a:tailEnd type="none" w="med" len="me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FFFFFF"/>
                    </a:solidFill>
                  </a:tcPr>
                </a:tc>
                <a:tc>
                  <a:txBody>
                    <a:bodyPr/>
                    <a:lstStyle/>
                    <a:p>
                      <a:r>
                        <a:rPr sz="1725" b="0">
                          <a:solidFill>
                            <a:srgbClr val="183349"/>
                          </a:solidFill>
                          <a:latin typeface="DejaVu Sans"/>
                          <a:ea typeface="DejaVu Sans"/>
                          <a:cs typeface="DejaVu Sans"/>
                        </a:rPr>
                        <a:t>Menyatakan aksi dan data.</a:t>
                      </a:r>
                    </a:p>
                  </a:txBody>
                  <a:tcPr>
                    <a:lnL w="9525" cap="flat" cmpd="sng" algn="ctr">
                      <a:solidFill>
                        <a:srgbClr val="D9E3E8"/>
                      </a:solidFill>
                      <a:prstDash val="solid"/>
                      <a:round/>
                      <a:headEnd type="none" w="med" len="med"/>
                      <a:tailEnd type="none" w="med" len="me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FFFFFF"/>
                    </a:solidFill>
                  </a:tcPr>
                </a:tc>
                <a:extLst>
                  <a:ext uri="{0D108BD9-81ED-4DB2-BD59-A6C34878D82A}">
                    <a16:rowId xmlns:a16="http://schemas.microsoft.com/office/drawing/2014/main" val="10001"/>
                  </a:ext>
                </a:extLst>
              </a:tr>
              <a:tr h="619125">
                <a:tc>
                  <a:txBody>
                    <a:bodyPr/>
                    <a:lstStyle/>
                    <a:p>
                      <a:r>
                        <a:rPr sz="1725" b="0">
                          <a:solidFill>
                            <a:srgbClr val="183349"/>
                          </a:solidFill>
                          <a:latin typeface="DejaVu Sans"/>
                          <a:ea typeface="DejaVu Sans"/>
                          <a:cs typeface="DejaVu Sans"/>
                        </a:rPr>
                        <a:t>Pemilihan target</a:t>
                      </a:r>
                    </a:p>
                  </a:txBody>
                  <a:tcPr>
                    <a:lnL w="9525">
                      <a:solidFill>
                        <a:srgbClr val="D9E3E8"/>
                      </a:solidFill>
                      <a:prstDash val="soli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EAF1F4"/>
                    </a:solidFill>
                  </a:tcPr>
                </a:tc>
                <a:tc>
                  <a:txBody>
                    <a:bodyPr/>
                    <a:lstStyle/>
                    <a:p>
                      <a:r>
                        <a:rPr sz="1725" b="0">
                          <a:solidFill>
                            <a:srgbClr val="183349"/>
                          </a:solidFill>
                          <a:latin typeface="DejaVu Sans"/>
                          <a:ea typeface="DejaVu Sans"/>
                          <a:cs typeface="DejaVu Sans"/>
                        </a:rPr>
                        <a:t>Pengembang menetapkan target.</a:t>
                      </a:r>
                    </a:p>
                  </a:txBody>
                  <a:tcPr>
                    <a:lnL w="9525" cap="flat" cmpd="sng" algn="ctr">
                      <a:solidFill>
                        <a:srgbClr val="D9E3E8"/>
                      </a:solidFill>
                      <a:prstDash val="solid"/>
                      <a:round/>
                      <a:headEnd type="none" w="med" len="med"/>
                      <a:tailEnd type="none" w="med" len="me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EAF1F4"/>
                    </a:solidFill>
                  </a:tcPr>
                </a:tc>
                <a:tc>
                  <a:txBody>
                    <a:bodyPr/>
                    <a:lstStyle/>
                    <a:p>
                      <a:r>
                        <a:rPr sz="1725" b="0">
                          <a:solidFill>
                            <a:srgbClr val="183349"/>
                          </a:solidFill>
                          <a:latin typeface="DejaVu Sans"/>
                          <a:ea typeface="DejaVu Sans"/>
                          <a:cs typeface="DejaVu Sans"/>
                        </a:rPr>
                        <a:t>Sistem mencocokkan intent filter.</a:t>
                      </a:r>
                    </a:p>
                  </a:txBody>
                  <a:tcPr>
                    <a:lnL w="9525" cap="flat" cmpd="sng" algn="ctr">
                      <a:solidFill>
                        <a:srgbClr val="D9E3E8"/>
                      </a:solidFill>
                      <a:prstDash val="solid"/>
                      <a:round/>
                      <a:headEnd type="none" w="med" len="med"/>
                      <a:tailEnd type="none" w="med" len="me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EAF1F4"/>
                    </a:solidFill>
                  </a:tcPr>
                </a:tc>
                <a:extLst>
                  <a:ext uri="{0D108BD9-81ED-4DB2-BD59-A6C34878D82A}">
                    <a16:rowId xmlns:a16="http://schemas.microsoft.com/office/drawing/2014/main" val="10002"/>
                  </a:ext>
                </a:extLst>
              </a:tr>
              <a:tr h="619125">
                <a:tc>
                  <a:txBody>
                    <a:bodyPr/>
                    <a:lstStyle/>
                    <a:p>
                      <a:r>
                        <a:rPr sz="1725" b="0">
                          <a:solidFill>
                            <a:srgbClr val="183349"/>
                          </a:solidFill>
                          <a:latin typeface="DejaVu Sans"/>
                          <a:ea typeface="DejaVu Sans"/>
                          <a:cs typeface="DejaVu Sans"/>
                        </a:rPr>
                        <a:t>Contoh</a:t>
                      </a:r>
                    </a:p>
                  </a:txBody>
                  <a:tcPr>
                    <a:lnL w="9525">
                      <a:solidFill>
                        <a:srgbClr val="D9E3E8"/>
                      </a:solidFill>
                      <a:prstDash val="soli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FFFFFF"/>
                    </a:solidFill>
                  </a:tcPr>
                </a:tc>
                <a:tc>
                  <a:txBody>
                    <a:bodyPr/>
                    <a:lstStyle/>
                    <a:p>
                      <a:r>
                        <a:rPr sz="1725" b="0">
                          <a:solidFill>
                            <a:srgbClr val="183349"/>
                          </a:solidFill>
                          <a:latin typeface="DejaVu Sans"/>
                          <a:ea typeface="DejaVu Sans"/>
                          <a:cs typeface="DejaVu Sans"/>
                        </a:rPr>
                        <a:t>MainActivity membuka DetailActivity.</a:t>
                      </a:r>
                    </a:p>
                  </a:txBody>
                  <a:tcPr>
                    <a:lnL w="9525" cap="flat" cmpd="sng" algn="ctr">
                      <a:solidFill>
                        <a:srgbClr val="D9E3E8"/>
                      </a:solidFill>
                      <a:prstDash val="solid"/>
                      <a:round/>
                      <a:headEnd type="none" w="med" len="med"/>
                      <a:tailEnd type="none" w="med" len="me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FFFFFF"/>
                    </a:solidFill>
                  </a:tcPr>
                </a:tc>
                <a:tc>
                  <a:txBody>
                    <a:bodyPr/>
                    <a:lstStyle/>
                    <a:p>
                      <a:r>
                        <a:rPr sz="1725" b="0">
                          <a:solidFill>
                            <a:srgbClr val="183349"/>
                          </a:solidFill>
                          <a:latin typeface="DejaVu Sans"/>
                          <a:ea typeface="DejaVu Sans"/>
                          <a:cs typeface="DejaVu Sans"/>
                        </a:rPr>
                        <a:t>Membuka web, dial telepon, atau peta.</a:t>
                      </a:r>
                    </a:p>
                  </a:txBody>
                  <a:tcPr>
                    <a:lnL w="9525" cap="flat" cmpd="sng" algn="ctr">
                      <a:solidFill>
                        <a:srgbClr val="D9E3E8"/>
                      </a:solidFill>
                      <a:prstDash val="solid"/>
                      <a:round/>
                      <a:headEnd type="none" w="med" len="med"/>
                      <a:tailEnd type="none" w="med" len="me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FFFFFF"/>
                    </a:solidFill>
                  </a:tcPr>
                </a:tc>
                <a:extLst>
                  <a:ext uri="{0D108BD9-81ED-4DB2-BD59-A6C34878D82A}">
                    <a16:rowId xmlns:a16="http://schemas.microsoft.com/office/drawing/2014/main" val="10003"/>
                  </a:ext>
                </a:extLst>
              </a:tr>
              <a:tr h="619125">
                <a:tc>
                  <a:txBody>
                    <a:bodyPr/>
                    <a:lstStyle/>
                    <a:p>
                      <a:r>
                        <a:rPr sz="1725" b="0">
                          <a:solidFill>
                            <a:srgbClr val="183349"/>
                          </a:solidFill>
                          <a:latin typeface="DejaVu Sans"/>
                          <a:ea typeface="DejaVu Sans"/>
                          <a:cs typeface="DejaVu Sans"/>
                        </a:rPr>
                        <a:t>Jika banyak target</a:t>
                      </a:r>
                    </a:p>
                  </a:txBody>
                  <a:tcPr>
                    <a:lnL w="9525">
                      <a:solidFill>
                        <a:srgbClr val="D9E3E8"/>
                      </a:solidFill>
                      <a:prstDash val="soli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EAF1F4"/>
                    </a:solidFill>
                  </a:tcPr>
                </a:tc>
                <a:tc>
                  <a:txBody>
                    <a:bodyPr/>
                    <a:lstStyle/>
                    <a:p>
                      <a:r>
                        <a:rPr sz="1725" b="0">
                          <a:solidFill>
                            <a:srgbClr val="183349"/>
                          </a:solidFill>
                          <a:latin typeface="DejaVu Sans"/>
                          <a:ea typeface="DejaVu Sans"/>
                          <a:cs typeface="DejaVu Sans"/>
                        </a:rPr>
                        <a:t>Target sudah diketahui.</a:t>
                      </a:r>
                    </a:p>
                  </a:txBody>
                  <a:tcPr>
                    <a:lnL w="9525" cap="flat" cmpd="sng" algn="ctr">
                      <a:solidFill>
                        <a:srgbClr val="D9E3E8"/>
                      </a:solidFill>
                      <a:prstDash val="solid"/>
                      <a:round/>
                      <a:headEnd type="none" w="med" len="med"/>
                      <a:tailEnd type="none" w="med" len="me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EAF1F4"/>
                    </a:solidFill>
                  </a:tcPr>
                </a:tc>
                <a:tc>
                  <a:txBody>
                    <a:bodyPr/>
                    <a:lstStyle/>
                    <a:p>
                      <a:r>
                        <a:rPr sz="1725" b="0">
                          <a:solidFill>
                            <a:srgbClr val="183349"/>
                          </a:solidFill>
                          <a:latin typeface="DejaVu Sans"/>
                          <a:ea typeface="DejaVu Sans"/>
                          <a:cs typeface="DejaVu Sans"/>
                        </a:rPr>
                        <a:t>Pemilihan aplikasi dapat muncul.</a:t>
                      </a:r>
                    </a:p>
                  </a:txBody>
                  <a:tcPr>
                    <a:lnL w="9525" cap="flat" cmpd="sng" algn="ctr">
                      <a:solidFill>
                        <a:srgbClr val="D9E3E8"/>
                      </a:solidFill>
                      <a:prstDash val="solid"/>
                      <a:round/>
                      <a:headEnd type="none" w="med" len="med"/>
                      <a:tailEnd type="none" w="med" len="me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EAF1F4"/>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114692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9FA"/>
        </a:solidFill>
        <a:effectLst/>
      </p:bgPr>
    </p:bg>
    <p:spTree>
      <p:nvGrpSpPr>
        <p:cNvPr id="1" name=""/>
        <p:cNvGrpSpPr/>
        <p:nvPr/>
      </p:nvGrpSpPr>
      <p:grpSpPr>
        <a:xfrm>
          <a:off x="0" y="0"/>
          <a:ext cx="0" cy="0"/>
          <a:chOff x="0" y="0"/>
          <a:chExt cx="0" cy="0"/>
        </a:xfrm>
      </p:grpSpPr>
      <p:sp>
        <p:nvSpPr>
          <p:cNvPr id="12" name="text-0">
            <a:extLst>
              <a:ext uri="{FF2B5EF4-FFF2-40B4-BE49-F238E27FC236}">
                <a16:creationId xmlns:a16="http://schemas.microsoft.com/office/drawing/2014/main" id="{AB967516-0BD2-42AF-953B-F23A76BAFFD9}"/>
              </a:ext>
            </a:extLst>
          </p:cNvPr>
          <p:cNvSpPr>
            <a:spLocks noGrp="1"/>
          </p:cNvSpPr>
          <p:nvPr/>
        </p:nvSpPr>
        <p:spPr>
          <a:xfrm>
            <a:off x="609600" y="381000"/>
            <a:ext cx="10953750" cy="266700"/>
          </a:xfrm>
          <a:prstGeom prst="rect">
            <a:avLst/>
          </a:prstGeom>
          <a:noFill/>
          <a:ln w="0">
            <a:noFill/>
            <a:prstDash val="solid"/>
          </a:ln>
        </p:spPr>
        <p:txBody>
          <a:bodyPr lIns="0" tIns="0" rIns="0" bIns="0" anchor="t">
            <a:noAutofit/>
          </a:bodyPr>
          <a:lstStyle>
            <a:defPPr>
              <a:defRPr sz="1350" b="1">
                <a:solidFill>
                  <a:srgbClr val="007D85"/>
                </a:solidFill>
                <a:latin typeface="DejaVu Sans"/>
                <a:ea typeface="DejaVu Sans"/>
                <a:cs typeface="DejaVu Sans"/>
              </a:defRPr>
            </a:defPPr>
            <a:lvl1pPr>
              <a:defRPr sz="1350" b="1">
                <a:solidFill>
                  <a:srgbClr val="007D85"/>
                </a:solidFill>
                <a:latin typeface="DejaVu Sans"/>
                <a:ea typeface="DejaVu Sans"/>
                <a:cs typeface="DejaVu Sans"/>
              </a:defRPr>
            </a:lvl1pPr>
            <a:lvl2pPr>
              <a:defRPr sz="1350" b="1">
                <a:solidFill>
                  <a:srgbClr val="007D85"/>
                </a:solidFill>
                <a:latin typeface="DejaVu Sans"/>
                <a:ea typeface="DejaVu Sans"/>
                <a:cs typeface="DejaVu Sans"/>
              </a:defRPr>
            </a:lvl2pPr>
            <a:lvl3pPr>
              <a:defRPr sz="1350" b="1">
                <a:solidFill>
                  <a:srgbClr val="007D85"/>
                </a:solidFill>
                <a:latin typeface="DejaVu Sans"/>
                <a:ea typeface="DejaVu Sans"/>
                <a:cs typeface="DejaVu Sans"/>
              </a:defRPr>
            </a:lvl3pPr>
            <a:lvl4pPr>
              <a:defRPr sz="1350" b="1">
                <a:solidFill>
                  <a:srgbClr val="007D85"/>
                </a:solidFill>
                <a:latin typeface="DejaVu Sans"/>
                <a:ea typeface="DejaVu Sans"/>
                <a:cs typeface="DejaVu Sans"/>
              </a:defRPr>
            </a:lvl4pPr>
            <a:lvl5pPr>
              <a:defRPr sz="1350" b="1">
                <a:solidFill>
                  <a:srgbClr val="007D85"/>
                </a:solidFill>
                <a:latin typeface="DejaVu Sans"/>
                <a:ea typeface="DejaVu Sans"/>
                <a:cs typeface="DejaVu Sans"/>
              </a:defRPr>
            </a:lvl5pPr>
            <a:lvl6pPr>
              <a:defRPr sz="1350" b="1">
                <a:solidFill>
                  <a:srgbClr val="007D85"/>
                </a:solidFill>
                <a:latin typeface="DejaVu Sans"/>
                <a:ea typeface="DejaVu Sans"/>
                <a:cs typeface="DejaVu Sans"/>
              </a:defRPr>
            </a:lvl6pPr>
            <a:lvl7pPr>
              <a:defRPr sz="1350" b="1">
                <a:solidFill>
                  <a:srgbClr val="007D85"/>
                </a:solidFill>
                <a:latin typeface="DejaVu Sans"/>
                <a:ea typeface="DejaVu Sans"/>
                <a:cs typeface="DejaVu Sans"/>
              </a:defRPr>
            </a:lvl7pPr>
            <a:lvl8pPr>
              <a:defRPr sz="1350" b="1">
                <a:solidFill>
                  <a:srgbClr val="007D85"/>
                </a:solidFill>
                <a:latin typeface="DejaVu Sans"/>
                <a:ea typeface="DejaVu Sans"/>
                <a:cs typeface="DejaVu Sans"/>
              </a:defRPr>
            </a:lvl8pPr>
            <a:lvl9pPr>
              <a:defRPr sz="1350" b="1">
                <a:solidFill>
                  <a:srgbClr val="007D85"/>
                </a:solidFill>
                <a:latin typeface="DejaVu Sans"/>
                <a:ea typeface="DejaVu Sans"/>
                <a:cs typeface="DejaVu Sans"/>
              </a:defRPr>
            </a:lvl9pPr>
          </a:lstStyle>
          <a:p>
            <a:pPr>
              <a:defRPr sz="1350" b="1">
                <a:solidFill>
                  <a:srgbClr val="007D85"/>
                </a:solidFill>
                <a:latin typeface="DejaVu Sans"/>
                <a:ea typeface="DejaVu Sans"/>
                <a:cs typeface="DejaVu Sans"/>
              </a:defRPr>
            </a:pPr>
            <a:r>
              <a:rPr sz="1350" b="1">
                <a:solidFill>
                  <a:srgbClr val="007D85"/>
                </a:solidFill>
                <a:latin typeface="DejaVu Sans"/>
                <a:ea typeface="DejaVu Sans"/>
                <a:cs typeface="DejaVu Sans"/>
              </a:rPr>
              <a:t>BAB 2  KOMPONEN DASAR</a:t>
            </a:r>
          </a:p>
        </p:txBody>
      </p:sp>
      <p:sp>
        <p:nvSpPr>
          <p:cNvPr id="2" name="text-1">
            <a:extLst>
              <a:ext uri="{FF2B5EF4-FFF2-40B4-BE49-F238E27FC236}">
                <a16:creationId xmlns:a16="http://schemas.microsoft.com/office/drawing/2014/main" id="{26D7A861-6DC8-40CA-8AA7-FBC5FDF13168}"/>
              </a:ext>
            </a:extLst>
          </p:cNvPr>
          <p:cNvSpPr>
            <a:spLocks noGrp="1"/>
          </p:cNvSpPr>
          <p:nvPr/>
        </p:nvSpPr>
        <p:spPr>
          <a:xfrm>
            <a:off x="609600" y="866775"/>
            <a:ext cx="10953750" cy="895350"/>
          </a:xfrm>
          <a:prstGeom prst="rect">
            <a:avLst/>
          </a:prstGeom>
          <a:noFill/>
          <a:ln w="0">
            <a:noFill/>
            <a:prstDash val="solid"/>
          </a:ln>
        </p:spPr>
        <p:txBody>
          <a:bodyPr lIns="0" tIns="0" rIns="0" bIns="0" anchor="t">
            <a:noAutofit/>
          </a:bodyPr>
          <a:lstStyle>
            <a:defPPr>
              <a:defRPr sz="3150" b="1">
                <a:solidFill>
                  <a:srgbClr val="10283F"/>
                </a:solidFill>
                <a:latin typeface="DejaVu Sans"/>
                <a:ea typeface="DejaVu Sans"/>
                <a:cs typeface="DejaVu Sans"/>
              </a:defRPr>
            </a:defPPr>
            <a:lvl1pPr>
              <a:defRPr sz="3150" b="1">
                <a:solidFill>
                  <a:srgbClr val="10283F"/>
                </a:solidFill>
                <a:latin typeface="DejaVu Sans"/>
                <a:ea typeface="DejaVu Sans"/>
                <a:cs typeface="DejaVu Sans"/>
              </a:defRPr>
            </a:lvl1pPr>
            <a:lvl2pPr>
              <a:defRPr sz="3150" b="1">
                <a:solidFill>
                  <a:srgbClr val="10283F"/>
                </a:solidFill>
                <a:latin typeface="DejaVu Sans"/>
                <a:ea typeface="DejaVu Sans"/>
                <a:cs typeface="DejaVu Sans"/>
              </a:defRPr>
            </a:lvl2pPr>
            <a:lvl3pPr>
              <a:defRPr sz="3150" b="1">
                <a:solidFill>
                  <a:srgbClr val="10283F"/>
                </a:solidFill>
                <a:latin typeface="DejaVu Sans"/>
                <a:ea typeface="DejaVu Sans"/>
                <a:cs typeface="DejaVu Sans"/>
              </a:defRPr>
            </a:lvl3pPr>
            <a:lvl4pPr>
              <a:defRPr sz="3150" b="1">
                <a:solidFill>
                  <a:srgbClr val="10283F"/>
                </a:solidFill>
                <a:latin typeface="DejaVu Sans"/>
                <a:ea typeface="DejaVu Sans"/>
                <a:cs typeface="DejaVu Sans"/>
              </a:defRPr>
            </a:lvl4pPr>
            <a:lvl5pPr>
              <a:defRPr sz="3150" b="1">
                <a:solidFill>
                  <a:srgbClr val="10283F"/>
                </a:solidFill>
                <a:latin typeface="DejaVu Sans"/>
                <a:ea typeface="DejaVu Sans"/>
                <a:cs typeface="DejaVu Sans"/>
              </a:defRPr>
            </a:lvl5pPr>
            <a:lvl6pPr>
              <a:defRPr sz="3150" b="1">
                <a:solidFill>
                  <a:srgbClr val="10283F"/>
                </a:solidFill>
                <a:latin typeface="DejaVu Sans"/>
                <a:ea typeface="DejaVu Sans"/>
                <a:cs typeface="DejaVu Sans"/>
              </a:defRPr>
            </a:lvl6pPr>
            <a:lvl7pPr>
              <a:defRPr sz="3150" b="1">
                <a:solidFill>
                  <a:srgbClr val="10283F"/>
                </a:solidFill>
                <a:latin typeface="DejaVu Sans"/>
                <a:ea typeface="DejaVu Sans"/>
                <a:cs typeface="DejaVu Sans"/>
              </a:defRPr>
            </a:lvl7pPr>
            <a:lvl8pPr>
              <a:defRPr sz="3150" b="1">
                <a:solidFill>
                  <a:srgbClr val="10283F"/>
                </a:solidFill>
                <a:latin typeface="DejaVu Sans"/>
                <a:ea typeface="DejaVu Sans"/>
                <a:cs typeface="DejaVu Sans"/>
              </a:defRPr>
            </a:lvl8pPr>
            <a:lvl9pPr>
              <a:defRPr sz="3150" b="1">
                <a:solidFill>
                  <a:srgbClr val="10283F"/>
                </a:solidFill>
                <a:latin typeface="DejaVu Sans"/>
                <a:ea typeface="DejaVu Sans"/>
                <a:cs typeface="DejaVu Sans"/>
              </a:defRPr>
            </a:lvl9pPr>
          </a:lstStyle>
          <a:p>
            <a:pPr>
              <a:defRPr sz="3150" b="1">
                <a:solidFill>
                  <a:srgbClr val="10283F"/>
                </a:solidFill>
                <a:latin typeface="DejaVu Sans"/>
                <a:ea typeface="DejaVu Sans"/>
                <a:cs typeface="DejaVu Sans"/>
              </a:defRPr>
            </a:pPr>
            <a:r>
              <a:rPr sz="3150" b="1">
                <a:solidFill>
                  <a:srgbClr val="10283F"/>
                </a:solidFill>
                <a:latin typeface="DejaVu Sans"/>
                <a:ea typeface="DejaVu Sans"/>
                <a:cs typeface="DejaVu Sans"/>
              </a:rPr>
              <a:t>Pengiriman data dengan Intent</a:t>
            </a:r>
          </a:p>
        </p:txBody>
      </p:sp>
      <p:sp>
        <p:nvSpPr>
          <p:cNvPr id="3" name="text-2">
            <a:extLst>
              <a:ext uri="{FF2B5EF4-FFF2-40B4-BE49-F238E27FC236}">
                <a16:creationId xmlns:a16="http://schemas.microsoft.com/office/drawing/2014/main" id="{C8AB4470-21B6-4881-90AE-65F1E19ACC35}"/>
              </a:ext>
            </a:extLst>
          </p:cNvPr>
          <p:cNvSpPr>
            <a:spLocks noGrp="1"/>
          </p:cNvSpPr>
          <p:nvPr/>
        </p:nvSpPr>
        <p:spPr>
          <a:xfrm>
            <a:off x="609600" y="6410325"/>
            <a:ext cx="10096500" cy="238125"/>
          </a:xfrm>
          <a:prstGeom prst="rect">
            <a:avLst/>
          </a:prstGeom>
          <a:noFill/>
          <a:ln w="0">
            <a:noFill/>
            <a:prstDash val="solid"/>
          </a:ln>
        </p:spPr>
        <p:txBody>
          <a:bodyPr lIns="0" tIns="0" rIns="0" bIns="0" anchor="t">
            <a:noAutofit/>
          </a:bodyPr>
          <a:lstStyle>
            <a:defPPr>
              <a:defRPr sz="1050" b="0">
                <a:solidFill>
                  <a:srgbClr val="506778"/>
                </a:solidFill>
                <a:latin typeface="DejaVu Sans"/>
                <a:ea typeface="DejaVu Sans"/>
                <a:cs typeface="DejaVu Sans"/>
              </a:defRPr>
            </a:defPPr>
            <a:lvl1pPr>
              <a:defRPr sz="1050" b="0">
                <a:solidFill>
                  <a:srgbClr val="506778"/>
                </a:solidFill>
                <a:latin typeface="DejaVu Sans"/>
                <a:ea typeface="DejaVu Sans"/>
                <a:cs typeface="DejaVu Sans"/>
              </a:defRPr>
            </a:lvl1pPr>
            <a:lvl2pPr>
              <a:defRPr sz="1050" b="0">
                <a:solidFill>
                  <a:srgbClr val="506778"/>
                </a:solidFill>
                <a:latin typeface="DejaVu Sans"/>
                <a:ea typeface="DejaVu Sans"/>
                <a:cs typeface="DejaVu Sans"/>
              </a:defRPr>
            </a:lvl2pPr>
            <a:lvl3pPr>
              <a:defRPr sz="1050" b="0">
                <a:solidFill>
                  <a:srgbClr val="506778"/>
                </a:solidFill>
                <a:latin typeface="DejaVu Sans"/>
                <a:ea typeface="DejaVu Sans"/>
                <a:cs typeface="DejaVu Sans"/>
              </a:defRPr>
            </a:lvl3pPr>
            <a:lvl4pPr>
              <a:defRPr sz="1050" b="0">
                <a:solidFill>
                  <a:srgbClr val="506778"/>
                </a:solidFill>
                <a:latin typeface="DejaVu Sans"/>
                <a:ea typeface="DejaVu Sans"/>
                <a:cs typeface="DejaVu Sans"/>
              </a:defRPr>
            </a:lvl4pPr>
            <a:lvl5pPr>
              <a:defRPr sz="1050" b="0">
                <a:solidFill>
                  <a:srgbClr val="506778"/>
                </a:solidFill>
                <a:latin typeface="DejaVu Sans"/>
                <a:ea typeface="DejaVu Sans"/>
                <a:cs typeface="DejaVu Sans"/>
              </a:defRPr>
            </a:lvl5pPr>
            <a:lvl6pPr>
              <a:defRPr sz="1050" b="0">
                <a:solidFill>
                  <a:srgbClr val="506778"/>
                </a:solidFill>
                <a:latin typeface="DejaVu Sans"/>
                <a:ea typeface="DejaVu Sans"/>
                <a:cs typeface="DejaVu Sans"/>
              </a:defRPr>
            </a:lvl6pPr>
            <a:lvl7pPr>
              <a:defRPr sz="1050" b="0">
                <a:solidFill>
                  <a:srgbClr val="506778"/>
                </a:solidFill>
                <a:latin typeface="DejaVu Sans"/>
                <a:ea typeface="DejaVu Sans"/>
                <a:cs typeface="DejaVu Sans"/>
              </a:defRPr>
            </a:lvl7pPr>
            <a:lvl8pPr>
              <a:defRPr sz="1050" b="0">
                <a:solidFill>
                  <a:srgbClr val="506778"/>
                </a:solidFill>
                <a:latin typeface="DejaVu Sans"/>
                <a:ea typeface="DejaVu Sans"/>
                <a:cs typeface="DejaVu Sans"/>
              </a:defRPr>
            </a:lvl8pPr>
            <a:lvl9pPr>
              <a:defRPr sz="1050" b="0">
                <a:solidFill>
                  <a:srgbClr val="506778"/>
                </a:solidFill>
                <a:latin typeface="DejaVu Sans"/>
                <a:ea typeface="DejaVu Sans"/>
                <a:cs typeface="DejaVu Sans"/>
              </a:defRPr>
            </a:lvl9pPr>
          </a:lstStyle>
          <a:p>
            <a:pPr>
              <a:defRPr sz="1050" b="0">
                <a:solidFill>
                  <a:srgbClr val="506778"/>
                </a:solidFill>
                <a:latin typeface="DejaVu Sans"/>
                <a:ea typeface="DejaVu Sans"/>
                <a:cs typeface="DejaVu Sans"/>
              </a:defRPr>
            </a:pPr>
            <a:r>
              <a:rPr sz="1050" b="0">
                <a:solidFill>
                  <a:srgbClr val="506778"/>
                </a:solidFill>
                <a:latin typeface="DejaVu Sans"/>
                <a:ea typeface="DejaVu Sans"/>
                <a:cs typeface="DejaVu Sans"/>
              </a:rPr>
              <a:t>Sumber: E-book Bab 2 (PDF hlm. 17–18, 24–29)</a:t>
            </a:r>
          </a:p>
        </p:txBody>
      </p:sp>
      <p:sp>
        <p:nvSpPr>
          <p:cNvPr id="4" name="text-3">
            <a:extLst>
              <a:ext uri="{FF2B5EF4-FFF2-40B4-BE49-F238E27FC236}">
                <a16:creationId xmlns:a16="http://schemas.microsoft.com/office/drawing/2014/main" id="{EE33DA7B-ADA3-49FF-9478-465A07CB8D59}"/>
              </a:ext>
            </a:extLst>
          </p:cNvPr>
          <p:cNvSpPr>
            <a:spLocks noGrp="1"/>
          </p:cNvSpPr>
          <p:nvPr/>
        </p:nvSpPr>
        <p:spPr>
          <a:xfrm>
            <a:off x="11106150" y="6372225"/>
            <a:ext cx="476250" cy="285750"/>
          </a:xfrm>
          <a:prstGeom prst="rect">
            <a:avLst/>
          </a:prstGeom>
          <a:noFill/>
          <a:ln w="0">
            <a:noFill/>
            <a:prstDash val="solid"/>
          </a:ln>
        </p:spPr>
        <p:txBody>
          <a:bodyPr lIns="0" tIns="0" rIns="0" bIns="0" anchor="t">
            <a:noAutofit/>
          </a:bodyPr>
          <a:lstStyle>
            <a:defPPr>
              <a:defRPr sz="1425" b="1">
                <a:solidFill>
                  <a:srgbClr val="007D85"/>
                </a:solidFill>
                <a:latin typeface="DejaVu Sans"/>
                <a:ea typeface="DejaVu Sans"/>
                <a:cs typeface="DejaVu Sans"/>
              </a:defRPr>
            </a:defPPr>
            <a:lvl1pPr>
              <a:defRPr sz="1425" b="1">
                <a:solidFill>
                  <a:srgbClr val="007D85"/>
                </a:solidFill>
                <a:latin typeface="DejaVu Sans"/>
                <a:ea typeface="DejaVu Sans"/>
                <a:cs typeface="DejaVu Sans"/>
              </a:defRPr>
            </a:lvl1pPr>
            <a:lvl2pPr>
              <a:defRPr sz="1425" b="1">
                <a:solidFill>
                  <a:srgbClr val="007D85"/>
                </a:solidFill>
                <a:latin typeface="DejaVu Sans"/>
                <a:ea typeface="DejaVu Sans"/>
                <a:cs typeface="DejaVu Sans"/>
              </a:defRPr>
            </a:lvl2pPr>
            <a:lvl3pPr>
              <a:defRPr sz="1425" b="1">
                <a:solidFill>
                  <a:srgbClr val="007D85"/>
                </a:solidFill>
                <a:latin typeface="DejaVu Sans"/>
                <a:ea typeface="DejaVu Sans"/>
                <a:cs typeface="DejaVu Sans"/>
              </a:defRPr>
            </a:lvl3pPr>
            <a:lvl4pPr>
              <a:defRPr sz="1425" b="1">
                <a:solidFill>
                  <a:srgbClr val="007D85"/>
                </a:solidFill>
                <a:latin typeface="DejaVu Sans"/>
                <a:ea typeface="DejaVu Sans"/>
                <a:cs typeface="DejaVu Sans"/>
              </a:defRPr>
            </a:lvl4pPr>
            <a:lvl5pPr>
              <a:defRPr sz="1425" b="1">
                <a:solidFill>
                  <a:srgbClr val="007D85"/>
                </a:solidFill>
                <a:latin typeface="DejaVu Sans"/>
                <a:ea typeface="DejaVu Sans"/>
                <a:cs typeface="DejaVu Sans"/>
              </a:defRPr>
            </a:lvl5pPr>
            <a:lvl6pPr>
              <a:defRPr sz="1425" b="1">
                <a:solidFill>
                  <a:srgbClr val="007D85"/>
                </a:solidFill>
                <a:latin typeface="DejaVu Sans"/>
                <a:ea typeface="DejaVu Sans"/>
                <a:cs typeface="DejaVu Sans"/>
              </a:defRPr>
            </a:lvl6pPr>
            <a:lvl7pPr>
              <a:defRPr sz="1425" b="1">
                <a:solidFill>
                  <a:srgbClr val="007D85"/>
                </a:solidFill>
                <a:latin typeface="DejaVu Sans"/>
                <a:ea typeface="DejaVu Sans"/>
                <a:cs typeface="DejaVu Sans"/>
              </a:defRPr>
            </a:lvl7pPr>
            <a:lvl8pPr>
              <a:defRPr sz="1425" b="1">
                <a:solidFill>
                  <a:srgbClr val="007D85"/>
                </a:solidFill>
                <a:latin typeface="DejaVu Sans"/>
                <a:ea typeface="DejaVu Sans"/>
                <a:cs typeface="DejaVu Sans"/>
              </a:defRPr>
            </a:lvl8pPr>
            <a:lvl9pPr>
              <a:defRPr sz="1425" b="1">
                <a:solidFill>
                  <a:srgbClr val="007D85"/>
                </a:solidFill>
                <a:latin typeface="DejaVu Sans"/>
                <a:ea typeface="DejaVu Sans"/>
                <a:cs typeface="DejaVu Sans"/>
              </a:defRPr>
            </a:lvl9pPr>
          </a:lstStyle>
          <a:p>
            <a:pPr>
              <a:defRPr sz="1425" b="1">
                <a:solidFill>
                  <a:srgbClr val="007D85"/>
                </a:solidFill>
                <a:latin typeface="DejaVu Sans"/>
                <a:ea typeface="DejaVu Sans"/>
                <a:cs typeface="DejaVu Sans"/>
              </a:defRPr>
            </a:pPr>
            <a:r>
              <a:rPr sz="1425" b="1">
                <a:solidFill>
                  <a:srgbClr val="007D85"/>
                </a:solidFill>
                <a:latin typeface="DejaVu Sans"/>
                <a:ea typeface="DejaVu Sans"/>
                <a:cs typeface="DejaVu Sans"/>
              </a:rPr>
              <a:t>13</a:t>
            </a:r>
          </a:p>
        </p:txBody>
      </p:sp>
      <p:sp>
        <p:nvSpPr>
          <p:cNvPr id="5" name="text-4">
            <a:extLst>
              <a:ext uri="{FF2B5EF4-FFF2-40B4-BE49-F238E27FC236}">
                <a16:creationId xmlns:a16="http://schemas.microsoft.com/office/drawing/2014/main" id="{39401EF3-864A-485A-A6AE-3365F598B981}"/>
              </a:ext>
            </a:extLst>
          </p:cNvPr>
          <p:cNvSpPr>
            <a:spLocks noGrp="1"/>
          </p:cNvSpPr>
          <p:nvPr/>
        </p:nvSpPr>
        <p:spPr>
          <a:xfrm>
            <a:off x="609600" y="2000250"/>
            <a:ext cx="3857625" cy="3238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Data URI</a:t>
            </a:r>
          </a:p>
        </p:txBody>
      </p:sp>
      <p:sp>
        <p:nvSpPr>
          <p:cNvPr id="6" name="text-5">
            <a:extLst>
              <a:ext uri="{FF2B5EF4-FFF2-40B4-BE49-F238E27FC236}">
                <a16:creationId xmlns:a16="http://schemas.microsoft.com/office/drawing/2014/main" id="{47458460-56BE-4617-87DE-630C5296E0DE}"/>
              </a:ext>
            </a:extLst>
          </p:cNvPr>
          <p:cNvSpPr>
            <a:spLocks noGrp="1"/>
          </p:cNvSpPr>
          <p:nvPr/>
        </p:nvSpPr>
        <p:spPr>
          <a:xfrm>
            <a:off x="609600" y="2400300"/>
            <a:ext cx="3857625" cy="914400"/>
          </a:xfrm>
          <a:prstGeom prst="rect">
            <a:avLst/>
          </a:prstGeom>
          <a:noFill/>
          <a:ln w="0">
            <a:noFill/>
            <a:prstDash val="solid"/>
          </a:ln>
        </p:spPr>
        <p:txBody>
          <a:bodyPr lIns="0" tIns="0" rIns="0" bIns="0" anchor="t">
            <a:noAutofit/>
          </a:bodyPr>
          <a:lstStyle>
            <a:defPPr>
              <a:defRPr sz="1725" b="0">
                <a:solidFill>
                  <a:srgbClr val="183349"/>
                </a:solidFill>
                <a:latin typeface="DejaVu Sans"/>
                <a:ea typeface="DejaVu Sans"/>
                <a:cs typeface="DejaVu Sans"/>
              </a:defRPr>
            </a:defPPr>
            <a:lvl1pPr>
              <a:defRPr sz="1725" b="0">
                <a:solidFill>
                  <a:srgbClr val="183349"/>
                </a:solidFill>
                <a:latin typeface="DejaVu Sans"/>
                <a:ea typeface="DejaVu Sans"/>
                <a:cs typeface="DejaVu Sans"/>
              </a:defRPr>
            </a:lvl1pPr>
            <a:lvl2pPr>
              <a:defRPr sz="1725" b="0">
                <a:solidFill>
                  <a:srgbClr val="183349"/>
                </a:solidFill>
                <a:latin typeface="DejaVu Sans"/>
                <a:ea typeface="DejaVu Sans"/>
                <a:cs typeface="DejaVu Sans"/>
              </a:defRPr>
            </a:lvl2pPr>
            <a:lvl3pPr>
              <a:defRPr sz="1725" b="0">
                <a:solidFill>
                  <a:srgbClr val="183349"/>
                </a:solidFill>
                <a:latin typeface="DejaVu Sans"/>
                <a:ea typeface="DejaVu Sans"/>
                <a:cs typeface="DejaVu Sans"/>
              </a:defRPr>
            </a:lvl3pPr>
            <a:lvl4pPr>
              <a:defRPr sz="1725" b="0">
                <a:solidFill>
                  <a:srgbClr val="183349"/>
                </a:solidFill>
                <a:latin typeface="DejaVu Sans"/>
                <a:ea typeface="DejaVu Sans"/>
                <a:cs typeface="DejaVu Sans"/>
              </a:defRPr>
            </a:lvl4pPr>
            <a:lvl5pPr>
              <a:defRPr sz="1725" b="0">
                <a:solidFill>
                  <a:srgbClr val="183349"/>
                </a:solidFill>
                <a:latin typeface="DejaVu Sans"/>
                <a:ea typeface="DejaVu Sans"/>
                <a:cs typeface="DejaVu Sans"/>
              </a:defRPr>
            </a:lvl5pPr>
            <a:lvl6pPr>
              <a:defRPr sz="1725" b="0">
                <a:solidFill>
                  <a:srgbClr val="183349"/>
                </a:solidFill>
                <a:latin typeface="DejaVu Sans"/>
                <a:ea typeface="DejaVu Sans"/>
                <a:cs typeface="DejaVu Sans"/>
              </a:defRPr>
            </a:lvl6pPr>
            <a:lvl7pPr>
              <a:defRPr sz="1725" b="0">
                <a:solidFill>
                  <a:srgbClr val="183349"/>
                </a:solidFill>
                <a:latin typeface="DejaVu Sans"/>
                <a:ea typeface="DejaVu Sans"/>
                <a:cs typeface="DejaVu Sans"/>
              </a:defRPr>
            </a:lvl7pPr>
            <a:lvl8pPr>
              <a:defRPr sz="1725" b="0">
                <a:solidFill>
                  <a:srgbClr val="183349"/>
                </a:solidFill>
                <a:latin typeface="DejaVu Sans"/>
                <a:ea typeface="DejaVu Sans"/>
                <a:cs typeface="DejaVu Sans"/>
              </a:defRPr>
            </a:lvl8pPr>
            <a:lvl9pPr>
              <a:defRPr sz="1725" b="0">
                <a:solidFill>
                  <a:srgbClr val="183349"/>
                </a:solidFill>
                <a:latin typeface="DejaVu Sans"/>
                <a:ea typeface="DejaVu Sans"/>
                <a:cs typeface="DejaVu Sans"/>
              </a:defRPr>
            </a:lvl9pPr>
          </a:lstStyle>
          <a:p>
            <a:pPr>
              <a:defRPr sz="1725" b="0">
                <a:solidFill>
                  <a:srgbClr val="183349"/>
                </a:solidFill>
                <a:latin typeface="DejaVu Sans"/>
                <a:ea typeface="DejaVu Sans"/>
                <a:cs typeface="DejaVu Sans"/>
              </a:defRPr>
            </a:pPr>
            <a:r>
              <a:rPr sz="1725" b="0">
                <a:solidFill>
                  <a:srgbClr val="183349"/>
                </a:solidFill>
                <a:latin typeface="DejaVu Sans"/>
                <a:ea typeface="DejaVu Sans"/>
                <a:cs typeface="DejaVu Sans"/>
              </a:rPr>
              <a:t>setData() membawa lokasi sumber daya, misalnya alamat web atau nomor telepon.</a:t>
            </a:r>
          </a:p>
        </p:txBody>
      </p:sp>
      <p:sp>
        <p:nvSpPr>
          <p:cNvPr id="7" name="text-6">
            <a:extLst>
              <a:ext uri="{FF2B5EF4-FFF2-40B4-BE49-F238E27FC236}">
                <a16:creationId xmlns:a16="http://schemas.microsoft.com/office/drawing/2014/main" id="{4A679722-0FE0-4F35-9955-C71E3D1DD74F}"/>
              </a:ext>
            </a:extLst>
          </p:cNvPr>
          <p:cNvSpPr>
            <a:spLocks noGrp="1"/>
          </p:cNvSpPr>
          <p:nvPr/>
        </p:nvSpPr>
        <p:spPr>
          <a:xfrm>
            <a:off x="609600" y="3371850"/>
            <a:ext cx="3857625" cy="3238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Extras</a:t>
            </a:r>
          </a:p>
        </p:txBody>
      </p:sp>
      <p:sp>
        <p:nvSpPr>
          <p:cNvPr id="8" name="text-7">
            <a:extLst>
              <a:ext uri="{FF2B5EF4-FFF2-40B4-BE49-F238E27FC236}">
                <a16:creationId xmlns:a16="http://schemas.microsoft.com/office/drawing/2014/main" id="{985FA050-3B98-4C6F-AE1A-8B8B1D0C33D3}"/>
              </a:ext>
            </a:extLst>
          </p:cNvPr>
          <p:cNvSpPr>
            <a:spLocks noGrp="1"/>
          </p:cNvSpPr>
          <p:nvPr/>
        </p:nvSpPr>
        <p:spPr>
          <a:xfrm>
            <a:off x="609600" y="3771900"/>
            <a:ext cx="3857625" cy="914400"/>
          </a:xfrm>
          <a:prstGeom prst="rect">
            <a:avLst/>
          </a:prstGeom>
          <a:noFill/>
          <a:ln w="0">
            <a:noFill/>
            <a:prstDash val="solid"/>
          </a:ln>
        </p:spPr>
        <p:txBody>
          <a:bodyPr lIns="0" tIns="0" rIns="0" bIns="0" anchor="t">
            <a:noAutofit/>
          </a:bodyPr>
          <a:lstStyle>
            <a:defPPr>
              <a:defRPr sz="1725" b="0">
                <a:solidFill>
                  <a:srgbClr val="183349"/>
                </a:solidFill>
                <a:latin typeface="DejaVu Sans"/>
                <a:ea typeface="DejaVu Sans"/>
                <a:cs typeface="DejaVu Sans"/>
              </a:defRPr>
            </a:defPPr>
            <a:lvl1pPr>
              <a:defRPr sz="1725" b="0">
                <a:solidFill>
                  <a:srgbClr val="183349"/>
                </a:solidFill>
                <a:latin typeface="DejaVu Sans"/>
                <a:ea typeface="DejaVu Sans"/>
                <a:cs typeface="DejaVu Sans"/>
              </a:defRPr>
            </a:lvl1pPr>
            <a:lvl2pPr>
              <a:defRPr sz="1725" b="0">
                <a:solidFill>
                  <a:srgbClr val="183349"/>
                </a:solidFill>
                <a:latin typeface="DejaVu Sans"/>
                <a:ea typeface="DejaVu Sans"/>
                <a:cs typeface="DejaVu Sans"/>
              </a:defRPr>
            </a:lvl2pPr>
            <a:lvl3pPr>
              <a:defRPr sz="1725" b="0">
                <a:solidFill>
                  <a:srgbClr val="183349"/>
                </a:solidFill>
                <a:latin typeface="DejaVu Sans"/>
                <a:ea typeface="DejaVu Sans"/>
                <a:cs typeface="DejaVu Sans"/>
              </a:defRPr>
            </a:lvl3pPr>
            <a:lvl4pPr>
              <a:defRPr sz="1725" b="0">
                <a:solidFill>
                  <a:srgbClr val="183349"/>
                </a:solidFill>
                <a:latin typeface="DejaVu Sans"/>
                <a:ea typeface="DejaVu Sans"/>
                <a:cs typeface="DejaVu Sans"/>
              </a:defRPr>
            </a:lvl4pPr>
            <a:lvl5pPr>
              <a:defRPr sz="1725" b="0">
                <a:solidFill>
                  <a:srgbClr val="183349"/>
                </a:solidFill>
                <a:latin typeface="DejaVu Sans"/>
                <a:ea typeface="DejaVu Sans"/>
                <a:cs typeface="DejaVu Sans"/>
              </a:defRPr>
            </a:lvl5pPr>
            <a:lvl6pPr>
              <a:defRPr sz="1725" b="0">
                <a:solidFill>
                  <a:srgbClr val="183349"/>
                </a:solidFill>
                <a:latin typeface="DejaVu Sans"/>
                <a:ea typeface="DejaVu Sans"/>
                <a:cs typeface="DejaVu Sans"/>
              </a:defRPr>
            </a:lvl6pPr>
            <a:lvl7pPr>
              <a:defRPr sz="1725" b="0">
                <a:solidFill>
                  <a:srgbClr val="183349"/>
                </a:solidFill>
                <a:latin typeface="DejaVu Sans"/>
                <a:ea typeface="DejaVu Sans"/>
                <a:cs typeface="DejaVu Sans"/>
              </a:defRPr>
            </a:lvl7pPr>
            <a:lvl8pPr>
              <a:defRPr sz="1725" b="0">
                <a:solidFill>
                  <a:srgbClr val="183349"/>
                </a:solidFill>
                <a:latin typeface="DejaVu Sans"/>
                <a:ea typeface="DejaVu Sans"/>
                <a:cs typeface="DejaVu Sans"/>
              </a:defRPr>
            </a:lvl8pPr>
            <a:lvl9pPr>
              <a:defRPr sz="1725" b="0">
                <a:solidFill>
                  <a:srgbClr val="183349"/>
                </a:solidFill>
                <a:latin typeface="DejaVu Sans"/>
                <a:ea typeface="DejaVu Sans"/>
                <a:cs typeface="DejaVu Sans"/>
              </a:defRPr>
            </a:lvl9pPr>
          </a:lstStyle>
          <a:p>
            <a:pPr>
              <a:defRPr sz="1725" b="0">
                <a:solidFill>
                  <a:srgbClr val="183349"/>
                </a:solidFill>
                <a:latin typeface="DejaVu Sans"/>
                <a:ea typeface="DejaVu Sans"/>
                <a:cs typeface="DejaVu Sans"/>
              </a:defRPr>
            </a:pPr>
            <a:r>
              <a:rPr sz="1725" b="0">
                <a:solidFill>
                  <a:srgbClr val="183349"/>
                </a:solidFill>
                <a:latin typeface="DejaVu Sans"/>
                <a:ea typeface="DejaVu Sans"/>
                <a:cs typeface="DejaVu Sans"/>
              </a:rPr>
              <a:t>putExtra() mengirim key-value. Penerima membaca key dan tipe data yang sama.</a:t>
            </a:r>
          </a:p>
        </p:txBody>
      </p:sp>
      <p:sp>
        <p:nvSpPr>
          <p:cNvPr id="9" name="text-8">
            <a:extLst>
              <a:ext uri="{FF2B5EF4-FFF2-40B4-BE49-F238E27FC236}">
                <a16:creationId xmlns:a16="http://schemas.microsoft.com/office/drawing/2014/main" id="{9AD2797A-9F62-403F-B7D7-064C23DA9C4A}"/>
              </a:ext>
            </a:extLst>
          </p:cNvPr>
          <p:cNvSpPr>
            <a:spLocks noGrp="1"/>
          </p:cNvSpPr>
          <p:nvPr/>
        </p:nvSpPr>
        <p:spPr>
          <a:xfrm>
            <a:off x="609600" y="4743450"/>
            <a:ext cx="3857625" cy="3238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Bundle dan Parcelable</a:t>
            </a:r>
          </a:p>
        </p:txBody>
      </p:sp>
      <p:sp>
        <p:nvSpPr>
          <p:cNvPr id="10" name="text-9">
            <a:extLst>
              <a:ext uri="{FF2B5EF4-FFF2-40B4-BE49-F238E27FC236}">
                <a16:creationId xmlns:a16="http://schemas.microsoft.com/office/drawing/2014/main" id="{36901013-874B-46A0-8BDA-87C15171D865}"/>
              </a:ext>
            </a:extLst>
          </p:cNvPr>
          <p:cNvSpPr>
            <a:spLocks noGrp="1"/>
          </p:cNvSpPr>
          <p:nvPr/>
        </p:nvSpPr>
        <p:spPr>
          <a:xfrm>
            <a:off x="609600" y="5143500"/>
            <a:ext cx="3857625" cy="914400"/>
          </a:xfrm>
          <a:prstGeom prst="rect">
            <a:avLst/>
          </a:prstGeom>
          <a:noFill/>
          <a:ln w="0">
            <a:noFill/>
            <a:prstDash val="solid"/>
          </a:ln>
        </p:spPr>
        <p:txBody>
          <a:bodyPr lIns="0" tIns="0" rIns="0" bIns="0" anchor="t">
            <a:noAutofit/>
          </a:bodyPr>
          <a:lstStyle>
            <a:defPPr>
              <a:defRPr sz="1725" b="0">
                <a:solidFill>
                  <a:srgbClr val="183349"/>
                </a:solidFill>
                <a:latin typeface="DejaVu Sans"/>
                <a:ea typeface="DejaVu Sans"/>
                <a:cs typeface="DejaVu Sans"/>
              </a:defRPr>
            </a:defPPr>
            <a:lvl1pPr>
              <a:defRPr sz="1725" b="0">
                <a:solidFill>
                  <a:srgbClr val="183349"/>
                </a:solidFill>
                <a:latin typeface="DejaVu Sans"/>
                <a:ea typeface="DejaVu Sans"/>
                <a:cs typeface="DejaVu Sans"/>
              </a:defRPr>
            </a:lvl1pPr>
            <a:lvl2pPr>
              <a:defRPr sz="1725" b="0">
                <a:solidFill>
                  <a:srgbClr val="183349"/>
                </a:solidFill>
                <a:latin typeface="DejaVu Sans"/>
                <a:ea typeface="DejaVu Sans"/>
                <a:cs typeface="DejaVu Sans"/>
              </a:defRPr>
            </a:lvl2pPr>
            <a:lvl3pPr>
              <a:defRPr sz="1725" b="0">
                <a:solidFill>
                  <a:srgbClr val="183349"/>
                </a:solidFill>
                <a:latin typeface="DejaVu Sans"/>
                <a:ea typeface="DejaVu Sans"/>
                <a:cs typeface="DejaVu Sans"/>
              </a:defRPr>
            </a:lvl3pPr>
            <a:lvl4pPr>
              <a:defRPr sz="1725" b="0">
                <a:solidFill>
                  <a:srgbClr val="183349"/>
                </a:solidFill>
                <a:latin typeface="DejaVu Sans"/>
                <a:ea typeface="DejaVu Sans"/>
                <a:cs typeface="DejaVu Sans"/>
              </a:defRPr>
            </a:lvl4pPr>
            <a:lvl5pPr>
              <a:defRPr sz="1725" b="0">
                <a:solidFill>
                  <a:srgbClr val="183349"/>
                </a:solidFill>
                <a:latin typeface="DejaVu Sans"/>
                <a:ea typeface="DejaVu Sans"/>
                <a:cs typeface="DejaVu Sans"/>
              </a:defRPr>
            </a:lvl5pPr>
            <a:lvl6pPr>
              <a:defRPr sz="1725" b="0">
                <a:solidFill>
                  <a:srgbClr val="183349"/>
                </a:solidFill>
                <a:latin typeface="DejaVu Sans"/>
                <a:ea typeface="DejaVu Sans"/>
                <a:cs typeface="DejaVu Sans"/>
              </a:defRPr>
            </a:lvl6pPr>
            <a:lvl7pPr>
              <a:defRPr sz="1725" b="0">
                <a:solidFill>
                  <a:srgbClr val="183349"/>
                </a:solidFill>
                <a:latin typeface="DejaVu Sans"/>
                <a:ea typeface="DejaVu Sans"/>
                <a:cs typeface="DejaVu Sans"/>
              </a:defRPr>
            </a:lvl7pPr>
            <a:lvl8pPr>
              <a:defRPr sz="1725" b="0">
                <a:solidFill>
                  <a:srgbClr val="183349"/>
                </a:solidFill>
                <a:latin typeface="DejaVu Sans"/>
                <a:ea typeface="DejaVu Sans"/>
                <a:cs typeface="DejaVu Sans"/>
              </a:defRPr>
            </a:lvl8pPr>
            <a:lvl9pPr>
              <a:defRPr sz="1725" b="0">
                <a:solidFill>
                  <a:srgbClr val="183349"/>
                </a:solidFill>
                <a:latin typeface="DejaVu Sans"/>
                <a:ea typeface="DejaVu Sans"/>
                <a:cs typeface="DejaVu Sans"/>
              </a:defRPr>
            </a:lvl9pPr>
          </a:lstStyle>
          <a:p>
            <a:pPr>
              <a:defRPr sz="1725" b="0">
                <a:solidFill>
                  <a:srgbClr val="183349"/>
                </a:solidFill>
                <a:latin typeface="DejaVu Sans"/>
                <a:ea typeface="DejaVu Sans"/>
                <a:cs typeface="DejaVu Sans"/>
              </a:defRPr>
            </a:pPr>
            <a:r>
              <a:rPr sz="1725" b="0">
                <a:solidFill>
                  <a:srgbClr val="183349"/>
                </a:solidFill>
                <a:latin typeface="DejaVu Sans"/>
                <a:ea typeface="DejaVu Sans"/>
                <a:cs typeface="DejaVu Sans"/>
              </a:rPr>
              <a:t>Bundle mengelompokkan data. Materi video juga memperkenalkan pengiriman objek Parcelable.</a:t>
            </a:r>
          </a:p>
        </p:txBody>
      </p:sp>
      <p:sp>
        <p:nvSpPr>
          <p:cNvPr id="11" name="text-10">
            <a:extLst>
              <a:ext uri="{FF2B5EF4-FFF2-40B4-BE49-F238E27FC236}">
                <a16:creationId xmlns:a16="http://schemas.microsoft.com/office/drawing/2014/main" id="{7B0CE8C8-756B-4286-B38A-80190C90C88D}"/>
              </a:ext>
            </a:extLst>
          </p:cNvPr>
          <p:cNvSpPr>
            <a:spLocks noGrp="1"/>
          </p:cNvSpPr>
          <p:nvPr/>
        </p:nvSpPr>
        <p:spPr>
          <a:xfrm>
            <a:off x="4857750" y="2152650"/>
            <a:ext cx="6724650" cy="3714750"/>
          </a:xfrm>
          <a:prstGeom prst="rect">
            <a:avLst/>
          </a:prstGeom>
          <a:noFill/>
          <a:ln w="0">
            <a:noFill/>
            <a:prstDash val="solid"/>
          </a:ln>
        </p:spPr>
        <p:txBody>
          <a:bodyPr lIns="0" tIns="0" rIns="0" bIns="0" anchor="t">
            <a:noAutofit/>
          </a:bodyPr>
          <a:lstStyle>
            <a:defPPr>
              <a:defRPr sz="1575" b="0">
                <a:solidFill>
                  <a:srgbClr val="10283F"/>
                </a:solidFill>
                <a:latin typeface="DejaVu Sans Mono"/>
                <a:ea typeface="DejaVu Sans Mono"/>
                <a:cs typeface="DejaVu Sans Mono"/>
              </a:defRPr>
            </a:defPPr>
            <a:lvl1pPr>
              <a:defRPr sz="1575" b="0">
                <a:solidFill>
                  <a:srgbClr val="10283F"/>
                </a:solidFill>
                <a:latin typeface="DejaVu Sans Mono"/>
                <a:ea typeface="DejaVu Sans Mono"/>
                <a:cs typeface="DejaVu Sans Mono"/>
              </a:defRPr>
            </a:lvl1pPr>
            <a:lvl2pPr>
              <a:defRPr sz="1575" b="0">
                <a:solidFill>
                  <a:srgbClr val="10283F"/>
                </a:solidFill>
                <a:latin typeface="DejaVu Sans Mono"/>
                <a:ea typeface="DejaVu Sans Mono"/>
                <a:cs typeface="DejaVu Sans Mono"/>
              </a:defRPr>
            </a:lvl2pPr>
            <a:lvl3pPr>
              <a:defRPr sz="1575" b="0">
                <a:solidFill>
                  <a:srgbClr val="10283F"/>
                </a:solidFill>
                <a:latin typeface="DejaVu Sans Mono"/>
                <a:ea typeface="DejaVu Sans Mono"/>
                <a:cs typeface="DejaVu Sans Mono"/>
              </a:defRPr>
            </a:lvl3pPr>
            <a:lvl4pPr>
              <a:defRPr sz="1575" b="0">
                <a:solidFill>
                  <a:srgbClr val="10283F"/>
                </a:solidFill>
                <a:latin typeface="DejaVu Sans Mono"/>
                <a:ea typeface="DejaVu Sans Mono"/>
                <a:cs typeface="DejaVu Sans Mono"/>
              </a:defRPr>
            </a:lvl4pPr>
            <a:lvl5pPr>
              <a:defRPr sz="1575" b="0">
                <a:solidFill>
                  <a:srgbClr val="10283F"/>
                </a:solidFill>
                <a:latin typeface="DejaVu Sans Mono"/>
                <a:ea typeface="DejaVu Sans Mono"/>
                <a:cs typeface="DejaVu Sans Mono"/>
              </a:defRPr>
            </a:lvl5pPr>
            <a:lvl6pPr>
              <a:defRPr sz="1575" b="0">
                <a:solidFill>
                  <a:srgbClr val="10283F"/>
                </a:solidFill>
                <a:latin typeface="DejaVu Sans Mono"/>
                <a:ea typeface="DejaVu Sans Mono"/>
                <a:cs typeface="DejaVu Sans Mono"/>
              </a:defRPr>
            </a:lvl6pPr>
            <a:lvl7pPr>
              <a:defRPr sz="1575" b="0">
                <a:solidFill>
                  <a:srgbClr val="10283F"/>
                </a:solidFill>
                <a:latin typeface="DejaVu Sans Mono"/>
                <a:ea typeface="DejaVu Sans Mono"/>
                <a:cs typeface="DejaVu Sans Mono"/>
              </a:defRPr>
            </a:lvl7pPr>
            <a:lvl8pPr>
              <a:defRPr sz="1575" b="0">
                <a:solidFill>
                  <a:srgbClr val="10283F"/>
                </a:solidFill>
                <a:latin typeface="DejaVu Sans Mono"/>
                <a:ea typeface="DejaVu Sans Mono"/>
                <a:cs typeface="DejaVu Sans Mono"/>
              </a:defRPr>
            </a:lvl8pPr>
            <a:lvl9pPr>
              <a:defRPr sz="1575" b="0">
                <a:solidFill>
                  <a:srgbClr val="10283F"/>
                </a:solidFill>
                <a:latin typeface="DejaVu Sans Mono"/>
                <a:ea typeface="DejaVu Sans Mono"/>
                <a:cs typeface="DejaVu Sans Mono"/>
              </a:defRPr>
            </a:lvl9pPr>
          </a:lstStyle>
          <a:p>
            <a:pPr>
              <a:defRPr sz="1575" b="0">
                <a:solidFill>
                  <a:srgbClr val="10283F"/>
                </a:solidFill>
                <a:latin typeface="DejaVu Sans"/>
                <a:ea typeface="DejaVu Sans"/>
                <a:cs typeface="DejaVu Sans"/>
              </a:defRPr>
            </a:pPr>
            <a:r>
              <a:rPr sz="1575" b="0">
                <a:solidFill>
                  <a:srgbClr val="10283F"/>
                </a:solidFill>
                <a:latin typeface="DejaVu Sans Mono"/>
                <a:ea typeface="DejaVu Sans Mono"/>
                <a:cs typeface="DejaVu Sans Mono"/>
              </a:rPr>
              <a:t>// Pengirim</a:t>
            </a:r>
          </a:p>
          <a:p>
            <a:pPr>
              <a:defRPr sz="1575" b="0">
                <a:solidFill>
                  <a:srgbClr val="10283F"/>
                </a:solidFill>
                <a:latin typeface="DejaVu Sans"/>
                <a:ea typeface="DejaVu Sans"/>
                <a:cs typeface="DejaVu Sans"/>
              </a:defRPr>
            </a:pPr>
            <a:r>
              <a:rPr sz="1575" b="0">
                <a:solidFill>
                  <a:srgbClr val="10283F"/>
                </a:solidFill>
                <a:latin typeface="DejaVu Sans Mono"/>
                <a:ea typeface="DejaVu Sans Mono"/>
                <a:cs typeface="DejaVu Sans Mono"/>
              </a:rPr>
              <a:t>Intent i = new Intent(this, DetailActivity.class);</a:t>
            </a:r>
          </a:p>
          <a:p>
            <a:pPr>
              <a:defRPr sz="1575" b="0">
                <a:solidFill>
                  <a:srgbClr val="10283F"/>
                </a:solidFill>
                <a:latin typeface="DejaVu Sans"/>
                <a:ea typeface="DejaVu Sans"/>
                <a:cs typeface="DejaVu Sans"/>
              </a:defRPr>
            </a:pPr>
            <a:r>
              <a:rPr sz="1575" b="0">
                <a:solidFill>
                  <a:srgbClr val="10283F"/>
                </a:solidFill>
                <a:latin typeface="DejaVu Sans Mono"/>
                <a:ea typeface="DejaVu Sans Mono"/>
                <a:cs typeface="DejaVu Sans Mono"/>
              </a:rPr>
              <a:t>i.putExtra("nama", "Erma");</a:t>
            </a:r>
          </a:p>
          <a:p>
            <a:pPr>
              <a:defRPr sz="1575" b="0">
                <a:solidFill>
                  <a:srgbClr val="10283F"/>
                </a:solidFill>
                <a:latin typeface="DejaVu Sans"/>
                <a:ea typeface="DejaVu Sans"/>
                <a:cs typeface="DejaVu Sans"/>
              </a:defRPr>
            </a:pPr>
            <a:r>
              <a:rPr sz="1575" b="0">
                <a:solidFill>
                  <a:srgbClr val="10283F"/>
                </a:solidFill>
                <a:latin typeface="DejaVu Sans Mono"/>
                <a:ea typeface="DejaVu Sans Mono"/>
                <a:cs typeface="DejaVu Sans Mono"/>
              </a:rPr>
              <a:t>startActivity(i);</a:t>
            </a:r>
          </a:p>
          <a:p>
            <a:endParaRPr sz="1575" b="0">
              <a:solidFill>
                <a:srgbClr val="10283F"/>
              </a:solidFill>
              <a:latin typeface="DejaVu Sans Mono"/>
              <a:ea typeface="DejaVu Sans Mono"/>
              <a:cs typeface="DejaVu Sans Mono"/>
            </a:endParaRPr>
          </a:p>
          <a:p>
            <a:pPr>
              <a:defRPr sz="1575" b="0">
                <a:solidFill>
                  <a:srgbClr val="10283F"/>
                </a:solidFill>
                <a:latin typeface="DejaVu Sans"/>
                <a:ea typeface="DejaVu Sans"/>
                <a:cs typeface="DejaVu Sans"/>
              </a:defRPr>
            </a:pPr>
            <a:r>
              <a:rPr sz="1575" b="0">
                <a:solidFill>
                  <a:srgbClr val="10283F"/>
                </a:solidFill>
                <a:latin typeface="DejaVu Sans Mono"/>
                <a:ea typeface="DejaVu Sans Mono"/>
                <a:cs typeface="DejaVu Sans Mono"/>
              </a:rPr>
              <a:t>// Penerima</a:t>
            </a:r>
          </a:p>
          <a:p>
            <a:pPr>
              <a:defRPr sz="1575" b="0">
                <a:solidFill>
                  <a:srgbClr val="10283F"/>
                </a:solidFill>
                <a:latin typeface="DejaVu Sans"/>
                <a:ea typeface="DejaVu Sans"/>
                <a:cs typeface="DejaVu Sans"/>
              </a:defRPr>
            </a:pPr>
            <a:r>
              <a:rPr sz="1575" b="0">
                <a:solidFill>
                  <a:srgbClr val="10283F"/>
                </a:solidFill>
                <a:latin typeface="DejaVu Sans Mono"/>
                <a:ea typeface="DejaVu Sans Mono"/>
                <a:cs typeface="DejaVu Sans Mono"/>
              </a:rPr>
              <a:t>String nama = getIntent().getStringExtra("nama");</a:t>
            </a:r>
          </a:p>
        </p:txBody>
      </p:sp>
    </p:spTree>
    <p:extLst>
      <p:ext uri="{BB962C8B-B14F-4D97-AF65-F5344CB8AC3E}">
        <p14:creationId xmlns:p14="http://schemas.microsoft.com/office/powerpoint/2010/main" val="7838883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9FA"/>
        </a:solidFill>
        <a:effectLst/>
      </p:bgPr>
    </p:bg>
    <p:spTree>
      <p:nvGrpSpPr>
        <p:cNvPr id="1" name=""/>
        <p:cNvGrpSpPr/>
        <p:nvPr/>
      </p:nvGrpSpPr>
      <p:grpSpPr>
        <a:xfrm>
          <a:off x="0" y="0"/>
          <a:ext cx="0" cy="0"/>
          <a:chOff x="0" y="0"/>
          <a:chExt cx="0" cy="0"/>
        </a:xfrm>
      </p:grpSpPr>
      <p:sp>
        <p:nvSpPr>
          <p:cNvPr id="13" name="text-0">
            <a:extLst>
              <a:ext uri="{FF2B5EF4-FFF2-40B4-BE49-F238E27FC236}">
                <a16:creationId xmlns:a16="http://schemas.microsoft.com/office/drawing/2014/main" id="{08840F5E-36A2-4465-A9AA-AFCEC3F2D2AE}"/>
              </a:ext>
            </a:extLst>
          </p:cNvPr>
          <p:cNvSpPr>
            <a:spLocks noGrp="1"/>
          </p:cNvSpPr>
          <p:nvPr/>
        </p:nvSpPr>
        <p:spPr>
          <a:xfrm>
            <a:off x="609600" y="381000"/>
            <a:ext cx="10953750" cy="266700"/>
          </a:xfrm>
          <a:prstGeom prst="rect">
            <a:avLst/>
          </a:prstGeom>
          <a:noFill/>
          <a:ln w="0">
            <a:noFill/>
            <a:prstDash val="solid"/>
          </a:ln>
        </p:spPr>
        <p:txBody>
          <a:bodyPr lIns="0" tIns="0" rIns="0" bIns="0" anchor="t">
            <a:noAutofit/>
          </a:bodyPr>
          <a:lstStyle>
            <a:defPPr>
              <a:defRPr sz="1350" b="1">
                <a:solidFill>
                  <a:srgbClr val="007D85"/>
                </a:solidFill>
                <a:latin typeface="DejaVu Sans"/>
                <a:ea typeface="DejaVu Sans"/>
                <a:cs typeface="DejaVu Sans"/>
              </a:defRPr>
            </a:defPPr>
            <a:lvl1pPr>
              <a:defRPr sz="1350" b="1">
                <a:solidFill>
                  <a:srgbClr val="007D85"/>
                </a:solidFill>
                <a:latin typeface="DejaVu Sans"/>
                <a:ea typeface="DejaVu Sans"/>
                <a:cs typeface="DejaVu Sans"/>
              </a:defRPr>
            </a:lvl1pPr>
            <a:lvl2pPr>
              <a:defRPr sz="1350" b="1">
                <a:solidFill>
                  <a:srgbClr val="007D85"/>
                </a:solidFill>
                <a:latin typeface="DejaVu Sans"/>
                <a:ea typeface="DejaVu Sans"/>
                <a:cs typeface="DejaVu Sans"/>
              </a:defRPr>
            </a:lvl2pPr>
            <a:lvl3pPr>
              <a:defRPr sz="1350" b="1">
                <a:solidFill>
                  <a:srgbClr val="007D85"/>
                </a:solidFill>
                <a:latin typeface="DejaVu Sans"/>
                <a:ea typeface="DejaVu Sans"/>
                <a:cs typeface="DejaVu Sans"/>
              </a:defRPr>
            </a:lvl3pPr>
            <a:lvl4pPr>
              <a:defRPr sz="1350" b="1">
                <a:solidFill>
                  <a:srgbClr val="007D85"/>
                </a:solidFill>
                <a:latin typeface="DejaVu Sans"/>
                <a:ea typeface="DejaVu Sans"/>
                <a:cs typeface="DejaVu Sans"/>
              </a:defRPr>
            </a:lvl4pPr>
            <a:lvl5pPr>
              <a:defRPr sz="1350" b="1">
                <a:solidFill>
                  <a:srgbClr val="007D85"/>
                </a:solidFill>
                <a:latin typeface="DejaVu Sans"/>
                <a:ea typeface="DejaVu Sans"/>
                <a:cs typeface="DejaVu Sans"/>
              </a:defRPr>
            </a:lvl5pPr>
            <a:lvl6pPr>
              <a:defRPr sz="1350" b="1">
                <a:solidFill>
                  <a:srgbClr val="007D85"/>
                </a:solidFill>
                <a:latin typeface="DejaVu Sans"/>
                <a:ea typeface="DejaVu Sans"/>
                <a:cs typeface="DejaVu Sans"/>
              </a:defRPr>
            </a:lvl6pPr>
            <a:lvl7pPr>
              <a:defRPr sz="1350" b="1">
                <a:solidFill>
                  <a:srgbClr val="007D85"/>
                </a:solidFill>
                <a:latin typeface="DejaVu Sans"/>
                <a:ea typeface="DejaVu Sans"/>
                <a:cs typeface="DejaVu Sans"/>
              </a:defRPr>
            </a:lvl7pPr>
            <a:lvl8pPr>
              <a:defRPr sz="1350" b="1">
                <a:solidFill>
                  <a:srgbClr val="007D85"/>
                </a:solidFill>
                <a:latin typeface="DejaVu Sans"/>
                <a:ea typeface="DejaVu Sans"/>
                <a:cs typeface="DejaVu Sans"/>
              </a:defRPr>
            </a:lvl8pPr>
            <a:lvl9pPr>
              <a:defRPr sz="1350" b="1">
                <a:solidFill>
                  <a:srgbClr val="007D85"/>
                </a:solidFill>
                <a:latin typeface="DejaVu Sans"/>
                <a:ea typeface="DejaVu Sans"/>
                <a:cs typeface="DejaVu Sans"/>
              </a:defRPr>
            </a:lvl9pPr>
          </a:lstStyle>
          <a:p>
            <a:pPr>
              <a:defRPr sz="1350" b="1">
                <a:solidFill>
                  <a:srgbClr val="007D85"/>
                </a:solidFill>
                <a:latin typeface="DejaVu Sans"/>
                <a:ea typeface="DejaVu Sans"/>
                <a:cs typeface="DejaVu Sans"/>
              </a:defRPr>
            </a:pPr>
            <a:r>
              <a:rPr sz="1350" b="1">
                <a:solidFill>
                  <a:srgbClr val="007D85"/>
                </a:solidFill>
                <a:latin typeface="DejaVu Sans"/>
                <a:ea typeface="DejaVu Sans"/>
                <a:cs typeface="DejaVu Sans"/>
              </a:rPr>
              <a:t>BAB 2  KOMPONEN DASAR</a:t>
            </a:r>
          </a:p>
        </p:txBody>
      </p:sp>
      <p:sp>
        <p:nvSpPr>
          <p:cNvPr id="2" name="text-1">
            <a:extLst>
              <a:ext uri="{FF2B5EF4-FFF2-40B4-BE49-F238E27FC236}">
                <a16:creationId xmlns:a16="http://schemas.microsoft.com/office/drawing/2014/main" id="{C0E90135-92D2-4FB9-B0ED-FDDF2AE846A5}"/>
              </a:ext>
            </a:extLst>
          </p:cNvPr>
          <p:cNvSpPr>
            <a:spLocks noGrp="1"/>
          </p:cNvSpPr>
          <p:nvPr/>
        </p:nvSpPr>
        <p:spPr>
          <a:xfrm>
            <a:off x="609600" y="866775"/>
            <a:ext cx="10953750" cy="895350"/>
          </a:xfrm>
          <a:prstGeom prst="rect">
            <a:avLst/>
          </a:prstGeom>
          <a:noFill/>
          <a:ln w="0">
            <a:noFill/>
            <a:prstDash val="solid"/>
          </a:ln>
        </p:spPr>
        <p:txBody>
          <a:bodyPr lIns="0" tIns="0" rIns="0" bIns="0" anchor="t">
            <a:noAutofit/>
          </a:bodyPr>
          <a:lstStyle>
            <a:defPPr>
              <a:defRPr sz="3150" b="1">
                <a:solidFill>
                  <a:srgbClr val="10283F"/>
                </a:solidFill>
                <a:latin typeface="DejaVu Sans"/>
                <a:ea typeface="DejaVu Sans"/>
                <a:cs typeface="DejaVu Sans"/>
              </a:defRPr>
            </a:defPPr>
            <a:lvl1pPr>
              <a:defRPr sz="3150" b="1">
                <a:solidFill>
                  <a:srgbClr val="10283F"/>
                </a:solidFill>
                <a:latin typeface="DejaVu Sans"/>
                <a:ea typeface="DejaVu Sans"/>
                <a:cs typeface="DejaVu Sans"/>
              </a:defRPr>
            </a:lvl1pPr>
            <a:lvl2pPr>
              <a:defRPr sz="3150" b="1">
                <a:solidFill>
                  <a:srgbClr val="10283F"/>
                </a:solidFill>
                <a:latin typeface="DejaVu Sans"/>
                <a:ea typeface="DejaVu Sans"/>
                <a:cs typeface="DejaVu Sans"/>
              </a:defRPr>
            </a:lvl2pPr>
            <a:lvl3pPr>
              <a:defRPr sz="3150" b="1">
                <a:solidFill>
                  <a:srgbClr val="10283F"/>
                </a:solidFill>
                <a:latin typeface="DejaVu Sans"/>
                <a:ea typeface="DejaVu Sans"/>
                <a:cs typeface="DejaVu Sans"/>
              </a:defRPr>
            </a:lvl3pPr>
            <a:lvl4pPr>
              <a:defRPr sz="3150" b="1">
                <a:solidFill>
                  <a:srgbClr val="10283F"/>
                </a:solidFill>
                <a:latin typeface="DejaVu Sans"/>
                <a:ea typeface="DejaVu Sans"/>
                <a:cs typeface="DejaVu Sans"/>
              </a:defRPr>
            </a:lvl4pPr>
            <a:lvl5pPr>
              <a:defRPr sz="3150" b="1">
                <a:solidFill>
                  <a:srgbClr val="10283F"/>
                </a:solidFill>
                <a:latin typeface="DejaVu Sans"/>
                <a:ea typeface="DejaVu Sans"/>
                <a:cs typeface="DejaVu Sans"/>
              </a:defRPr>
            </a:lvl5pPr>
            <a:lvl6pPr>
              <a:defRPr sz="3150" b="1">
                <a:solidFill>
                  <a:srgbClr val="10283F"/>
                </a:solidFill>
                <a:latin typeface="DejaVu Sans"/>
                <a:ea typeface="DejaVu Sans"/>
                <a:cs typeface="DejaVu Sans"/>
              </a:defRPr>
            </a:lvl6pPr>
            <a:lvl7pPr>
              <a:defRPr sz="3150" b="1">
                <a:solidFill>
                  <a:srgbClr val="10283F"/>
                </a:solidFill>
                <a:latin typeface="DejaVu Sans"/>
                <a:ea typeface="DejaVu Sans"/>
                <a:cs typeface="DejaVu Sans"/>
              </a:defRPr>
            </a:lvl7pPr>
            <a:lvl8pPr>
              <a:defRPr sz="3150" b="1">
                <a:solidFill>
                  <a:srgbClr val="10283F"/>
                </a:solidFill>
                <a:latin typeface="DejaVu Sans"/>
                <a:ea typeface="DejaVu Sans"/>
                <a:cs typeface="DejaVu Sans"/>
              </a:defRPr>
            </a:lvl8pPr>
            <a:lvl9pPr>
              <a:defRPr sz="3150" b="1">
                <a:solidFill>
                  <a:srgbClr val="10283F"/>
                </a:solidFill>
                <a:latin typeface="DejaVu Sans"/>
                <a:ea typeface="DejaVu Sans"/>
                <a:cs typeface="DejaVu Sans"/>
              </a:defRPr>
            </a:lvl9pPr>
          </a:lstStyle>
          <a:p>
            <a:pPr>
              <a:defRPr sz="3150" b="1">
                <a:solidFill>
                  <a:srgbClr val="10283F"/>
                </a:solidFill>
                <a:latin typeface="DejaVu Sans"/>
                <a:ea typeface="DejaVu Sans"/>
                <a:cs typeface="DejaVu Sans"/>
              </a:defRPr>
            </a:pPr>
            <a:r>
              <a:rPr sz="3150" b="1">
                <a:solidFill>
                  <a:srgbClr val="10283F"/>
                </a:solidFill>
                <a:latin typeface="DejaVu Sans"/>
                <a:ea typeface="DejaVu Sans"/>
                <a:cs typeface="DejaVu Sans"/>
              </a:rPr>
              <a:t>Pengembalian hasil antar-Activity</a:t>
            </a:r>
          </a:p>
        </p:txBody>
      </p:sp>
      <p:sp>
        <p:nvSpPr>
          <p:cNvPr id="3" name="text-2">
            <a:extLst>
              <a:ext uri="{FF2B5EF4-FFF2-40B4-BE49-F238E27FC236}">
                <a16:creationId xmlns:a16="http://schemas.microsoft.com/office/drawing/2014/main" id="{B15E1CE1-8967-47D6-A83B-E36922766CB6}"/>
              </a:ext>
            </a:extLst>
          </p:cNvPr>
          <p:cNvSpPr>
            <a:spLocks noGrp="1"/>
          </p:cNvSpPr>
          <p:nvPr/>
        </p:nvSpPr>
        <p:spPr>
          <a:xfrm>
            <a:off x="609600" y="6410325"/>
            <a:ext cx="10096500" cy="238125"/>
          </a:xfrm>
          <a:prstGeom prst="rect">
            <a:avLst/>
          </a:prstGeom>
          <a:noFill/>
          <a:ln w="0">
            <a:noFill/>
            <a:prstDash val="solid"/>
          </a:ln>
        </p:spPr>
        <p:txBody>
          <a:bodyPr lIns="0" tIns="0" rIns="0" bIns="0" anchor="t">
            <a:noAutofit/>
          </a:bodyPr>
          <a:lstStyle>
            <a:defPPr>
              <a:defRPr sz="1050" b="0">
                <a:solidFill>
                  <a:srgbClr val="506778"/>
                </a:solidFill>
                <a:latin typeface="DejaVu Sans"/>
                <a:ea typeface="DejaVu Sans"/>
                <a:cs typeface="DejaVu Sans"/>
              </a:defRPr>
            </a:defPPr>
            <a:lvl1pPr>
              <a:defRPr sz="1050" b="0">
                <a:solidFill>
                  <a:srgbClr val="506778"/>
                </a:solidFill>
                <a:latin typeface="DejaVu Sans"/>
                <a:ea typeface="DejaVu Sans"/>
                <a:cs typeface="DejaVu Sans"/>
              </a:defRPr>
            </a:lvl1pPr>
            <a:lvl2pPr>
              <a:defRPr sz="1050" b="0">
                <a:solidFill>
                  <a:srgbClr val="506778"/>
                </a:solidFill>
                <a:latin typeface="DejaVu Sans"/>
                <a:ea typeface="DejaVu Sans"/>
                <a:cs typeface="DejaVu Sans"/>
              </a:defRPr>
            </a:lvl2pPr>
            <a:lvl3pPr>
              <a:defRPr sz="1050" b="0">
                <a:solidFill>
                  <a:srgbClr val="506778"/>
                </a:solidFill>
                <a:latin typeface="DejaVu Sans"/>
                <a:ea typeface="DejaVu Sans"/>
                <a:cs typeface="DejaVu Sans"/>
              </a:defRPr>
            </a:lvl3pPr>
            <a:lvl4pPr>
              <a:defRPr sz="1050" b="0">
                <a:solidFill>
                  <a:srgbClr val="506778"/>
                </a:solidFill>
                <a:latin typeface="DejaVu Sans"/>
                <a:ea typeface="DejaVu Sans"/>
                <a:cs typeface="DejaVu Sans"/>
              </a:defRPr>
            </a:lvl4pPr>
            <a:lvl5pPr>
              <a:defRPr sz="1050" b="0">
                <a:solidFill>
                  <a:srgbClr val="506778"/>
                </a:solidFill>
                <a:latin typeface="DejaVu Sans"/>
                <a:ea typeface="DejaVu Sans"/>
                <a:cs typeface="DejaVu Sans"/>
              </a:defRPr>
            </a:lvl5pPr>
            <a:lvl6pPr>
              <a:defRPr sz="1050" b="0">
                <a:solidFill>
                  <a:srgbClr val="506778"/>
                </a:solidFill>
                <a:latin typeface="DejaVu Sans"/>
                <a:ea typeface="DejaVu Sans"/>
                <a:cs typeface="DejaVu Sans"/>
              </a:defRPr>
            </a:lvl6pPr>
            <a:lvl7pPr>
              <a:defRPr sz="1050" b="0">
                <a:solidFill>
                  <a:srgbClr val="506778"/>
                </a:solidFill>
                <a:latin typeface="DejaVu Sans"/>
                <a:ea typeface="DejaVu Sans"/>
                <a:cs typeface="DejaVu Sans"/>
              </a:defRPr>
            </a:lvl7pPr>
            <a:lvl8pPr>
              <a:defRPr sz="1050" b="0">
                <a:solidFill>
                  <a:srgbClr val="506778"/>
                </a:solidFill>
                <a:latin typeface="DejaVu Sans"/>
                <a:ea typeface="DejaVu Sans"/>
                <a:cs typeface="DejaVu Sans"/>
              </a:defRPr>
            </a:lvl8pPr>
            <a:lvl9pPr>
              <a:defRPr sz="1050" b="0">
                <a:solidFill>
                  <a:srgbClr val="506778"/>
                </a:solidFill>
                <a:latin typeface="DejaVu Sans"/>
                <a:ea typeface="DejaVu Sans"/>
                <a:cs typeface="DejaVu Sans"/>
              </a:defRPr>
            </a:lvl9pPr>
          </a:lstStyle>
          <a:p>
            <a:pPr>
              <a:defRPr sz="1050" b="0">
                <a:solidFill>
                  <a:srgbClr val="506778"/>
                </a:solidFill>
                <a:latin typeface="DejaVu Sans"/>
                <a:ea typeface="DejaVu Sans"/>
                <a:cs typeface="DejaVu Sans"/>
              </a:defRPr>
            </a:pPr>
            <a:r>
              <a:rPr sz="1050" b="0">
                <a:solidFill>
                  <a:srgbClr val="506778"/>
                </a:solidFill>
                <a:latin typeface="DejaVu Sans"/>
                <a:ea typeface="DejaVu Sans"/>
                <a:cs typeface="DejaVu Sans"/>
              </a:rPr>
              <a:t>Sumber: E-book Bab 2 (PDF hlm. 25–26)</a:t>
            </a:r>
          </a:p>
        </p:txBody>
      </p:sp>
      <p:sp>
        <p:nvSpPr>
          <p:cNvPr id="4" name="text-3">
            <a:extLst>
              <a:ext uri="{FF2B5EF4-FFF2-40B4-BE49-F238E27FC236}">
                <a16:creationId xmlns:a16="http://schemas.microsoft.com/office/drawing/2014/main" id="{72A46E63-609E-4168-BC67-A052DF77C964}"/>
              </a:ext>
            </a:extLst>
          </p:cNvPr>
          <p:cNvSpPr>
            <a:spLocks noGrp="1"/>
          </p:cNvSpPr>
          <p:nvPr/>
        </p:nvSpPr>
        <p:spPr>
          <a:xfrm>
            <a:off x="11106150" y="6372225"/>
            <a:ext cx="476250" cy="285750"/>
          </a:xfrm>
          <a:prstGeom prst="rect">
            <a:avLst/>
          </a:prstGeom>
          <a:noFill/>
          <a:ln w="0">
            <a:noFill/>
            <a:prstDash val="solid"/>
          </a:ln>
        </p:spPr>
        <p:txBody>
          <a:bodyPr lIns="0" tIns="0" rIns="0" bIns="0" anchor="t">
            <a:noAutofit/>
          </a:bodyPr>
          <a:lstStyle>
            <a:defPPr>
              <a:defRPr sz="1425" b="1">
                <a:solidFill>
                  <a:srgbClr val="007D85"/>
                </a:solidFill>
                <a:latin typeface="DejaVu Sans"/>
                <a:ea typeface="DejaVu Sans"/>
                <a:cs typeface="DejaVu Sans"/>
              </a:defRPr>
            </a:defPPr>
            <a:lvl1pPr>
              <a:defRPr sz="1425" b="1">
                <a:solidFill>
                  <a:srgbClr val="007D85"/>
                </a:solidFill>
                <a:latin typeface="DejaVu Sans"/>
                <a:ea typeface="DejaVu Sans"/>
                <a:cs typeface="DejaVu Sans"/>
              </a:defRPr>
            </a:lvl1pPr>
            <a:lvl2pPr>
              <a:defRPr sz="1425" b="1">
                <a:solidFill>
                  <a:srgbClr val="007D85"/>
                </a:solidFill>
                <a:latin typeface="DejaVu Sans"/>
                <a:ea typeface="DejaVu Sans"/>
                <a:cs typeface="DejaVu Sans"/>
              </a:defRPr>
            </a:lvl2pPr>
            <a:lvl3pPr>
              <a:defRPr sz="1425" b="1">
                <a:solidFill>
                  <a:srgbClr val="007D85"/>
                </a:solidFill>
                <a:latin typeface="DejaVu Sans"/>
                <a:ea typeface="DejaVu Sans"/>
                <a:cs typeface="DejaVu Sans"/>
              </a:defRPr>
            </a:lvl3pPr>
            <a:lvl4pPr>
              <a:defRPr sz="1425" b="1">
                <a:solidFill>
                  <a:srgbClr val="007D85"/>
                </a:solidFill>
                <a:latin typeface="DejaVu Sans"/>
                <a:ea typeface="DejaVu Sans"/>
                <a:cs typeface="DejaVu Sans"/>
              </a:defRPr>
            </a:lvl4pPr>
            <a:lvl5pPr>
              <a:defRPr sz="1425" b="1">
                <a:solidFill>
                  <a:srgbClr val="007D85"/>
                </a:solidFill>
                <a:latin typeface="DejaVu Sans"/>
                <a:ea typeface="DejaVu Sans"/>
                <a:cs typeface="DejaVu Sans"/>
              </a:defRPr>
            </a:lvl5pPr>
            <a:lvl6pPr>
              <a:defRPr sz="1425" b="1">
                <a:solidFill>
                  <a:srgbClr val="007D85"/>
                </a:solidFill>
                <a:latin typeface="DejaVu Sans"/>
                <a:ea typeface="DejaVu Sans"/>
                <a:cs typeface="DejaVu Sans"/>
              </a:defRPr>
            </a:lvl6pPr>
            <a:lvl7pPr>
              <a:defRPr sz="1425" b="1">
                <a:solidFill>
                  <a:srgbClr val="007D85"/>
                </a:solidFill>
                <a:latin typeface="DejaVu Sans"/>
                <a:ea typeface="DejaVu Sans"/>
                <a:cs typeface="DejaVu Sans"/>
              </a:defRPr>
            </a:lvl7pPr>
            <a:lvl8pPr>
              <a:defRPr sz="1425" b="1">
                <a:solidFill>
                  <a:srgbClr val="007D85"/>
                </a:solidFill>
                <a:latin typeface="DejaVu Sans"/>
                <a:ea typeface="DejaVu Sans"/>
                <a:cs typeface="DejaVu Sans"/>
              </a:defRPr>
            </a:lvl8pPr>
            <a:lvl9pPr>
              <a:defRPr sz="1425" b="1">
                <a:solidFill>
                  <a:srgbClr val="007D85"/>
                </a:solidFill>
                <a:latin typeface="DejaVu Sans"/>
                <a:ea typeface="DejaVu Sans"/>
                <a:cs typeface="DejaVu Sans"/>
              </a:defRPr>
            </a:lvl9pPr>
          </a:lstStyle>
          <a:p>
            <a:pPr>
              <a:defRPr sz="1425" b="1">
                <a:solidFill>
                  <a:srgbClr val="007D85"/>
                </a:solidFill>
                <a:latin typeface="DejaVu Sans"/>
                <a:ea typeface="DejaVu Sans"/>
                <a:cs typeface="DejaVu Sans"/>
              </a:defRPr>
            </a:pPr>
            <a:r>
              <a:rPr sz="1425" b="1">
                <a:solidFill>
                  <a:srgbClr val="007D85"/>
                </a:solidFill>
                <a:latin typeface="DejaVu Sans"/>
                <a:ea typeface="DejaVu Sans"/>
                <a:cs typeface="DejaVu Sans"/>
              </a:rPr>
              <a:t>14</a:t>
            </a:r>
          </a:p>
        </p:txBody>
      </p:sp>
      <p:sp>
        <p:nvSpPr>
          <p:cNvPr id="5" name="text-4">
            <a:extLst>
              <a:ext uri="{FF2B5EF4-FFF2-40B4-BE49-F238E27FC236}">
                <a16:creationId xmlns:a16="http://schemas.microsoft.com/office/drawing/2014/main" id="{FC9E23BD-95FB-4EDA-8712-DC3A0347C2F8}"/>
              </a:ext>
            </a:extLst>
          </p:cNvPr>
          <p:cNvSpPr>
            <a:spLocks noGrp="1"/>
          </p:cNvSpPr>
          <p:nvPr/>
        </p:nvSpPr>
        <p:spPr>
          <a:xfrm>
            <a:off x="609600" y="195262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Activity pemanggil</a:t>
            </a:r>
          </a:p>
        </p:txBody>
      </p:sp>
      <p:sp>
        <p:nvSpPr>
          <p:cNvPr id="6" name="text-5">
            <a:extLst>
              <a:ext uri="{FF2B5EF4-FFF2-40B4-BE49-F238E27FC236}">
                <a16:creationId xmlns:a16="http://schemas.microsoft.com/office/drawing/2014/main" id="{CD28030C-E627-4217-8207-D29801A036AD}"/>
              </a:ext>
            </a:extLst>
          </p:cNvPr>
          <p:cNvSpPr>
            <a:spLocks noGrp="1"/>
          </p:cNvSpPr>
          <p:nvPr/>
        </p:nvSpPr>
        <p:spPr>
          <a:xfrm>
            <a:off x="3714750" y="195262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Contoh modul memakai startActivityForResult() dengan request code.</a:t>
            </a:r>
          </a:p>
        </p:txBody>
      </p:sp>
      <p:sp>
        <p:nvSpPr>
          <p:cNvPr id="7" name="text-6">
            <a:extLst>
              <a:ext uri="{FF2B5EF4-FFF2-40B4-BE49-F238E27FC236}">
                <a16:creationId xmlns:a16="http://schemas.microsoft.com/office/drawing/2014/main" id="{44463ACC-80C3-428A-8CE1-C938FB52A02A}"/>
              </a:ext>
            </a:extLst>
          </p:cNvPr>
          <p:cNvSpPr>
            <a:spLocks noGrp="1"/>
          </p:cNvSpPr>
          <p:nvPr/>
        </p:nvSpPr>
        <p:spPr>
          <a:xfrm>
            <a:off x="609600" y="300037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Activity tujuan</a:t>
            </a:r>
          </a:p>
        </p:txBody>
      </p:sp>
      <p:sp>
        <p:nvSpPr>
          <p:cNvPr id="8" name="text-7">
            <a:extLst>
              <a:ext uri="{FF2B5EF4-FFF2-40B4-BE49-F238E27FC236}">
                <a16:creationId xmlns:a16="http://schemas.microsoft.com/office/drawing/2014/main" id="{1931E5ED-D234-4E48-9AB3-2D42E89C31D0}"/>
              </a:ext>
            </a:extLst>
          </p:cNvPr>
          <p:cNvSpPr>
            <a:spLocks noGrp="1"/>
          </p:cNvSpPr>
          <p:nvPr/>
        </p:nvSpPr>
        <p:spPr>
          <a:xfrm>
            <a:off x="3714750" y="300037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Buat Intent hasil, isi extras, panggil setResult(RESULT_OK, intent), lalu finish().</a:t>
            </a:r>
          </a:p>
        </p:txBody>
      </p:sp>
      <p:sp>
        <p:nvSpPr>
          <p:cNvPr id="9" name="text-8">
            <a:extLst>
              <a:ext uri="{FF2B5EF4-FFF2-40B4-BE49-F238E27FC236}">
                <a16:creationId xmlns:a16="http://schemas.microsoft.com/office/drawing/2014/main" id="{B1D5377F-FCAD-46B1-A826-997D3314C7B6}"/>
              </a:ext>
            </a:extLst>
          </p:cNvPr>
          <p:cNvSpPr>
            <a:spLocks noGrp="1"/>
          </p:cNvSpPr>
          <p:nvPr/>
        </p:nvSpPr>
        <p:spPr>
          <a:xfrm>
            <a:off x="609600" y="404812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Penerimaan hasil</a:t>
            </a:r>
          </a:p>
        </p:txBody>
      </p:sp>
      <p:sp>
        <p:nvSpPr>
          <p:cNvPr id="10" name="text-9">
            <a:extLst>
              <a:ext uri="{FF2B5EF4-FFF2-40B4-BE49-F238E27FC236}">
                <a16:creationId xmlns:a16="http://schemas.microsoft.com/office/drawing/2014/main" id="{BC242D8C-4847-4631-8B01-8AC00BED9B77}"/>
              </a:ext>
            </a:extLst>
          </p:cNvPr>
          <p:cNvSpPr>
            <a:spLocks noGrp="1"/>
          </p:cNvSpPr>
          <p:nvPr/>
        </p:nvSpPr>
        <p:spPr>
          <a:xfrm>
            <a:off x="3714750" y="404812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onActivityResult() memeriksa requestCode dan resultCode sebelum membaca data.</a:t>
            </a:r>
          </a:p>
        </p:txBody>
      </p:sp>
      <p:sp>
        <p:nvSpPr>
          <p:cNvPr id="11" name="text-10">
            <a:extLst>
              <a:ext uri="{FF2B5EF4-FFF2-40B4-BE49-F238E27FC236}">
                <a16:creationId xmlns:a16="http://schemas.microsoft.com/office/drawing/2014/main" id="{F92CB8B2-5BFA-43B6-857D-6B8EB2F0B924}"/>
              </a:ext>
            </a:extLst>
          </p:cNvPr>
          <p:cNvSpPr>
            <a:spLocks noGrp="1"/>
          </p:cNvSpPr>
          <p:nvPr/>
        </p:nvSpPr>
        <p:spPr>
          <a:xfrm>
            <a:off x="609600" y="509587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Makna alur</a:t>
            </a:r>
          </a:p>
        </p:txBody>
      </p:sp>
      <p:sp>
        <p:nvSpPr>
          <p:cNvPr id="12" name="text-11">
            <a:extLst>
              <a:ext uri="{FF2B5EF4-FFF2-40B4-BE49-F238E27FC236}">
                <a16:creationId xmlns:a16="http://schemas.microsoft.com/office/drawing/2014/main" id="{98BB1F4B-A06D-451D-9C22-853FF4DB9094}"/>
              </a:ext>
            </a:extLst>
          </p:cNvPr>
          <p:cNvSpPr>
            <a:spLocks noGrp="1"/>
          </p:cNvSpPr>
          <p:nvPr/>
        </p:nvSpPr>
        <p:spPr>
          <a:xfrm>
            <a:off x="3714750" y="509587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Permintaan, pengerjaan pada layar kedua, lalu hasil kembali ke layar pemanggil.</a:t>
            </a:r>
          </a:p>
        </p:txBody>
      </p:sp>
    </p:spTree>
    <p:extLst>
      <p:ext uri="{BB962C8B-B14F-4D97-AF65-F5344CB8AC3E}">
        <p14:creationId xmlns:p14="http://schemas.microsoft.com/office/powerpoint/2010/main" val="18125960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9FA"/>
        </a:solidFill>
        <a:effectLst/>
      </p:bgPr>
    </p:bg>
    <p:spTree>
      <p:nvGrpSpPr>
        <p:cNvPr id="1" name=""/>
        <p:cNvGrpSpPr/>
        <p:nvPr/>
      </p:nvGrpSpPr>
      <p:grpSpPr>
        <a:xfrm>
          <a:off x="0" y="0"/>
          <a:ext cx="0" cy="0"/>
          <a:chOff x="0" y="0"/>
          <a:chExt cx="0" cy="0"/>
        </a:xfrm>
      </p:grpSpPr>
      <p:sp>
        <p:nvSpPr>
          <p:cNvPr id="13" name="text-0">
            <a:extLst>
              <a:ext uri="{FF2B5EF4-FFF2-40B4-BE49-F238E27FC236}">
                <a16:creationId xmlns:a16="http://schemas.microsoft.com/office/drawing/2014/main" id="{443DB7AF-222D-4D32-B8C1-5DA785BBB24F}"/>
              </a:ext>
            </a:extLst>
          </p:cNvPr>
          <p:cNvSpPr>
            <a:spLocks noGrp="1"/>
          </p:cNvSpPr>
          <p:nvPr/>
        </p:nvSpPr>
        <p:spPr>
          <a:xfrm>
            <a:off x="609600" y="381000"/>
            <a:ext cx="10953750" cy="266700"/>
          </a:xfrm>
          <a:prstGeom prst="rect">
            <a:avLst/>
          </a:prstGeom>
          <a:noFill/>
          <a:ln w="0">
            <a:noFill/>
            <a:prstDash val="solid"/>
          </a:ln>
        </p:spPr>
        <p:txBody>
          <a:bodyPr lIns="0" tIns="0" rIns="0" bIns="0" anchor="t">
            <a:noAutofit/>
          </a:bodyPr>
          <a:lstStyle>
            <a:defPPr>
              <a:defRPr sz="1350" b="1">
                <a:solidFill>
                  <a:srgbClr val="007D85"/>
                </a:solidFill>
                <a:latin typeface="DejaVu Sans"/>
                <a:ea typeface="DejaVu Sans"/>
                <a:cs typeface="DejaVu Sans"/>
              </a:defRPr>
            </a:defPPr>
            <a:lvl1pPr>
              <a:defRPr sz="1350" b="1">
                <a:solidFill>
                  <a:srgbClr val="007D85"/>
                </a:solidFill>
                <a:latin typeface="DejaVu Sans"/>
                <a:ea typeface="DejaVu Sans"/>
                <a:cs typeface="DejaVu Sans"/>
              </a:defRPr>
            </a:lvl1pPr>
            <a:lvl2pPr>
              <a:defRPr sz="1350" b="1">
                <a:solidFill>
                  <a:srgbClr val="007D85"/>
                </a:solidFill>
                <a:latin typeface="DejaVu Sans"/>
                <a:ea typeface="DejaVu Sans"/>
                <a:cs typeface="DejaVu Sans"/>
              </a:defRPr>
            </a:lvl2pPr>
            <a:lvl3pPr>
              <a:defRPr sz="1350" b="1">
                <a:solidFill>
                  <a:srgbClr val="007D85"/>
                </a:solidFill>
                <a:latin typeface="DejaVu Sans"/>
                <a:ea typeface="DejaVu Sans"/>
                <a:cs typeface="DejaVu Sans"/>
              </a:defRPr>
            </a:lvl3pPr>
            <a:lvl4pPr>
              <a:defRPr sz="1350" b="1">
                <a:solidFill>
                  <a:srgbClr val="007D85"/>
                </a:solidFill>
                <a:latin typeface="DejaVu Sans"/>
                <a:ea typeface="DejaVu Sans"/>
                <a:cs typeface="DejaVu Sans"/>
              </a:defRPr>
            </a:lvl4pPr>
            <a:lvl5pPr>
              <a:defRPr sz="1350" b="1">
                <a:solidFill>
                  <a:srgbClr val="007D85"/>
                </a:solidFill>
                <a:latin typeface="DejaVu Sans"/>
                <a:ea typeface="DejaVu Sans"/>
                <a:cs typeface="DejaVu Sans"/>
              </a:defRPr>
            </a:lvl5pPr>
            <a:lvl6pPr>
              <a:defRPr sz="1350" b="1">
                <a:solidFill>
                  <a:srgbClr val="007D85"/>
                </a:solidFill>
                <a:latin typeface="DejaVu Sans"/>
                <a:ea typeface="DejaVu Sans"/>
                <a:cs typeface="DejaVu Sans"/>
              </a:defRPr>
            </a:lvl6pPr>
            <a:lvl7pPr>
              <a:defRPr sz="1350" b="1">
                <a:solidFill>
                  <a:srgbClr val="007D85"/>
                </a:solidFill>
                <a:latin typeface="DejaVu Sans"/>
                <a:ea typeface="DejaVu Sans"/>
                <a:cs typeface="DejaVu Sans"/>
              </a:defRPr>
            </a:lvl7pPr>
            <a:lvl8pPr>
              <a:defRPr sz="1350" b="1">
                <a:solidFill>
                  <a:srgbClr val="007D85"/>
                </a:solidFill>
                <a:latin typeface="DejaVu Sans"/>
                <a:ea typeface="DejaVu Sans"/>
                <a:cs typeface="DejaVu Sans"/>
              </a:defRPr>
            </a:lvl8pPr>
            <a:lvl9pPr>
              <a:defRPr sz="1350" b="1">
                <a:solidFill>
                  <a:srgbClr val="007D85"/>
                </a:solidFill>
                <a:latin typeface="DejaVu Sans"/>
                <a:ea typeface="DejaVu Sans"/>
                <a:cs typeface="DejaVu Sans"/>
              </a:defRPr>
            </a:lvl9pPr>
          </a:lstStyle>
          <a:p>
            <a:pPr>
              <a:defRPr sz="1350" b="1">
                <a:solidFill>
                  <a:srgbClr val="007D85"/>
                </a:solidFill>
                <a:latin typeface="DejaVu Sans"/>
                <a:ea typeface="DejaVu Sans"/>
                <a:cs typeface="DejaVu Sans"/>
              </a:defRPr>
            </a:pPr>
            <a:r>
              <a:rPr sz="1350" b="1">
                <a:solidFill>
                  <a:srgbClr val="007D85"/>
                </a:solidFill>
                <a:latin typeface="DejaVu Sans"/>
                <a:ea typeface="DejaVu Sans"/>
                <a:cs typeface="DejaVu Sans"/>
              </a:rPr>
              <a:t>BAB 2  KOMPONEN DASAR</a:t>
            </a:r>
          </a:p>
        </p:txBody>
      </p:sp>
      <p:sp>
        <p:nvSpPr>
          <p:cNvPr id="2" name="text-1">
            <a:extLst>
              <a:ext uri="{FF2B5EF4-FFF2-40B4-BE49-F238E27FC236}">
                <a16:creationId xmlns:a16="http://schemas.microsoft.com/office/drawing/2014/main" id="{EBFCEC55-801F-439E-A39B-39A3713656FD}"/>
              </a:ext>
            </a:extLst>
          </p:cNvPr>
          <p:cNvSpPr>
            <a:spLocks noGrp="1"/>
          </p:cNvSpPr>
          <p:nvPr/>
        </p:nvSpPr>
        <p:spPr>
          <a:xfrm>
            <a:off x="609600" y="866775"/>
            <a:ext cx="10953750" cy="895350"/>
          </a:xfrm>
          <a:prstGeom prst="rect">
            <a:avLst/>
          </a:prstGeom>
          <a:noFill/>
          <a:ln w="0">
            <a:noFill/>
            <a:prstDash val="solid"/>
          </a:ln>
        </p:spPr>
        <p:txBody>
          <a:bodyPr lIns="0" tIns="0" rIns="0" bIns="0" anchor="t">
            <a:noAutofit/>
          </a:bodyPr>
          <a:lstStyle>
            <a:defPPr>
              <a:defRPr sz="3150" b="1">
                <a:solidFill>
                  <a:srgbClr val="10283F"/>
                </a:solidFill>
                <a:latin typeface="DejaVu Sans"/>
                <a:ea typeface="DejaVu Sans"/>
                <a:cs typeface="DejaVu Sans"/>
              </a:defRPr>
            </a:defPPr>
            <a:lvl1pPr>
              <a:defRPr sz="3150" b="1">
                <a:solidFill>
                  <a:srgbClr val="10283F"/>
                </a:solidFill>
                <a:latin typeface="DejaVu Sans"/>
                <a:ea typeface="DejaVu Sans"/>
                <a:cs typeface="DejaVu Sans"/>
              </a:defRPr>
            </a:lvl1pPr>
            <a:lvl2pPr>
              <a:defRPr sz="3150" b="1">
                <a:solidFill>
                  <a:srgbClr val="10283F"/>
                </a:solidFill>
                <a:latin typeface="DejaVu Sans"/>
                <a:ea typeface="DejaVu Sans"/>
                <a:cs typeface="DejaVu Sans"/>
              </a:defRPr>
            </a:lvl2pPr>
            <a:lvl3pPr>
              <a:defRPr sz="3150" b="1">
                <a:solidFill>
                  <a:srgbClr val="10283F"/>
                </a:solidFill>
                <a:latin typeface="DejaVu Sans"/>
                <a:ea typeface="DejaVu Sans"/>
                <a:cs typeface="DejaVu Sans"/>
              </a:defRPr>
            </a:lvl3pPr>
            <a:lvl4pPr>
              <a:defRPr sz="3150" b="1">
                <a:solidFill>
                  <a:srgbClr val="10283F"/>
                </a:solidFill>
                <a:latin typeface="DejaVu Sans"/>
                <a:ea typeface="DejaVu Sans"/>
                <a:cs typeface="DejaVu Sans"/>
              </a:defRPr>
            </a:lvl4pPr>
            <a:lvl5pPr>
              <a:defRPr sz="3150" b="1">
                <a:solidFill>
                  <a:srgbClr val="10283F"/>
                </a:solidFill>
                <a:latin typeface="DejaVu Sans"/>
                <a:ea typeface="DejaVu Sans"/>
                <a:cs typeface="DejaVu Sans"/>
              </a:defRPr>
            </a:lvl5pPr>
            <a:lvl6pPr>
              <a:defRPr sz="3150" b="1">
                <a:solidFill>
                  <a:srgbClr val="10283F"/>
                </a:solidFill>
                <a:latin typeface="DejaVu Sans"/>
                <a:ea typeface="DejaVu Sans"/>
                <a:cs typeface="DejaVu Sans"/>
              </a:defRPr>
            </a:lvl6pPr>
            <a:lvl7pPr>
              <a:defRPr sz="3150" b="1">
                <a:solidFill>
                  <a:srgbClr val="10283F"/>
                </a:solidFill>
                <a:latin typeface="DejaVu Sans"/>
                <a:ea typeface="DejaVu Sans"/>
                <a:cs typeface="DejaVu Sans"/>
              </a:defRPr>
            </a:lvl7pPr>
            <a:lvl8pPr>
              <a:defRPr sz="3150" b="1">
                <a:solidFill>
                  <a:srgbClr val="10283F"/>
                </a:solidFill>
                <a:latin typeface="DejaVu Sans"/>
                <a:ea typeface="DejaVu Sans"/>
                <a:cs typeface="DejaVu Sans"/>
              </a:defRPr>
            </a:lvl8pPr>
            <a:lvl9pPr>
              <a:defRPr sz="3150" b="1">
                <a:solidFill>
                  <a:srgbClr val="10283F"/>
                </a:solidFill>
                <a:latin typeface="DejaVu Sans"/>
                <a:ea typeface="DejaVu Sans"/>
                <a:cs typeface="DejaVu Sans"/>
              </a:defRPr>
            </a:lvl9pPr>
          </a:lstStyle>
          <a:p>
            <a:pPr>
              <a:defRPr sz="3150" b="1">
                <a:solidFill>
                  <a:srgbClr val="10283F"/>
                </a:solidFill>
                <a:latin typeface="DejaVu Sans"/>
                <a:ea typeface="DejaVu Sans"/>
                <a:cs typeface="DejaVu Sans"/>
              </a:defRPr>
            </a:pPr>
            <a:r>
              <a:rPr sz="3150" b="1">
                <a:solidFill>
                  <a:srgbClr val="10283F"/>
                </a:solidFill>
                <a:latin typeface="DejaVu Sans"/>
                <a:ea typeface="DejaVu Sans"/>
                <a:cs typeface="DejaVu Sans"/>
              </a:rPr>
              <a:t>Fragment untuk antarmuka modular</a:t>
            </a:r>
          </a:p>
        </p:txBody>
      </p:sp>
      <p:sp>
        <p:nvSpPr>
          <p:cNvPr id="3" name="text-2">
            <a:extLst>
              <a:ext uri="{FF2B5EF4-FFF2-40B4-BE49-F238E27FC236}">
                <a16:creationId xmlns:a16="http://schemas.microsoft.com/office/drawing/2014/main" id="{5BBA910A-CC72-4157-9C66-787B0E9E9E5E}"/>
              </a:ext>
            </a:extLst>
          </p:cNvPr>
          <p:cNvSpPr>
            <a:spLocks noGrp="1"/>
          </p:cNvSpPr>
          <p:nvPr/>
        </p:nvSpPr>
        <p:spPr>
          <a:xfrm>
            <a:off x="609600" y="6410325"/>
            <a:ext cx="10096500" cy="238125"/>
          </a:xfrm>
          <a:prstGeom prst="rect">
            <a:avLst/>
          </a:prstGeom>
          <a:noFill/>
          <a:ln w="0">
            <a:noFill/>
            <a:prstDash val="solid"/>
          </a:ln>
        </p:spPr>
        <p:txBody>
          <a:bodyPr lIns="0" tIns="0" rIns="0" bIns="0" anchor="t">
            <a:noAutofit/>
          </a:bodyPr>
          <a:lstStyle>
            <a:defPPr>
              <a:defRPr sz="1050" b="0">
                <a:solidFill>
                  <a:srgbClr val="506778"/>
                </a:solidFill>
                <a:latin typeface="DejaVu Sans"/>
                <a:ea typeface="DejaVu Sans"/>
                <a:cs typeface="DejaVu Sans"/>
              </a:defRPr>
            </a:defPPr>
            <a:lvl1pPr>
              <a:defRPr sz="1050" b="0">
                <a:solidFill>
                  <a:srgbClr val="506778"/>
                </a:solidFill>
                <a:latin typeface="DejaVu Sans"/>
                <a:ea typeface="DejaVu Sans"/>
                <a:cs typeface="DejaVu Sans"/>
              </a:defRPr>
            </a:lvl1pPr>
            <a:lvl2pPr>
              <a:defRPr sz="1050" b="0">
                <a:solidFill>
                  <a:srgbClr val="506778"/>
                </a:solidFill>
                <a:latin typeface="DejaVu Sans"/>
                <a:ea typeface="DejaVu Sans"/>
                <a:cs typeface="DejaVu Sans"/>
              </a:defRPr>
            </a:lvl2pPr>
            <a:lvl3pPr>
              <a:defRPr sz="1050" b="0">
                <a:solidFill>
                  <a:srgbClr val="506778"/>
                </a:solidFill>
                <a:latin typeface="DejaVu Sans"/>
                <a:ea typeface="DejaVu Sans"/>
                <a:cs typeface="DejaVu Sans"/>
              </a:defRPr>
            </a:lvl3pPr>
            <a:lvl4pPr>
              <a:defRPr sz="1050" b="0">
                <a:solidFill>
                  <a:srgbClr val="506778"/>
                </a:solidFill>
                <a:latin typeface="DejaVu Sans"/>
                <a:ea typeface="DejaVu Sans"/>
                <a:cs typeface="DejaVu Sans"/>
              </a:defRPr>
            </a:lvl4pPr>
            <a:lvl5pPr>
              <a:defRPr sz="1050" b="0">
                <a:solidFill>
                  <a:srgbClr val="506778"/>
                </a:solidFill>
                <a:latin typeface="DejaVu Sans"/>
                <a:ea typeface="DejaVu Sans"/>
                <a:cs typeface="DejaVu Sans"/>
              </a:defRPr>
            </a:lvl5pPr>
            <a:lvl6pPr>
              <a:defRPr sz="1050" b="0">
                <a:solidFill>
                  <a:srgbClr val="506778"/>
                </a:solidFill>
                <a:latin typeface="DejaVu Sans"/>
                <a:ea typeface="DejaVu Sans"/>
                <a:cs typeface="DejaVu Sans"/>
              </a:defRPr>
            </a:lvl6pPr>
            <a:lvl7pPr>
              <a:defRPr sz="1050" b="0">
                <a:solidFill>
                  <a:srgbClr val="506778"/>
                </a:solidFill>
                <a:latin typeface="DejaVu Sans"/>
                <a:ea typeface="DejaVu Sans"/>
                <a:cs typeface="DejaVu Sans"/>
              </a:defRPr>
            </a:lvl7pPr>
            <a:lvl8pPr>
              <a:defRPr sz="1050" b="0">
                <a:solidFill>
                  <a:srgbClr val="506778"/>
                </a:solidFill>
                <a:latin typeface="DejaVu Sans"/>
                <a:ea typeface="DejaVu Sans"/>
                <a:cs typeface="DejaVu Sans"/>
              </a:defRPr>
            </a:lvl8pPr>
            <a:lvl9pPr>
              <a:defRPr sz="1050" b="0">
                <a:solidFill>
                  <a:srgbClr val="506778"/>
                </a:solidFill>
                <a:latin typeface="DejaVu Sans"/>
                <a:ea typeface="DejaVu Sans"/>
                <a:cs typeface="DejaVu Sans"/>
              </a:defRPr>
            </a:lvl9pPr>
          </a:lstStyle>
          <a:p>
            <a:pPr>
              <a:defRPr sz="1050" b="0">
                <a:solidFill>
                  <a:srgbClr val="506778"/>
                </a:solidFill>
                <a:latin typeface="DejaVu Sans"/>
                <a:ea typeface="DejaVu Sans"/>
                <a:cs typeface="DejaVu Sans"/>
              </a:defRPr>
            </a:pPr>
            <a:r>
              <a:rPr sz="1050" b="0">
                <a:solidFill>
                  <a:srgbClr val="506778"/>
                </a:solidFill>
                <a:latin typeface="DejaVu Sans"/>
                <a:ea typeface="DejaVu Sans"/>
                <a:cs typeface="DejaVu Sans"/>
              </a:rPr>
              <a:t>Sumber: E-book Bab 2 (PDF hlm. 20–23)</a:t>
            </a:r>
          </a:p>
        </p:txBody>
      </p:sp>
      <p:sp>
        <p:nvSpPr>
          <p:cNvPr id="4" name="text-3">
            <a:extLst>
              <a:ext uri="{FF2B5EF4-FFF2-40B4-BE49-F238E27FC236}">
                <a16:creationId xmlns:a16="http://schemas.microsoft.com/office/drawing/2014/main" id="{A0A15965-EA83-4DD5-AA3B-6FBA4F40EBC1}"/>
              </a:ext>
            </a:extLst>
          </p:cNvPr>
          <p:cNvSpPr>
            <a:spLocks noGrp="1"/>
          </p:cNvSpPr>
          <p:nvPr/>
        </p:nvSpPr>
        <p:spPr>
          <a:xfrm>
            <a:off x="11106150" y="6372225"/>
            <a:ext cx="476250" cy="285750"/>
          </a:xfrm>
          <a:prstGeom prst="rect">
            <a:avLst/>
          </a:prstGeom>
          <a:noFill/>
          <a:ln w="0">
            <a:noFill/>
            <a:prstDash val="solid"/>
          </a:ln>
        </p:spPr>
        <p:txBody>
          <a:bodyPr lIns="0" tIns="0" rIns="0" bIns="0" anchor="t">
            <a:noAutofit/>
          </a:bodyPr>
          <a:lstStyle>
            <a:defPPr>
              <a:defRPr sz="1425" b="1">
                <a:solidFill>
                  <a:srgbClr val="007D85"/>
                </a:solidFill>
                <a:latin typeface="DejaVu Sans"/>
                <a:ea typeface="DejaVu Sans"/>
                <a:cs typeface="DejaVu Sans"/>
              </a:defRPr>
            </a:defPPr>
            <a:lvl1pPr>
              <a:defRPr sz="1425" b="1">
                <a:solidFill>
                  <a:srgbClr val="007D85"/>
                </a:solidFill>
                <a:latin typeface="DejaVu Sans"/>
                <a:ea typeface="DejaVu Sans"/>
                <a:cs typeface="DejaVu Sans"/>
              </a:defRPr>
            </a:lvl1pPr>
            <a:lvl2pPr>
              <a:defRPr sz="1425" b="1">
                <a:solidFill>
                  <a:srgbClr val="007D85"/>
                </a:solidFill>
                <a:latin typeface="DejaVu Sans"/>
                <a:ea typeface="DejaVu Sans"/>
                <a:cs typeface="DejaVu Sans"/>
              </a:defRPr>
            </a:lvl2pPr>
            <a:lvl3pPr>
              <a:defRPr sz="1425" b="1">
                <a:solidFill>
                  <a:srgbClr val="007D85"/>
                </a:solidFill>
                <a:latin typeface="DejaVu Sans"/>
                <a:ea typeface="DejaVu Sans"/>
                <a:cs typeface="DejaVu Sans"/>
              </a:defRPr>
            </a:lvl3pPr>
            <a:lvl4pPr>
              <a:defRPr sz="1425" b="1">
                <a:solidFill>
                  <a:srgbClr val="007D85"/>
                </a:solidFill>
                <a:latin typeface="DejaVu Sans"/>
                <a:ea typeface="DejaVu Sans"/>
                <a:cs typeface="DejaVu Sans"/>
              </a:defRPr>
            </a:lvl4pPr>
            <a:lvl5pPr>
              <a:defRPr sz="1425" b="1">
                <a:solidFill>
                  <a:srgbClr val="007D85"/>
                </a:solidFill>
                <a:latin typeface="DejaVu Sans"/>
                <a:ea typeface="DejaVu Sans"/>
                <a:cs typeface="DejaVu Sans"/>
              </a:defRPr>
            </a:lvl5pPr>
            <a:lvl6pPr>
              <a:defRPr sz="1425" b="1">
                <a:solidFill>
                  <a:srgbClr val="007D85"/>
                </a:solidFill>
                <a:latin typeface="DejaVu Sans"/>
                <a:ea typeface="DejaVu Sans"/>
                <a:cs typeface="DejaVu Sans"/>
              </a:defRPr>
            </a:lvl6pPr>
            <a:lvl7pPr>
              <a:defRPr sz="1425" b="1">
                <a:solidFill>
                  <a:srgbClr val="007D85"/>
                </a:solidFill>
                <a:latin typeface="DejaVu Sans"/>
                <a:ea typeface="DejaVu Sans"/>
                <a:cs typeface="DejaVu Sans"/>
              </a:defRPr>
            </a:lvl7pPr>
            <a:lvl8pPr>
              <a:defRPr sz="1425" b="1">
                <a:solidFill>
                  <a:srgbClr val="007D85"/>
                </a:solidFill>
                <a:latin typeface="DejaVu Sans"/>
                <a:ea typeface="DejaVu Sans"/>
                <a:cs typeface="DejaVu Sans"/>
              </a:defRPr>
            </a:lvl8pPr>
            <a:lvl9pPr>
              <a:defRPr sz="1425" b="1">
                <a:solidFill>
                  <a:srgbClr val="007D85"/>
                </a:solidFill>
                <a:latin typeface="DejaVu Sans"/>
                <a:ea typeface="DejaVu Sans"/>
                <a:cs typeface="DejaVu Sans"/>
              </a:defRPr>
            </a:lvl9pPr>
          </a:lstStyle>
          <a:p>
            <a:pPr>
              <a:defRPr sz="1425" b="1">
                <a:solidFill>
                  <a:srgbClr val="007D85"/>
                </a:solidFill>
                <a:latin typeface="DejaVu Sans"/>
                <a:ea typeface="DejaVu Sans"/>
                <a:cs typeface="DejaVu Sans"/>
              </a:defRPr>
            </a:pPr>
            <a:r>
              <a:rPr sz="1425" b="1">
                <a:solidFill>
                  <a:srgbClr val="007D85"/>
                </a:solidFill>
                <a:latin typeface="DejaVu Sans"/>
                <a:ea typeface="DejaVu Sans"/>
                <a:cs typeface="DejaVu Sans"/>
              </a:rPr>
              <a:t>15</a:t>
            </a:r>
          </a:p>
        </p:txBody>
      </p:sp>
      <p:sp>
        <p:nvSpPr>
          <p:cNvPr id="5" name="text-4">
            <a:extLst>
              <a:ext uri="{FF2B5EF4-FFF2-40B4-BE49-F238E27FC236}">
                <a16:creationId xmlns:a16="http://schemas.microsoft.com/office/drawing/2014/main" id="{137F44EA-9D64-425A-8681-5239E3146069}"/>
              </a:ext>
            </a:extLst>
          </p:cNvPr>
          <p:cNvSpPr>
            <a:spLocks noGrp="1"/>
          </p:cNvSpPr>
          <p:nvPr/>
        </p:nvSpPr>
        <p:spPr>
          <a:xfrm>
            <a:off x="609600" y="195262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Bagian dari Activity</a:t>
            </a:r>
          </a:p>
        </p:txBody>
      </p:sp>
      <p:sp>
        <p:nvSpPr>
          <p:cNvPr id="6" name="text-5">
            <a:extLst>
              <a:ext uri="{FF2B5EF4-FFF2-40B4-BE49-F238E27FC236}">
                <a16:creationId xmlns:a16="http://schemas.microsoft.com/office/drawing/2014/main" id="{5E0C4F66-F28F-4961-99AD-92EC8712DC61}"/>
              </a:ext>
            </a:extLst>
          </p:cNvPr>
          <p:cNvSpPr>
            <a:spLocks noGrp="1"/>
          </p:cNvSpPr>
          <p:nvPr/>
        </p:nvSpPr>
        <p:spPr>
          <a:xfrm>
            <a:off x="3714750" y="195262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Fragment menempatkan bagian UI di dalam Activity dan dapat memiliki layout sendiri.</a:t>
            </a:r>
          </a:p>
        </p:txBody>
      </p:sp>
      <p:sp>
        <p:nvSpPr>
          <p:cNvPr id="7" name="text-6">
            <a:extLst>
              <a:ext uri="{FF2B5EF4-FFF2-40B4-BE49-F238E27FC236}">
                <a16:creationId xmlns:a16="http://schemas.microsoft.com/office/drawing/2014/main" id="{4F537DB1-0063-4BC8-A30D-2919CBA07AE0}"/>
              </a:ext>
            </a:extLst>
          </p:cNvPr>
          <p:cNvSpPr>
            <a:spLocks noGrp="1"/>
          </p:cNvSpPr>
          <p:nvPr/>
        </p:nvSpPr>
        <p:spPr>
          <a:xfrm>
            <a:off x="609600" y="300037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Fleksibel dan dapat dipakai ulang</a:t>
            </a:r>
          </a:p>
        </p:txBody>
      </p:sp>
      <p:sp>
        <p:nvSpPr>
          <p:cNvPr id="8" name="text-7">
            <a:extLst>
              <a:ext uri="{FF2B5EF4-FFF2-40B4-BE49-F238E27FC236}">
                <a16:creationId xmlns:a16="http://schemas.microsoft.com/office/drawing/2014/main" id="{74CC86D8-3BE8-40B6-AC7B-A7B51E7E4669}"/>
              </a:ext>
            </a:extLst>
          </p:cNvPr>
          <p:cNvSpPr>
            <a:spLocks noGrp="1"/>
          </p:cNvSpPr>
          <p:nvPr/>
        </p:nvSpPr>
        <p:spPr>
          <a:xfrm>
            <a:off x="3714750" y="300037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Satu Activity dapat menampung beberapa Fragment untuk susunan antarmuka yang berbeda.</a:t>
            </a:r>
          </a:p>
        </p:txBody>
      </p:sp>
      <p:sp>
        <p:nvSpPr>
          <p:cNvPr id="9" name="text-8">
            <a:extLst>
              <a:ext uri="{FF2B5EF4-FFF2-40B4-BE49-F238E27FC236}">
                <a16:creationId xmlns:a16="http://schemas.microsoft.com/office/drawing/2014/main" id="{A7F4CC15-3426-4BFC-BADE-1CCF9309D104}"/>
              </a:ext>
            </a:extLst>
          </p:cNvPr>
          <p:cNvSpPr>
            <a:spLocks noGrp="1"/>
          </p:cNvSpPr>
          <p:nvPr/>
        </p:nvSpPr>
        <p:spPr>
          <a:xfrm>
            <a:off x="609600" y="404812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Siklus hidup</a:t>
            </a:r>
          </a:p>
        </p:txBody>
      </p:sp>
      <p:sp>
        <p:nvSpPr>
          <p:cNvPr id="10" name="text-9">
            <a:extLst>
              <a:ext uri="{FF2B5EF4-FFF2-40B4-BE49-F238E27FC236}">
                <a16:creationId xmlns:a16="http://schemas.microsoft.com/office/drawing/2014/main" id="{56EAD941-0F9F-4C3C-9038-18629A6C89F2}"/>
              </a:ext>
            </a:extLst>
          </p:cNvPr>
          <p:cNvSpPr>
            <a:spLocks noGrp="1"/>
          </p:cNvSpPr>
          <p:nvPr/>
        </p:nvSpPr>
        <p:spPr>
          <a:xfrm>
            <a:off x="3714750" y="404812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Fragment memiliki lifecycle sendiri yang berhubungan dengan lifecycle Activity tempatnya berada.</a:t>
            </a:r>
          </a:p>
        </p:txBody>
      </p:sp>
      <p:sp>
        <p:nvSpPr>
          <p:cNvPr id="11" name="text-10">
            <a:extLst>
              <a:ext uri="{FF2B5EF4-FFF2-40B4-BE49-F238E27FC236}">
                <a16:creationId xmlns:a16="http://schemas.microsoft.com/office/drawing/2014/main" id="{28122569-08BB-4E89-A890-2047618C18A8}"/>
              </a:ext>
            </a:extLst>
          </p:cNvPr>
          <p:cNvSpPr>
            <a:spLocks noGrp="1"/>
          </p:cNvSpPr>
          <p:nvPr/>
        </p:nvSpPr>
        <p:spPr>
          <a:xfrm>
            <a:off x="609600" y="509587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Implementasi</a:t>
            </a:r>
          </a:p>
        </p:txBody>
      </p:sp>
      <p:sp>
        <p:nvSpPr>
          <p:cNvPr id="12" name="text-11">
            <a:extLst>
              <a:ext uri="{FF2B5EF4-FFF2-40B4-BE49-F238E27FC236}">
                <a16:creationId xmlns:a16="http://schemas.microsoft.com/office/drawing/2014/main" id="{0D22044B-DFFB-473C-A961-255B8D7343B1}"/>
              </a:ext>
            </a:extLst>
          </p:cNvPr>
          <p:cNvSpPr>
            <a:spLocks noGrp="1"/>
          </p:cNvSpPr>
          <p:nvPr/>
        </p:nvSpPr>
        <p:spPr>
          <a:xfrm>
            <a:off x="3714750" y="509587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Kelas mewarisi Fragment. Berbeda dari Activity, Fragment tidak didaftarkan sebagai Activity di manifest.</a:t>
            </a:r>
          </a:p>
        </p:txBody>
      </p:sp>
    </p:spTree>
    <p:extLst>
      <p:ext uri="{BB962C8B-B14F-4D97-AF65-F5344CB8AC3E}">
        <p14:creationId xmlns:p14="http://schemas.microsoft.com/office/powerpoint/2010/main" val="14101745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9FA"/>
        </a:solidFill>
        <a:effectLst/>
      </p:bgPr>
    </p:bg>
    <p:spTree>
      <p:nvGrpSpPr>
        <p:cNvPr id="1" name=""/>
        <p:cNvGrpSpPr/>
        <p:nvPr/>
      </p:nvGrpSpPr>
      <p:grpSpPr>
        <a:xfrm>
          <a:off x="0" y="0"/>
          <a:ext cx="0" cy="0"/>
          <a:chOff x="0" y="0"/>
          <a:chExt cx="0" cy="0"/>
        </a:xfrm>
      </p:grpSpPr>
      <p:sp>
        <p:nvSpPr>
          <p:cNvPr id="13" name="text-0">
            <a:extLst>
              <a:ext uri="{FF2B5EF4-FFF2-40B4-BE49-F238E27FC236}">
                <a16:creationId xmlns:a16="http://schemas.microsoft.com/office/drawing/2014/main" id="{FF5AA00B-7224-4E65-9C67-A9369A30ED87}"/>
              </a:ext>
            </a:extLst>
          </p:cNvPr>
          <p:cNvSpPr>
            <a:spLocks noGrp="1"/>
          </p:cNvSpPr>
          <p:nvPr/>
        </p:nvSpPr>
        <p:spPr>
          <a:xfrm>
            <a:off x="609600" y="381000"/>
            <a:ext cx="10953750" cy="266700"/>
          </a:xfrm>
          <a:prstGeom prst="rect">
            <a:avLst/>
          </a:prstGeom>
          <a:noFill/>
          <a:ln w="0">
            <a:noFill/>
            <a:prstDash val="solid"/>
          </a:ln>
        </p:spPr>
        <p:txBody>
          <a:bodyPr lIns="0" tIns="0" rIns="0" bIns="0" anchor="t">
            <a:noAutofit/>
          </a:bodyPr>
          <a:lstStyle>
            <a:defPPr>
              <a:defRPr sz="1350" b="1">
                <a:solidFill>
                  <a:srgbClr val="007D85"/>
                </a:solidFill>
                <a:latin typeface="DejaVu Sans"/>
                <a:ea typeface="DejaVu Sans"/>
                <a:cs typeface="DejaVu Sans"/>
              </a:defRPr>
            </a:defPPr>
            <a:lvl1pPr>
              <a:defRPr sz="1350" b="1">
                <a:solidFill>
                  <a:srgbClr val="007D85"/>
                </a:solidFill>
                <a:latin typeface="DejaVu Sans"/>
                <a:ea typeface="DejaVu Sans"/>
                <a:cs typeface="DejaVu Sans"/>
              </a:defRPr>
            </a:lvl1pPr>
            <a:lvl2pPr>
              <a:defRPr sz="1350" b="1">
                <a:solidFill>
                  <a:srgbClr val="007D85"/>
                </a:solidFill>
                <a:latin typeface="DejaVu Sans"/>
                <a:ea typeface="DejaVu Sans"/>
                <a:cs typeface="DejaVu Sans"/>
              </a:defRPr>
            </a:lvl2pPr>
            <a:lvl3pPr>
              <a:defRPr sz="1350" b="1">
                <a:solidFill>
                  <a:srgbClr val="007D85"/>
                </a:solidFill>
                <a:latin typeface="DejaVu Sans"/>
                <a:ea typeface="DejaVu Sans"/>
                <a:cs typeface="DejaVu Sans"/>
              </a:defRPr>
            </a:lvl3pPr>
            <a:lvl4pPr>
              <a:defRPr sz="1350" b="1">
                <a:solidFill>
                  <a:srgbClr val="007D85"/>
                </a:solidFill>
                <a:latin typeface="DejaVu Sans"/>
                <a:ea typeface="DejaVu Sans"/>
                <a:cs typeface="DejaVu Sans"/>
              </a:defRPr>
            </a:lvl4pPr>
            <a:lvl5pPr>
              <a:defRPr sz="1350" b="1">
                <a:solidFill>
                  <a:srgbClr val="007D85"/>
                </a:solidFill>
                <a:latin typeface="DejaVu Sans"/>
                <a:ea typeface="DejaVu Sans"/>
                <a:cs typeface="DejaVu Sans"/>
              </a:defRPr>
            </a:lvl5pPr>
            <a:lvl6pPr>
              <a:defRPr sz="1350" b="1">
                <a:solidFill>
                  <a:srgbClr val="007D85"/>
                </a:solidFill>
                <a:latin typeface="DejaVu Sans"/>
                <a:ea typeface="DejaVu Sans"/>
                <a:cs typeface="DejaVu Sans"/>
              </a:defRPr>
            </a:lvl6pPr>
            <a:lvl7pPr>
              <a:defRPr sz="1350" b="1">
                <a:solidFill>
                  <a:srgbClr val="007D85"/>
                </a:solidFill>
                <a:latin typeface="DejaVu Sans"/>
                <a:ea typeface="DejaVu Sans"/>
                <a:cs typeface="DejaVu Sans"/>
              </a:defRPr>
            </a:lvl7pPr>
            <a:lvl8pPr>
              <a:defRPr sz="1350" b="1">
                <a:solidFill>
                  <a:srgbClr val="007D85"/>
                </a:solidFill>
                <a:latin typeface="DejaVu Sans"/>
                <a:ea typeface="DejaVu Sans"/>
                <a:cs typeface="DejaVu Sans"/>
              </a:defRPr>
            </a:lvl8pPr>
            <a:lvl9pPr>
              <a:defRPr sz="1350" b="1">
                <a:solidFill>
                  <a:srgbClr val="007D85"/>
                </a:solidFill>
                <a:latin typeface="DejaVu Sans"/>
                <a:ea typeface="DejaVu Sans"/>
                <a:cs typeface="DejaVu Sans"/>
              </a:defRPr>
            </a:lvl9pPr>
          </a:lstStyle>
          <a:p>
            <a:pPr>
              <a:defRPr sz="1350" b="1">
                <a:solidFill>
                  <a:srgbClr val="007D85"/>
                </a:solidFill>
                <a:latin typeface="DejaVu Sans"/>
                <a:ea typeface="DejaVu Sans"/>
                <a:cs typeface="DejaVu Sans"/>
              </a:defRPr>
            </a:pPr>
            <a:r>
              <a:rPr sz="1350" b="1">
                <a:solidFill>
                  <a:srgbClr val="007D85"/>
                </a:solidFill>
                <a:latin typeface="DejaVu Sans"/>
                <a:ea typeface="DejaVu Sans"/>
                <a:cs typeface="DejaVu Sans"/>
              </a:rPr>
              <a:t>BAB 3  UI/UX</a:t>
            </a:r>
          </a:p>
        </p:txBody>
      </p:sp>
      <p:sp>
        <p:nvSpPr>
          <p:cNvPr id="2" name="text-1">
            <a:extLst>
              <a:ext uri="{FF2B5EF4-FFF2-40B4-BE49-F238E27FC236}">
                <a16:creationId xmlns:a16="http://schemas.microsoft.com/office/drawing/2014/main" id="{4B175EF6-A9EF-40F6-8D11-710706AE8B26}"/>
              </a:ext>
            </a:extLst>
          </p:cNvPr>
          <p:cNvSpPr>
            <a:spLocks noGrp="1"/>
          </p:cNvSpPr>
          <p:nvPr/>
        </p:nvSpPr>
        <p:spPr>
          <a:xfrm>
            <a:off x="609600" y="866775"/>
            <a:ext cx="10953750" cy="895350"/>
          </a:xfrm>
          <a:prstGeom prst="rect">
            <a:avLst/>
          </a:prstGeom>
          <a:noFill/>
          <a:ln w="0">
            <a:noFill/>
            <a:prstDash val="solid"/>
          </a:ln>
        </p:spPr>
        <p:txBody>
          <a:bodyPr lIns="0" tIns="0" rIns="0" bIns="0" anchor="t">
            <a:noAutofit/>
          </a:bodyPr>
          <a:lstStyle>
            <a:defPPr>
              <a:defRPr sz="3150" b="1">
                <a:solidFill>
                  <a:srgbClr val="10283F"/>
                </a:solidFill>
                <a:latin typeface="DejaVu Sans"/>
                <a:ea typeface="DejaVu Sans"/>
                <a:cs typeface="DejaVu Sans"/>
              </a:defRPr>
            </a:defPPr>
            <a:lvl1pPr>
              <a:defRPr sz="3150" b="1">
                <a:solidFill>
                  <a:srgbClr val="10283F"/>
                </a:solidFill>
                <a:latin typeface="DejaVu Sans"/>
                <a:ea typeface="DejaVu Sans"/>
                <a:cs typeface="DejaVu Sans"/>
              </a:defRPr>
            </a:lvl1pPr>
            <a:lvl2pPr>
              <a:defRPr sz="3150" b="1">
                <a:solidFill>
                  <a:srgbClr val="10283F"/>
                </a:solidFill>
                <a:latin typeface="DejaVu Sans"/>
                <a:ea typeface="DejaVu Sans"/>
                <a:cs typeface="DejaVu Sans"/>
              </a:defRPr>
            </a:lvl2pPr>
            <a:lvl3pPr>
              <a:defRPr sz="3150" b="1">
                <a:solidFill>
                  <a:srgbClr val="10283F"/>
                </a:solidFill>
                <a:latin typeface="DejaVu Sans"/>
                <a:ea typeface="DejaVu Sans"/>
                <a:cs typeface="DejaVu Sans"/>
              </a:defRPr>
            </a:lvl3pPr>
            <a:lvl4pPr>
              <a:defRPr sz="3150" b="1">
                <a:solidFill>
                  <a:srgbClr val="10283F"/>
                </a:solidFill>
                <a:latin typeface="DejaVu Sans"/>
                <a:ea typeface="DejaVu Sans"/>
                <a:cs typeface="DejaVu Sans"/>
              </a:defRPr>
            </a:lvl4pPr>
            <a:lvl5pPr>
              <a:defRPr sz="3150" b="1">
                <a:solidFill>
                  <a:srgbClr val="10283F"/>
                </a:solidFill>
                <a:latin typeface="DejaVu Sans"/>
                <a:ea typeface="DejaVu Sans"/>
                <a:cs typeface="DejaVu Sans"/>
              </a:defRPr>
            </a:lvl5pPr>
            <a:lvl6pPr>
              <a:defRPr sz="3150" b="1">
                <a:solidFill>
                  <a:srgbClr val="10283F"/>
                </a:solidFill>
                <a:latin typeface="DejaVu Sans"/>
                <a:ea typeface="DejaVu Sans"/>
                <a:cs typeface="DejaVu Sans"/>
              </a:defRPr>
            </a:lvl6pPr>
            <a:lvl7pPr>
              <a:defRPr sz="3150" b="1">
                <a:solidFill>
                  <a:srgbClr val="10283F"/>
                </a:solidFill>
                <a:latin typeface="DejaVu Sans"/>
                <a:ea typeface="DejaVu Sans"/>
                <a:cs typeface="DejaVu Sans"/>
              </a:defRPr>
            </a:lvl7pPr>
            <a:lvl8pPr>
              <a:defRPr sz="3150" b="1">
                <a:solidFill>
                  <a:srgbClr val="10283F"/>
                </a:solidFill>
                <a:latin typeface="DejaVu Sans"/>
                <a:ea typeface="DejaVu Sans"/>
                <a:cs typeface="DejaVu Sans"/>
              </a:defRPr>
            </a:lvl8pPr>
            <a:lvl9pPr>
              <a:defRPr sz="3150" b="1">
                <a:solidFill>
                  <a:srgbClr val="10283F"/>
                </a:solidFill>
                <a:latin typeface="DejaVu Sans"/>
                <a:ea typeface="DejaVu Sans"/>
                <a:cs typeface="DejaVu Sans"/>
              </a:defRPr>
            </a:lvl9pPr>
          </a:lstStyle>
          <a:p>
            <a:pPr>
              <a:defRPr sz="3150" b="1">
                <a:solidFill>
                  <a:srgbClr val="10283F"/>
                </a:solidFill>
                <a:latin typeface="DejaVu Sans"/>
                <a:ea typeface="DejaVu Sans"/>
                <a:cs typeface="DejaVu Sans"/>
              </a:defRPr>
            </a:pPr>
            <a:r>
              <a:rPr sz="3150" b="1">
                <a:solidFill>
                  <a:srgbClr val="10283F"/>
                </a:solidFill>
                <a:latin typeface="DejaVu Sans"/>
                <a:ea typeface="DejaVu Sans"/>
                <a:cs typeface="DejaVu Sans"/>
              </a:rPr>
              <a:t>UI, UX, View, dan ViewGroup</a:t>
            </a:r>
          </a:p>
        </p:txBody>
      </p:sp>
      <p:sp>
        <p:nvSpPr>
          <p:cNvPr id="3" name="text-2">
            <a:extLst>
              <a:ext uri="{FF2B5EF4-FFF2-40B4-BE49-F238E27FC236}">
                <a16:creationId xmlns:a16="http://schemas.microsoft.com/office/drawing/2014/main" id="{15580355-E98D-486D-A0F5-6D0A4AD04277}"/>
              </a:ext>
            </a:extLst>
          </p:cNvPr>
          <p:cNvSpPr>
            <a:spLocks noGrp="1"/>
          </p:cNvSpPr>
          <p:nvPr/>
        </p:nvSpPr>
        <p:spPr>
          <a:xfrm>
            <a:off x="609600" y="6410325"/>
            <a:ext cx="10096500" cy="238125"/>
          </a:xfrm>
          <a:prstGeom prst="rect">
            <a:avLst/>
          </a:prstGeom>
          <a:noFill/>
          <a:ln w="0">
            <a:noFill/>
            <a:prstDash val="solid"/>
          </a:ln>
        </p:spPr>
        <p:txBody>
          <a:bodyPr lIns="0" tIns="0" rIns="0" bIns="0" anchor="t">
            <a:noAutofit/>
          </a:bodyPr>
          <a:lstStyle>
            <a:defPPr>
              <a:defRPr sz="1050" b="0">
                <a:solidFill>
                  <a:srgbClr val="506778"/>
                </a:solidFill>
                <a:latin typeface="DejaVu Sans"/>
                <a:ea typeface="DejaVu Sans"/>
                <a:cs typeface="DejaVu Sans"/>
              </a:defRPr>
            </a:defPPr>
            <a:lvl1pPr>
              <a:defRPr sz="1050" b="0">
                <a:solidFill>
                  <a:srgbClr val="506778"/>
                </a:solidFill>
                <a:latin typeface="DejaVu Sans"/>
                <a:ea typeface="DejaVu Sans"/>
                <a:cs typeface="DejaVu Sans"/>
              </a:defRPr>
            </a:lvl1pPr>
            <a:lvl2pPr>
              <a:defRPr sz="1050" b="0">
                <a:solidFill>
                  <a:srgbClr val="506778"/>
                </a:solidFill>
                <a:latin typeface="DejaVu Sans"/>
                <a:ea typeface="DejaVu Sans"/>
                <a:cs typeface="DejaVu Sans"/>
              </a:defRPr>
            </a:lvl2pPr>
            <a:lvl3pPr>
              <a:defRPr sz="1050" b="0">
                <a:solidFill>
                  <a:srgbClr val="506778"/>
                </a:solidFill>
                <a:latin typeface="DejaVu Sans"/>
                <a:ea typeface="DejaVu Sans"/>
                <a:cs typeface="DejaVu Sans"/>
              </a:defRPr>
            </a:lvl3pPr>
            <a:lvl4pPr>
              <a:defRPr sz="1050" b="0">
                <a:solidFill>
                  <a:srgbClr val="506778"/>
                </a:solidFill>
                <a:latin typeface="DejaVu Sans"/>
                <a:ea typeface="DejaVu Sans"/>
                <a:cs typeface="DejaVu Sans"/>
              </a:defRPr>
            </a:lvl4pPr>
            <a:lvl5pPr>
              <a:defRPr sz="1050" b="0">
                <a:solidFill>
                  <a:srgbClr val="506778"/>
                </a:solidFill>
                <a:latin typeface="DejaVu Sans"/>
                <a:ea typeface="DejaVu Sans"/>
                <a:cs typeface="DejaVu Sans"/>
              </a:defRPr>
            </a:lvl5pPr>
            <a:lvl6pPr>
              <a:defRPr sz="1050" b="0">
                <a:solidFill>
                  <a:srgbClr val="506778"/>
                </a:solidFill>
                <a:latin typeface="DejaVu Sans"/>
                <a:ea typeface="DejaVu Sans"/>
                <a:cs typeface="DejaVu Sans"/>
              </a:defRPr>
            </a:lvl6pPr>
            <a:lvl7pPr>
              <a:defRPr sz="1050" b="0">
                <a:solidFill>
                  <a:srgbClr val="506778"/>
                </a:solidFill>
                <a:latin typeface="DejaVu Sans"/>
                <a:ea typeface="DejaVu Sans"/>
                <a:cs typeface="DejaVu Sans"/>
              </a:defRPr>
            </a:lvl7pPr>
            <a:lvl8pPr>
              <a:defRPr sz="1050" b="0">
                <a:solidFill>
                  <a:srgbClr val="506778"/>
                </a:solidFill>
                <a:latin typeface="DejaVu Sans"/>
                <a:ea typeface="DejaVu Sans"/>
                <a:cs typeface="DejaVu Sans"/>
              </a:defRPr>
            </a:lvl8pPr>
            <a:lvl9pPr>
              <a:defRPr sz="1050" b="0">
                <a:solidFill>
                  <a:srgbClr val="506778"/>
                </a:solidFill>
                <a:latin typeface="DejaVu Sans"/>
                <a:ea typeface="DejaVu Sans"/>
                <a:cs typeface="DejaVu Sans"/>
              </a:defRPr>
            </a:lvl9pPr>
          </a:lstStyle>
          <a:p>
            <a:pPr>
              <a:defRPr sz="1050" b="0">
                <a:solidFill>
                  <a:srgbClr val="506778"/>
                </a:solidFill>
                <a:latin typeface="DejaVu Sans"/>
                <a:ea typeface="DejaVu Sans"/>
                <a:cs typeface="DejaVu Sans"/>
              </a:defRPr>
            </a:pPr>
            <a:r>
              <a:rPr sz="1050" b="0">
                <a:solidFill>
                  <a:srgbClr val="506778"/>
                </a:solidFill>
                <a:latin typeface="DejaVu Sans"/>
                <a:ea typeface="DejaVu Sans"/>
                <a:cs typeface="DejaVu Sans"/>
              </a:rPr>
              <a:t>Sumber: E-book Bab 3 (PDF hlm. 4–7)</a:t>
            </a:r>
          </a:p>
        </p:txBody>
      </p:sp>
      <p:sp>
        <p:nvSpPr>
          <p:cNvPr id="4" name="text-3">
            <a:extLst>
              <a:ext uri="{FF2B5EF4-FFF2-40B4-BE49-F238E27FC236}">
                <a16:creationId xmlns:a16="http://schemas.microsoft.com/office/drawing/2014/main" id="{D7D1A09D-EA8E-4915-82AD-B2C4274243CB}"/>
              </a:ext>
            </a:extLst>
          </p:cNvPr>
          <p:cNvSpPr>
            <a:spLocks noGrp="1"/>
          </p:cNvSpPr>
          <p:nvPr/>
        </p:nvSpPr>
        <p:spPr>
          <a:xfrm>
            <a:off x="11106150" y="6372225"/>
            <a:ext cx="476250" cy="285750"/>
          </a:xfrm>
          <a:prstGeom prst="rect">
            <a:avLst/>
          </a:prstGeom>
          <a:noFill/>
          <a:ln w="0">
            <a:noFill/>
            <a:prstDash val="solid"/>
          </a:ln>
        </p:spPr>
        <p:txBody>
          <a:bodyPr lIns="0" tIns="0" rIns="0" bIns="0" anchor="t">
            <a:noAutofit/>
          </a:bodyPr>
          <a:lstStyle>
            <a:defPPr>
              <a:defRPr sz="1425" b="1">
                <a:solidFill>
                  <a:srgbClr val="007D85"/>
                </a:solidFill>
                <a:latin typeface="DejaVu Sans"/>
                <a:ea typeface="DejaVu Sans"/>
                <a:cs typeface="DejaVu Sans"/>
              </a:defRPr>
            </a:defPPr>
            <a:lvl1pPr>
              <a:defRPr sz="1425" b="1">
                <a:solidFill>
                  <a:srgbClr val="007D85"/>
                </a:solidFill>
                <a:latin typeface="DejaVu Sans"/>
                <a:ea typeface="DejaVu Sans"/>
                <a:cs typeface="DejaVu Sans"/>
              </a:defRPr>
            </a:lvl1pPr>
            <a:lvl2pPr>
              <a:defRPr sz="1425" b="1">
                <a:solidFill>
                  <a:srgbClr val="007D85"/>
                </a:solidFill>
                <a:latin typeface="DejaVu Sans"/>
                <a:ea typeface="DejaVu Sans"/>
                <a:cs typeface="DejaVu Sans"/>
              </a:defRPr>
            </a:lvl2pPr>
            <a:lvl3pPr>
              <a:defRPr sz="1425" b="1">
                <a:solidFill>
                  <a:srgbClr val="007D85"/>
                </a:solidFill>
                <a:latin typeface="DejaVu Sans"/>
                <a:ea typeface="DejaVu Sans"/>
                <a:cs typeface="DejaVu Sans"/>
              </a:defRPr>
            </a:lvl3pPr>
            <a:lvl4pPr>
              <a:defRPr sz="1425" b="1">
                <a:solidFill>
                  <a:srgbClr val="007D85"/>
                </a:solidFill>
                <a:latin typeface="DejaVu Sans"/>
                <a:ea typeface="DejaVu Sans"/>
                <a:cs typeface="DejaVu Sans"/>
              </a:defRPr>
            </a:lvl4pPr>
            <a:lvl5pPr>
              <a:defRPr sz="1425" b="1">
                <a:solidFill>
                  <a:srgbClr val="007D85"/>
                </a:solidFill>
                <a:latin typeface="DejaVu Sans"/>
                <a:ea typeface="DejaVu Sans"/>
                <a:cs typeface="DejaVu Sans"/>
              </a:defRPr>
            </a:lvl5pPr>
            <a:lvl6pPr>
              <a:defRPr sz="1425" b="1">
                <a:solidFill>
                  <a:srgbClr val="007D85"/>
                </a:solidFill>
                <a:latin typeface="DejaVu Sans"/>
                <a:ea typeface="DejaVu Sans"/>
                <a:cs typeface="DejaVu Sans"/>
              </a:defRPr>
            </a:lvl6pPr>
            <a:lvl7pPr>
              <a:defRPr sz="1425" b="1">
                <a:solidFill>
                  <a:srgbClr val="007D85"/>
                </a:solidFill>
                <a:latin typeface="DejaVu Sans"/>
                <a:ea typeface="DejaVu Sans"/>
                <a:cs typeface="DejaVu Sans"/>
              </a:defRPr>
            </a:lvl7pPr>
            <a:lvl8pPr>
              <a:defRPr sz="1425" b="1">
                <a:solidFill>
                  <a:srgbClr val="007D85"/>
                </a:solidFill>
                <a:latin typeface="DejaVu Sans"/>
                <a:ea typeface="DejaVu Sans"/>
                <a:cs typeface="DejaVu Sans"/>
              </a:defRPr>
            </a:lvl8pPr>
            <a:lvl9pPr>
              <a:defRPr sz="1425" b="1">
                <a:solidFill>
                  <a:srgbClr val="007D85"/>
                </a:solidFill>
                <a:latin typeface="DejaVu Sans"/>
                <a:ea typeface="DejaVu Sans"/>
                <a:cs typeface="DejaVu Sans"/>
              </a:defRPr>
            </a:lvl9pPr>
          </a:lstStyle>
          <a:p>
            <a:pPr>
              <a:defRPr sz="1425" b="1">
                <a:solidFill>
                  <a:srgbClr val="007D85"/>
                </a:solidFill>
                <a:latin typeface="DejaVu Sans"/>
                <a:ea typeface="DejaVu Sans"/>
                <a:cs typeface="DejaVu Sans"/>
              </a:defRPr>
            </a:pPr>
            <a:r>
              <a:rPr sz="1425" b="1">
                <a:solidFill>
                  <a:srgbClr val="007D85"/>
                </a:solidFill>
                <a:latin typeface="DejaVu Sans"/>
                <a:ea typeface="DejaVu Sans"/>
                <a:cs typeface="DejaVu Sans"/>
              </a:rPr>
              <a:t>16</a:t>
            </a:r>
          </a:p>
        </p:txBody>
      </p:sp>
      <p:sp>
        <p:nvSpPr>
          <p:cNvPr id="5" name="text-4">
            <a:extLst>
              <a:ext uri="{FF2B5EF4-FFF2-40B4-BE49-F238E27FC236}">
                <a16:creationId xmlns:a16="http://schemas.microsoft.com/office/drawing/2014/main" id="{FCA70E33-421D-4EDE-9025-A3B7905381FB}"/>
              </a:ext>
            </a:extLst>
          </p:cNvPr>
          <p:cNvSpPr>
            <a:spLocks noGrp="1"/>
          </p:cNvSpPr>
          <p:nvPr/>
        </p:nvSpPr>
        <p:spPr>
          <a:xfrm>
            <a:off x="609600" y="195262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User Interface</a:t>
            </a:r>
          </a:p>
        </p:txBody>
      </p:sp>
      <p:sp>
        <p:nvSpPr>
          <p:cNvPr id="6" name="text-5">
            <a:extLst>
              <a:ext uri="{FF2B5EF4-FFF2-40B4-BE49-F238E27FC236}">
                <a16:creationId xmlns:a16="http://schemas.microsoft.com/office/drawing/2014/main" id="{9C2B6424-5E76-4F56-AD5C-ED19CCD4B954}"/>
              </a:ext>
            </a:extLst>
          </p:cNvPr>
          <p:cNvSpPr>
            <a:spLocks noGrp="1"/>
          </p:cNvSpPr>
          <p:nvPr/>
        </p:nvSpPr>
        <p:spPr>
          <a:xfrm>
            <a:off x="3714750" y="195262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Elemen visual yang dilihat serta digunakan untuk berinteraksi dengan aplikasi.</a:t>
            </a:r>
          </a:p>
        </p:txBody>
      </p:sp>
      <p:sp>
        <p:nvSpPr>
          <p:cNvPr id="7" name="text-6">
            <a:extLst>
              <a:ext uri="{FF2B5EF4-FFF2-40B4-BE49-F238E27FC236}">
                <a16:creationId xmlns:a16="http://schemas.microsoft.com/office/drawing/2014/main" id="{48E06065-14D7-453A-8468-36670CF7EC5C}"/>
              </a:ext>
            </a:extLst>
          </p:cNvPr>
          <p:cNvSpPr>
            <a:spLocks noGrp="1"/>
          </p:cNvSpPr>
          <p:nvPr/>
        </p:nvSpPr>
        <p:spPr>
          <a:xfrm>
            <a:off x="609600" y="300037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User Experience</a:t>
            </a:r>
          </a:p>
        </p:txBody>
      </p:sp>
      <p:sp>
        <p:nvSpPr>
          <p:cNvPr id="8" name="text-7">
            <a:extLst>
              <a:ext uri="{FF2B5EF4-FFF2-40B4-BE49-F238E27FC236}">
                <a16:creationId xmlns:a16="http://schemas.microsoft.com/office/drawing/2014/main" id="{753DEDD3-2AAB-4DC9-9A06-A995B171741C}"/>
              </a:ext>
            </a:extLst>
          </p:cNvPr>
          <p:cNvSpPr>
            <a:spLocks noGrp="1"/>
          </p:cNvSpPr>
          <p:nvPr/>
        </p:nvSpPr>
        <p:spPr>
          <a:xfrm>
            <a:off x="3714750" y="300037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Pengalaman pengguna ketika menyelesaikan kegiatan melalui aplikasi.</a:t>
            </a:r>
          </a:p>
        </p:txBody>
      </p:sp>
      <p:sp>
        <p:nvSpPr>
          <p:cNvPr id="9" name="text-8">
            <a:extLst>
              <a:ext uri="{FF2B5EF4-FFF2-40B4-BE49-F238E27FC236}">
                <a16:creationId xmlns:a16="http://schemas.microsoft.com/office/drawing/2014/main" id="{5886EFE6-1205-4CC6-B113-D36E0759678D}"/>
              </a:ext>
            </a:extLst>
          </p:cNvPr>
          <p:cNvSpPr>
            <a:spLocks noGrp="1"/>
          </p:cNvSpPr>
          <p:nvPr/>
        </p:nvSpPr>
        <p:spPr>
          <a:xfrm>
            <a:off x="609600" y="404812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View</a:t>
            </a:r>
          </a:p>
        </p:txBody>
      </p:sp>
      <p:sp>
        <p:nvSpPr>
          <p:cNvPr id="10" name="text-9">
            <a:extLst>
              <a:ext uri="{FF2B5EF4-FFF2-40B4-BE49-F238E27FC236}">
                <a16:creationId xmlns:a16="http://schemas.microsoft.com/office/drawing/2014/main" id="{00E987E4-A692-4CE8-B573-CD92D8FDFAC5}"/>
              </a:ext>
            </a:extLst>
          </p:cNvPr>
          <p:cNvSpPr>
            <a:spLocks noGrp="1"/>
          </p:cNvSpPr>
          <p:nvPr/>
        </p:nvSpPr>
        <p:spPr>
          <a:xfrm>
            <a:off x="3714750" y="404812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Elemen seperti TextView, EditText, Button, ImageView, dan CheckBox.</a:t>
            </a:r>
          </a:p>
        </p:txBody>
      </p:sp>
      <p:sp>
        <p:nvSpPr>
          <p:cNvPr id="11" name="text-10">
            <a:extLst>
              <a:ext uri="{FF2B5EF4-FFF2-40B4-BE49-F238E27FC236}">
                <a16:creationId xmlns:a16="http://schemas.microsoft.com/office/drawing/2014/main" id="{927F4728-95D2-445C-AF0F-1C310CAFFFCD}"/>
              </a:ext>
            </a:extLst>
          </p:cNvPr>
          <p:cNvSpPr>
            <a:spLocks noGrp="1"/>
          </p:cNvSpPr>
          <p:nvPr/>
        </p:nvSpPr>
        <p:spPr>
          <a:xfrm>
            <a:off x="609600" y="509587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ViewGroup</a:t>
            </a:r>
          </a:p>
        </p:txBody>
      </p:sp>
      <p:sp>
        <p:nvSpPr>
          <p:cNvPr id="12" name="text-11">
            <a:extLst>
              <a:ext uri="{FF2B5EF4-FFF2-40B4-BE49-F238E27FC236}">
                <a16:creationId xmlns:a16="http://schemas.microsoft.com/office/drawing/2014/main" id="{9AFAC8A2-8F76-4383-A864-2DFD0FC5A755}"/>
              </a:ext>
            </a:extLst>
          </p:cNvPr>
          <p:cNvSpPr>
            <a:spLocks noGrp="1"/>
          </p:cNvSpPr>
          <p:nvPr/>
        </p:nvSpPr>
        <p:spPr>
          <a:xfrm>
            <a:off x="3714750" y="509587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Wadah yang mengatur penempatan View, misalnya LinearLayout atau ConstraintLayout.</a:t>
            </a:r>
          </a:p>
        </p:txBody>
      </p:sp>
    </p:spTree>
    <p:extLst>
      <p:ext uri="{BB962C8B-B14F-4D97-AF65-F5344CB8AC3E}">
        <p14:creationId xmlns:p14="http://schemas.microsoft.com/office/powerpoint/2010/main" val="18865235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9FA"/>
        </a:solidFill>
        <a:effectLst/>
      </p:bgPr>
    </p:bg>
    <p:spTree>
      <p:nvGrpSpPr>
        <p:cNvPr id="1" name=""/>
        <p:cNvGrpSpPr/>
        <p:nvPr/>
      </p:nvGrpSpPr>
      <p:grpSpPr>
        <a:xfrm>
          <a:off x="0" y="0"/>
          <a:ext cx="0" cy="0"/>
          <a:chOff x="0" y="0"/>
          <a:chExt cx="0" cy="0"/>
        </a:xfrm>
      </p:grpSpPr>
      <p:sp>
        <p:nvSpPr>
          <p:cNvPr id="6" name="text-0">
            <a:extLst>
              <a:ext uri="{FF2B5EF4-FFF2-40B4-BE49-F238E27FC236}">
                <a16:creationId xmlns:a16="http://schemas.microsoft.com/office/drawing/2014/main" id="{2457DEB6-EF4E-4BAD-A62B-A43562043ED2}"/>
              </a:ext>
            </a:extLst>
          </p:cNvPr>
          <p:cNvSpPr>
            <a:spLocks noGrp="1"/>
          </p:cNvSpPr>
          <p:nvPr/>
        </p:nvSpPr>
        <p:spPr>
          <a:xfrm>
            <a:off x="609600" y="381000"/>
            <a:ext cx="10953750" cy="266700"/>
          </a:xfrm>
          <a:prstGeom prst="rect">
            <a:avLst/>
          </a:prstGeom>
          <a:noFill/>
          <a:ln w="0">
            <a:noFill/>
            <a:prstDash val="solid"/>
          </a:ln>
        </p:spPr>
        <p:txBody>
          <a:bodyPr lIns="0" tIns="0" rIns="0" bIns="0" anchor="t">
            <a:noAutofit/>
          </a:bodyPr>
          <a:lstStyle>
            <a:defPPr>
              <a:defRPr sz="1350" b="1">
                <a:solidFill>
                  <a:srgbClr val="007D85"/>
                </a:solidFill>
                <a:latin typeface="DejaVu Sans"/>
                <a:ea typeface="DejaVu Sans"/>
                <a:cs typeface="DejaVu Sans"/>
              </a:defRPr>
            </a:defPPr>
            <a:lvl1pPr>
              <a:defRPr sz="1350" b="1">
                <a:solidFill>
                  <a:srgbClr val="007D85"/>
                </a:solidFill>
                <a:latin typeface="DejaVu Sans"/>
                <a:ea typeface="DejaVu Sans"/>
                <a:cs typeface="DejaVu Sans"/>
              </a:defRPr>
            </a:lvl1pPr>
            <a:lvl2pPr>
              <a:defRPr sz="1350" b="1">
                <a:solidFill>
                  <a:srgbClr val="007D85"/>
                </a:solidFill>
                <a:latin typeface="DejaVu Sans"/>
                <a:ea typeface="DejaVu Sans"/>
                <a:cs typeface="DejaVu Sans"/>
              </a:defRPr>
            </a:lvl2pPr>
            <a:lvl3pPr>
              <a:defRPr sz="1350" b="1">
                <a:solidFill>
                  <a:srgbClr val="007D85"/>
                </a:solidFill>
                <a:latin typeface="DejaVu Sans"/>
                <a:ea typeface="DejaVu Sans"/>
                <a:cs typeface="DejaVu Sans"/>
              </a:defRPr>
            </a:lvl3pPr>
            <a:lvl4pPr>
              <a:defRPr sz="1350" b="1">
                <a:solidFill>
                  <a:srgbClr val="007D85"/>
                </a:solidFill>
                <a:latin typeface="DejaVu Sans"/>
                <a:ea typeface="DejaVu Sans"/>
                <a:cs typeface="DejaVu Sans"/>
              </a:defRPr>
            </a:lvl4pPr>
            <a:lvl5pPr>
              <a:defRPr sz="1350" b="1">
                <a:solidFill>
                  <a:srgbClr val="007D85"/>
                </a:solidFill>
                <a:latin typeface="DejaVu Sans"/>
                <a:ea typeface="DejaVu Sans"/>
                <a:cs typeface="DejaVu Sans"/>
              </a:defRPr>
            </a:lvl5pPr>
            <a:lvl6pPr>
              <a:defRPr sz="1350" b="1">
                <a:solidFill>
                  <a:srgbClr val="007D85"/>
                </a:solidFill>
                <a:latin typeface="DejaVu Sans"/>
                <a:ea typeface="DejaVu Sans"/>
                <a:cs typeface="DejaVu Sans"/>
              </a:defRPr>
            </a:lvl6pPr>
            <a:lvl7pPr>
              <a:defRPr sz="1350" b="1">
                <a:solidFill>
                  <a:srgbClr val="007D85"/>
                </a:solidFill>
                <a:latin typeface="DejaVu Sans"/>
                <a:ea typeface="DejaVu Sans"/>
                <a:cs typeface="DejaVu Sans"/>
              </a:defRPr>
            </a:lvl7pPr>
            <a:lvl8pPr>
              <a:defRPr sz="1350" b="1">
                <a:solidFill>
                  <a:srgbClr val="007D85"/>
                </a:solidFill>
                <a:latin typeface="DejaVu Sans"/>
                <a:ea typeface="DejaVu Sans"/>
                <a:cs typeface="DejaVu Sans"/>
              </a:defRPr>
            </a:lvl8pPr>
            <a:lvl9pPr>
              <a:defRPr sz="1350" b="1">
                <a:solidFill>
                  <a:srgbClr val="007D85"/>
                </a:solidFill>
                <a:latin typeface="DejaVu Sans"/>
                <a:ea typeface="DejaVu Sans"/>
                <a:cs typeface="DejaVu Sans"/>
              </a:defRPr>
            </a:lvl9pPr>
          </a:lstStyle>
          <a:p>
            <a:pPr>
              <a:defRPr sz="1350" b="1">
                <a:solidFill>
                  <a:srgbClr val="007D85"/>
                </a:solidFill>
                <a:latin typeface="DejaVu Sans"/>
                <a:ea typeface="DejaVu Sans"/>
                <a:cs typeface="DejaVu Sans"/>
              </a:defRPr>
            </a:pPr>
            <a:r>
              <a:rPr sz="1350" b="1">
                <a:solidFill>
                  <a:srgbClr val="007D85"/>
                </a:solidFill>
                <a:latin typeface="DejaVu Sans"/>
                <a:ea typeface="DejaVu Sans"/>
                <a:cs typeface="DejaVu Sans"/>
              </a:rPr>
              <a:t>BAB 3  UI/UX</a:t>
            </a:r>
          </a:p>
        </p:txBody>
      </p:sp>
      <p:sp>
        <p:nvSpPr>
          <p:cNvPr id="2" name="text-1">
            <a:extLst>
              <a:ext uri="{FF2B5EF4-FFF2-40B4-BE49-F238E27FC236}">
                <a16:creationId xmlns:a16="http://schemas.microsoft.com/office/drawing/2014/main" id="{EE91B2EA-22F1-4E45-8BD3-FDE23B1AA419}"/>
              </a:ext>
            </a:extLst>
          </p:cNvPr>
          <p:cNvSpPr>
            <a:spLocks noGrp="1"/>
          </p:cNvSpPr>
          <p:nvPr/>
        </p:nvSpPr>
        <p:spPr>
          <a:xfrm>
            <a:off x="609600" y="866775"/>
            <a:ext cx="10953750" cy="895350"/>
          </a:xfrm>
          <a:prstGeom prst="rect">
            <a:avLst/>
          </a:prstGeom>
          <a:noFill/>
          <a:ln w="0">
            <a:noFill/>
            <a:prstDash val="solid"/>
          </a:ln>
        </p:spPr>
        <p:txBody>
          <a:bodyPr lIns="0" tIns="0" rIns="0" bIns="0" anchor="t">
            <a:noAutofit/>
          </a:bodyPr>
          <a:lstStyle>
            <a:defPPr>
              <a:defRPr sz="3150" b="1">
                <a:solidFill>
                  <a:srgbClr val="10283F"/>
                </a:solidFill>
                <a:latin typeface="DejaVu Sans"/>
                <a:ea typeface="DejaVu Sans"/>
                <a:cs typeface="DejaVu Sans"/>
              </a:defRPr>
            </a:defPPr>
            <a:lvl1pPr>
              <a:defRPr sz="3150" b="1">
                <a:solidFill>
                  <a:srgbClr val="10283F"/>
                </a:solidFill>
                <a:latin typeface="DejaVu Sans"/>
                <a:ea typeface="DejaVu Sans"/>
                <a:cs typeface="DejaVu Sans"/>
              </a:defRPr>
            </a:lvl1pPr>
            <a:lvl2pPr>
              <a:defRPr sz="3150" b="1">
                <a:solidFill>
                  <a:srgbClr val="10283F"/>
                </a:solidFill>
                <a:latin typeface="DejaVu Sans"/>
                <a:ea typeface="DejaVu Sans"/>
                <a:cs typeface="DejaVu Sans"/>
              </a:defRPr>
            </a:lvl2pPr>
            <a:lvl3pPr>
              <a:defRPr sz="3150" b="1">
                <a:solidFill>
                  <a:srgbClr val="10283F"/>
                </a:solidFill>
                <a:latin typeface="DejaVu Sans"/>
                <a:ea typeface="DejaVu Sans"/>
                <a:cs typeface="DejaVu Sans"/>
              </a:defRPr>
            </a:lvl3pPr>
            <a:lvl4pPr>
              <a:defRPr sz="3150" b="1">
                <a:solidFill>
                  <a:srgbClr val="10283F"/>
                </a:solidFill>
                <a:latin typeface="DejaVu Sans"/>
                <a:ea typeface="DejaVu Sans"/>
                <a:cs typeface="DejaVu Sans"/>
              </a:defRPr>
            </a:lvl4pPr>
            <a:lvl5pPr>
              <a:defRPr sz="3150" b="1">
                <a:solidFill>
                  <a:srgbClr val="10283F"/>
                </a:solidFill>
                <a:latin typeface="DejaVu Sans"/>
                <a:ea typeface="DejaVu Sans"/>
                <a:cs typeface="DejaVu Sans"/>
              </a:defRPr>
            </a:lvl5pPr>
            <a:lvl6pPr>
              <a:defRPr sz="3150" b="1">
                <a:solidFill>
                  <a:srgbClr val="10283F"/>
                </a:solidFill>
                <a:latin typeface="DejaVu Sans"/>
                <a:ea typeface="DejaVu Sans"/>
                <a:cs typeface="DejaVu Sans"/>
              </a:defRPr>
            </a:lvl6pPr>
            <a:lvl7pPr>
              <a:defRPr sz="3150" b="1">
                <a:solidFill>
                  <a:srgbClr val="10283F"/>
                </a:solidFill>
                <a:latin typeface="DejaVu Sans"/>
                <a:ea typeface="DejaVu Sans"/>
                <a:cs typeface="DejaVu Sans"/>
              </a:defRPr>
            </a:lvl7pPr>
            <a:lvl8pPr>
              <a:defRPr sz="3150" b="1">
                <a:solidFill>
                  <a:srgbClr val="10283F"/>
                </a:solidFill>
                <a:latin typeface="DejaVu Sans"/>
                <a:ea typeface="DejaVu Sans"/>
                <a:cs typeface="DejaVu Sans"/>
              </a:defRPr>
            </a:lvl8pPr>
            <a:lvl9pPr>
              <a:defRPr sz="3150" b="1">
                <a:solidFill>
                  <a:srgbClr val="10283F"/>
                </a:solidFill>
                <a:latin typeface="DejaVu Sans"/>
                <a:ea typeface="DejaVu Sans"/>
                <a:cs typeface="DejaVu Sans"/>
              </a:defRPr>
            </a:lvl9pPr>
          </a:lstStyle>
          <a:p>
            <a:pPr>
              <a:defRPr sz="3150" b="1">
                <a:solidFill>
                  <a:srgbClr val="10283F"/>
                </a:solidFill>
                <a:latin typeface="DejaVu Sans"/>
                <a:ea typeface="DejaVu Sans"/>
                <a:cs typeface="DejaVu Sans"/>
              </a:defRPr>
            </a:pPr>
            <a:r>
              <a:rPr sz="3150" b="1">
                <a:solidFill>
                  <a:srgbClr val="10283F"/>
                </a:solidFill>
                <a:latin typeface="DejaVu Sans"/>
                <a:ea typeface="DejaVu Sans"/>
                <a:cs typeface="DejaVu Sans"/>
              </a:rPr>
              <a:t>Layout, style, theme, dan bahasa</a:t>
            </a:r>
          </a:p>
        </p:txBody>
      </p:sp>
      <p:sp>
        <p:nvSpPr>
          <p:cNvPr id="3" name="text-2">
            <a:extLst>
              <a:ext uri="{FF2B5EF4-FFF2-40B4-BE49-F238E27FC236}">
                <a16:creationId xmlns:a16="http://schemas.microsoft.com/office/drawing/2014/main" id="{D09156CB-F2C8-488B-A967-6B0B0526703B}"/>
              </a:ext>
            </a:extLst>
          </p:cNvPr>
          <p:cNvSpPr>
            <a:spLocks noGrp="1"/>
          </p:cNvSpPr>
          <p:nvPr/>
        </p:nvSpPr>
        <p:spPr>
          <a:xfrm>
            <a:off x="609600" y="6410325"/>
            <a:ext cx="10096500" cy="238125"/>
          </a:xfrm>
          <a:prstGeom prst="rect">
            <a:avLst/>
          </a:prstGeom>
          <a:noFill/>
          <a:ln w="0">
            <a:noFill/>
            <a:prstDash val="solid"/>
          </a:ln>
        </p:spPr>
        <p:txBody>
          <a:bodyPr lIns="0" tIns="0" rIns="0" bIns="0" anchor="t">
            <a:noAutofit/>
          </a:bodyPr>
          <a:lstStyle>
            <a:defPPr>
              <a:defRPr sz="1050" b="0">
                <a:solidFill>
                  <a:srgbClr val="506778"/>
                </a:solidFill>
                <a:latin typeface="DejaVu Sans"/>
                <a:ea typeface="DejaVu Sans"/>
                <a:cs typeface="DejaVu Sans"/>
              </a:defRPr>
            </a:defPPr>
            <a:lvl1pPr>
              <a:defRPr sz="1050" b="0">
                <a:solidFill>
                  <a:srgbClr val="506778"/>
                </a:solidFill>
                <a:latin typeface="DejaVu Sans"/>
                <a:ea typeface="DejaVu Sans"/>
                <a:cs typeface="DejaVu Sans"/>
              </a:defRPr>
            </a:lvl1pPr>
            <a:lvl2pPr>
              <a:defRPr sz="1050" b="0">
                <a:solidFill>
                  <a:srgbClr val="506778"/>
                </a:solidFill>
                <a:latin typeface="DejaVu Sans"/>
                <a:ea typeface="DejaVu Sans"/>
                <a:cs typeface="DejaVu Sans"/>
              </a:defRPr>
            </a:lvl2pPr>
            <a:lvl3pPr>
              <a:defRPr sz="1050" b="0">
                <a:solidFill>
                  <a:srgbClr val="506778"/>
                </a:solidFill>
                <a:latin typeface="DejaVu Sans"/>
                <a:ea typeface="DejaVu Sans"/>
                <a:cs typeface="DejaVu Sans"/>
              </a:defRPr>
            </a:lvl3pPr>
            <a:lvl4pPr>
              <a:defRPr sz="1050" b="0">
                <a:solidFill>
                  <a:srgbClr val="506778"/>
                </a:solidFill>
                <a:latin typeface="DejaVu Sans"/>
                <a:ea typeface="DejaVu Sans"/>
                <a:cs typeface="DejaVu Sans"/>
              </a:defRPr>
            </a:lvl4pPr>
            <a:lvl5pPr>
              <a:defRPr sz="1050" b="0">
                <a:solidFill>
                  <a:srgbClr val="506778"/>
                </a:solidFill>
                <a:latin typeface="DejaVu Sans"/>
                <a:ea typeface="DejaVu Sans"/>
                <a:cs typeface="DejaVu Sans"/>
              </a:defRPr>
            </a:lvl5pPr>
            <a:lvl6pPr>
              <a:defRPr sz="1050" b="0">
                <a:solidFill>
                  <a:srgbClr val="506778"/>
                </a:solidFill>
                <a:latin typeface="DejaVu Sans"/>
                <a:ea typeface="DejaVu Sans"/>
                <a:cs typeface="DejaVu Sans"/>
              </a:defRPr>
            </a:lvl6pPr>
            <a:lvl7pPr>
              <a:defRPr sz="1050" b="0">
                <a:solidFill>
                  <a:srgbClr val="506778"/>
                </a:solidFill>
                <a:latin typeface="DejaVu Sans"/>
                <a:ea typeface="DejaVu Sans"/>
                <a:cs typeface="DejaVu Sans"/>
              </a:defRPr>
            </a:lvl7pPr>
            <a:lvl8pPr>
              <a:defRPr sz="1050" b="0">
                <a:solidFill>
                  <a:srgbClr val="506778"/>
                </a:solidFill>
                <a:latin typeface="DejaVu Sans"/>
                <a:ea typeface="DejaVu Sans"/>
                <a:cs typeface="DejaVu Sans"/>
              </a:defRPr>
            </a:lvl8pPr>
            <a:lvl9pPr>
              <a:defRPr sz="1050" b="0">
                <a:solidFill>
                  <a:srgbClr val="506778"/>
                </a:solidFill>
                <a:latin typeface="DejaVu Sans"/>
                <a:ea typeface="DejaVu Sans"/>
                <a:cs typeface="DejaVu Sans"/>
              </a:defRPr>
            </a:lvl9pPr>
          </a:lstStyle>
          <a:p>
            <a:pPr>
              <a:defRPr sz="1050" b="0">
                <a:solidFill>
                  <a:srgbClr val="506778"/>
                </a:solidFill>
                <a:latin typeface="DejaVu Sans"/>
                <a:ea typeface="DejaVu Sans"/>
                <a:cs typeface="DejaVu Sans"/>
              </a:defRPr>
            </a:pPr>
            <a:r>
              <a:rPr sz="1050" b="0">
                <a:solidFill>
                  <a:srgbClr val="506778"/>
                </a:solidFill>
                <a:latin typeface="DejaVu Sans"/>
                <a:ea typeface="DejaVu Sans"/>
                <a:cs typeface="DejaVu Sans"/>
              </a:rPr>
              <a:t>Sumber: E-book Bab 3 (PDF hlm. 5–8)</a:t>
            </a:r>
          </a:p>
        </p:txBody>
      </p:sp>
      <p:sp>
        <p:nvSpPr>
          <p:cNvPr id="4" name="text-3">
            <a:extLst>
              <a:ext uri="{FF2B5EF4-FFF2-40B4-BE49-F238E27FC236}">
                <a16:creationId xmlns:a16="http://schemas.microsoft.com/office/drawing/2014/main" id="{8AC2605C-EB85-4C6A-8FC9-7CA7A6F9BC57}"/>
              </a:ext>
            </a:extLst>
          </p:cNvPr>
          <p:cNvSpPr>
            <a:spLocks noGrp="1"/>
          </p:cNvSpPr>
          <p:nvPr/>
        </p:nvSpPr>
        <p:spPr>
          <a:xfrm>
            <a:off x="11106150" y="6372225"/>
            <a:ext cx="476250" cy="285750"/>
          </a:xfrm>
          <a:prstGeom prst="rect">
            <a:avLst/>
          </a:prstGeom>
          <a:noFill/>
          <a:ln w="0">
            <a:noFill/>
            <a:prstDash val="solid"/>
          </a:ln>
        </p:spPr>
        <p:txBody>
          <a:bodyPr lIns="0" tIns="0" rIns="0" bIns="0" anchor="t">
            <a:noAutofit/>
          </a:bodyPr>
          <a:lstStyle>
            <a:defPPr>
              <a:defRPr sz="1425" b="1">
                <a:solidFill>
                  <a:srgbClr val="007D85"/>
                </a:solidFill>
                <a:latin typeface="DejaVu Sans"/>
                <a:ea typeface="DejaVu Sans"/>
                <a:cs typeface="DejaVu Sans"/>
              </a:defRPr>
            </a:defPPr>
            <a:lvl1pPr>
              <a:defRPr sz="1425" b="1">
                <a:solidFill>
                  <a:srgbClr val="007D85"/>
                </a:solidFill>
                <a:latin typeface="DejaVu Sans"/>
                <a:ea typeface="DejaVu Sans"/>
                <a:cs typeface="DejaVu Sans"/>
              </a:defRPr>
            </a:lvl1pPr>
            <a:lvl2pPr>
              <a:defRPr sz="1425" b="1">
                <a:solidFill>
                  <a:srgbClr val="007D85"/>
                </a:solidFill>
                <a:latin typeface="DejaVu Sans"/>
                <a:ea typeface="DejaVu Sans"/>
                <a:cs typeface="DejaVu Sans"/>
              </a:defRPr>
            </a:lvl2pPr>
            <a:lvl3pPr>
              <a:defRPr sz="1425" b="1">
                <a:solidFill>
                  <a:srgbClr val="007D85"/>
                </a:solidFill>
                <a:latin typeface="DejaVu Sans"/>
                <a:ea typeface="DejaVu Sans"/>
                <a:cs typeface="DejaVu Sans"/>
              </a:defRPr>
            </a:lvl3pPr>
            <a:lvl4pPr>
              <a:defRPr sz="1425" b="1">
                <a:solidFill>
                  <a:srgbClr val="007D85"/>
                </a:solidFill>
                <a:latin typeface="DejaVu Sans"/>
                <a:ea typeface="DejaVu Sans"/>
                <a:cs typeface="DejaVu Sans"/>
              </a:defRPr>
            </a:lvl4pPr>
            <a:lvl5pPr>
              <a:defRPr sz="1425" b="1">
                <a:solidFill>
                  <a:srgbClr val="007D85"/>
                </a:solidFill>
                <a:latin typeface="DejaVu Sans"/>
                <a:ea typeface="DejaVu Sans"/>
                <a:cs typeface="DejaVu Sans"/>
              </a:defRPr>
            </a:lvl5pPr>
            <a:lvl6pPr>
              <a:defRPr sz="1425" b="1">
                <a:solidFill>
                  <a:srgbClr val="007D85"/>
                </a:solidFill>
                <a:latin typeface="DejaVu Sans"/>
                <a:ea typeface="DejaVu Sans"/>
                <a:cs typeface="DejaVu Sans"/>
              </a:defRPr>
            </a:lvl6pPr>
            <a:lvl7pPr>
              <a:defRPr sz="1425" b="1">
                <a:solidFill>
                  <a:srgbClr val="007D85"/>
                </a:solidFill>
                <a:latin typeface="DejaVu Sans"/>
                <a:ea typeface="DejaVu Sans"/>
                <a:cs typeface="DejaVu Sans"/>
              </a:defRPr>
            </a:lvl7pPr>
            <a:lvl8pPr>
              <a:defRPr sz="1425" b="1">
                <a:solidFill>
                  <a:srgbClr val="007D85"/>
                </a:solidFill>
                <a:latin typeface="DejaVu Sans"/>
                <a:ea typeface="DejaVu Sans"/>
                <a:cs typeface="DejaVu Sans"/>
              </a:defRPr>
            </a:lvl8pPr>
            <a:lvl9pPr>
              <a:defRPr sz="1425" b="1">
                <a:solidFill>
                  <a:srgbClr val="007D85"/>
                </a:solidFill>
                <a:latin typeface="DejaVu Sans"/>
                <a:ea typeface="DejaVu Sans"/>
                <a:cs typeface="DejaVu Sans"/>
              </a:defRPr>
            </a:lvl9pPr>
          </a:lstStyle>
          <a:p>
            <a:pPr>
              <a:defRPr sz="1425" b="1">
                <a:solidFill>
                  <a:srgbClr val="007D85"/>
                </a:solidFill>
                <a:latin typeface="DejaVu Sans"/>
                <a:ea typeface="DejaVu Sans"/>
                <a:cs typeface="DejaVu Sans"/>
              </a:defRPr>
            </a:pPr>
            <a:r>
              <a:rPr sz="1425" b="1">
                <a:solidFill>
                  <a:srgbClr val="007D85"/>
                </a:solidFill>
                <a:latin typeface="DejaVu Sans"/>
                <a:ea typeface="DejaVu Sans"/>
                <a:cs typeface="DejaVu Sans"/>
              </a:rPr>
              <a:t>17</a:t>
            </a:r>
          </a:p>
        </p:txBody>
      </p:sp>
      <p:graphicFrame>
        <p:nvGraphicFramePr>
          <p:cNvPr id="5" name="Table 4">
            <a:extLst>
              <a:ext uri="{FF2B5EF4-FFF2-40B4-BE49-F238E27FC236}">
                <a16:creationId xmlns:a16="http://schemas.microsoft.com/office/drawing/2014/main" id="{0C06B0C9-F0D0-43AE-A903-066A064CCB1A}"/>
              </a:ext>
            </a:extLst>
          </p:cNvPr>
          <p:cNvGraphicFramePr/>
          <p:nvPr/>
        </p:nvGraphicFramePr>
        <p:xfrm>
          <a:off x="609600" y="1924050"/>
          <a:ext cx="10972800" cy="3714750"/>
        </p:xfrm>
        <a:graphic>
          <a:graphicData uri="http://schemas.openxmlformats.org/drawingml/2006/table">
            <a:tbl>
              <a:tblPr/>
              <a:tblGrid>
                <a:gridCol w="4333875">
                  <a:extLst>
                    <a:ext uri="{9D8B030D-6E8A-4147-A177-3AD203B41FA5}">
                      <a16:colId xmlns:a16="http://schemas.microsoft.com/office/drawing/2014/main" val="20000"/>
                    </a:ext>
                  </a:extLst>
                </a:gridCol>
                <a:gridCol w="6638925">
                  <a:extLst>
                    <a:ext uri="{9D8B030D-6E8A-4147-A177-3AD203B41FA5}">
                      <a16:colId xmlns:a16="http://schemas.microsoft.com/office/drawing/2014/main" val="20001"/>
                    </a:ext>
                  </a:extLst>
                </a:gridCol>
              </a:tblGrid>
              <a:tr h="619125">
                <a:tc>
                  <a:txBody>
                    <a:bodyPr/>
                    <a:lstStyle/>
                    <a:p>
                      <a:r>
                        <a:rPr sz="1800" b="1">
                          <a:solidFill>
                            <a:srgbClr val="FFFFFF"/>
                          </a:solidFill>
                          <a:latin typeface="DejaVu Sans"/>
                          <a:ea typeface="DejaVu Sans"/>
                          <a:cs typeface="DejaVu Sans"/>
                        </a:rPr>
                        <a:t>Elemen</a:t>
                      </a:r>
                    </a:p>
                  </a:txBody>
                  <a:tcPr>
                    <a:lnL w="9525">
                      <a:solidFill>
                        <a:srgbClr val="D9E3E8"/>
                      </a:solidFill>
                      <a:prstDash val="solid"/>
                    </a:lnL>
                    <a:lnR w="9525">
                      <a:solidFill>
                        <a:srgbClr val="D9E3E8"/>
                      </a:solidFill>
                      <a:prstDash val="solid"/>
                    </a:lnR>
                    <a:lnT w="9525">
                      <a:solidFill>
                        <a:srgbClr val="D9E3E8"/>
                      </a:solidFill>
                      <a:prstDash val="solid"/>
                    </a:lnT>
                    <a:lnB w="9525">
                      <a:solidFill>
                        <a:srgbClr val="D9E3E8"/>
                      </a:solidFill>
                      <a:prstDash val="solid"/>
                    </a:lnB>
                    <a:solidFill>
                      <a:srgbClr val="10283F"/>
                    </a:solidFill>
                  </a:tcPr>
                </a:tc>
                <a:tc>
                  <a:txBody>
                    <a:bodyPr/>
                    <a:lstStyle/>
                    <a:p>
                      <a:r>
                        <a:rPr sz="1800" b="1">
                          <a:solidFill>
                            <a:srgbClr val="FFFFFF"/>
                          </a:solidFill>
                          <a:latin typeface="DejaVu Sans"/>
                          <a:ea typeface="DejaVu Sans"/>
                          <a:cs typeface="DejaVu Sans"/>
                        </a:rPr>
                        <a:t>Fungsi ringkas</a:t>
                      </a:r>
                    </a:p>
                  </a:txBody>
                  <a:tcPr>
                    <a:lnL w="9525" cap="flat" cmpd="sng" algn="ctr">
                      <a:solidFill>
                        <a:srgbClr val="D9E3E8"/>
                      </a:solidFill>
                      <a:prstDash val="solid"/>
                      <a:round/>
                      <a:headEnd type="none" w="med" len="med"/>
                      <a:tailEnd type="none" w="med" len="med"/>
                    </a:lnL>
                    <a:lnR w="9525">
                      <a:solidFill>
                        <a:srgbClr val="D9E3E8"/>
                      </a:solidFill>
                      <a:prstDash val="solid"/>
                    </a:lnR>
                    <a:lnT w="9525">
                      <a:solidFill>
                        <a:srgbClr val="D9E3E8"/>
                      </a:solidFill>
                      <a:prstDash val="solid"/>
                    </a:lnT>
                    <a:lnB w="9525">
                      <a:solidFill>
                        <a:srgbClr val="D9E3E8"/>
                      </a:solidFill>
                      <a:prstDash val="solid"/>
                    </a:lnB>
                    <a:solidFill>
                      <a:srgbClr val="10283F"/>
                    </a:solidFill>
                  </a:tcPr>
                </a:tc>
                <a:extLst>
                  <a:ext uri="{0D108BD9-81ED-4DB2-BD59-A6C34878D82A}">
                    <a16:rowId xmlns:a16="http://schemas.microsoft.com/office/drawing/2014/main" val="10000"/>
                  </a:ext>
                </a:extLst>
              </a:tr>
              <a:tr h="619125">
                <a:tc>
                  <a:txBody>
                    <a:bodyPr/>
                    <a:lstStyle/>
                    <a:p>
                      <a:r>
                        <a:rPr sz="1725" b="0">
                          <a:solidFill>
                            <a:srgbClr val="183349"/>
                          </a:solidFill>
                          <a:latin typeface="DejaVu Sans"/>
                          <a:ea typeface="DejaVu Sans"/>
                          <a:cs typeface="DejaVu Sans"/>
                        </a:rPr>
                        <a:t>LinearLayout</a:t>
                      </a:r>
                    </a:p>
                  </a:txBody>
                  <a:tcPr>
                    <a:lnL w="9525">
                      <a:solidFill>
                        <a:srgbClr val="D9E3E8"/>
                      </a:solidFill>
                      <a:prstDash val="soli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FFFFFF"/>
                    </a:solidFill>
                  </a:tcPr>
                </a:tc>
                <a:tc>
                  <a:txBody>
                    <a:bodyPr/>
                    <a:lstStyle/>
                    <a:p>
                      <a:r>
                        <a:rPr sz="1725" b="0">
                          <a:solidFill>
                            <a:srgbClr val="183349"/>
                          </a:solidFill>
                          <a:latin typeface="DejaVu Sans"/>
                          <a:ea typeface="DejaVu Sans"/>
                          <a:cs typeface="DejaVu Sans"/>
                        </a:rPr>
                        <a:t>Menyusun komponen secara linear.</a:t>
                      </a:r>
                    </a:p>
                  </a:txBody>
                  <a:tcPr>
                    <a:lnL w="9525" cap="flat" cmpd="sng" algn="ctr">
                      <a:solidFill>
                        <a:srgbClr val="D9E3E8"/>
                      </a:solidFill>
                      <a:prstDash val="solid"/>
                      <a:round/>
                      <a:headEnd type="none" w="med" len="med"/>
                      <a:tailEnd type="none" w="med" len="me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FFFFFF"/>
                    </a:solidFill>
                  </a:tcPr>
                </a:tc>
                <a:extLst>
                  <a:ext uri="{0D108BD9-81ED-4DB2-BD59-A6C34878D82A}">
                    <a16:rowId xmlns:a16="http://schemas.microsoft.com/office/drawing/2014/main" val="10001"/>
                  </a:ext>
                </a:extLst>
              </a:tr>
              <a:tr h="619125">
                <a:tc>
                  <a:txBody>
                    <a:bodyPr/>
                    <a:lstStyle/>
                    <a:p>
                      <a:r>
                        <a:rPr sz="1725" b="0">
                          <a:solidFill>
                            <a:srgbClr val="183349"/>
                          </a:solidFill>
                          <a:latin typeface="DejaVu Sans"/>
                          <a:ea typeface="DejaVu Sans"/>
                          <a:cs typeface="DejaVu Sans"/>
                        </a:rPr>
                        <a:t>ConstraintLayout</a:t>
                      </a:r>
                    </a:p>
                  </a:txBody>
                  <a:tcPr>
                    <a:lnL w="9525">
                      <a:solidFill>
                        <a:srgbClr val="D9E3E8"/>
                      </a:solidFill>
                      <a:prstDash val="soli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EAF1F4"/>
                    </a:solidFill>
                  </a:tcPr>
                </a:tc>
                <a:tc>
                  <a:txBody>
                    <a:bodyPr/>
                    <a:lstStyle/>
                    <a:p>
                      <a:r>
                        <a:rPr sz="1725" b="0">
                          <a:solidFill>
                            <a:srgbClr val="183349"/>
                          </a:solidFill>
                          <a:latin typeface="DejaVu Sans"/>
                          <a:ea typeface="DejaVu Sans"/>
                          <a:cs typeface="DejaVu Sans"/>
                        </a:rPr>
                        <a:t>Mengatur posisi dengan hubungan antarkomponen.</a:t>
                      </a:r>
                    </a:p>
                  </a:txBody>
                  <a:tcPr>
                    <a:lnL w="9525" cap="flat" cmpd="sng" algn="ctr">
                      <a:solidFill>
                        <a:srgbClr val="D9E3E8"/>
                      </a:solidFill>
                      <a:prstDash val="solid"/>
                      <a:round/>
                      <a:headEnd type="none" w="med" len="med"/>
                      <a:tailEnd type="none" w="med" len="me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EAF1F4"/>
                    </a:solidFill>
                  </a:tcPr>
                </a:tc>
                <a:extLst>
                  <a:ext uri="{0D108BD9-81ED-4DB2-BD59-A6C34878D82A}">
                    <a16:rowId xmlns:a16="http://schemas.microsoft.com/office/drawing/2014/main" val="10002"/>
                  </a:ext>
                </a:extLst>
              </a:tr>
              <a:tr h="619125">
                <a:tc>
                  <a:txBody>
                    <a:bodyPr/>
                    <a:lstStyle/>
                    <a:p>
                      <a:r>
                        <a:rPr sz="1725" b="0">
                          <a:solidFill>
                            <a:srgbClr val="183349"/>
                          </a:solidFill>
                          <a:latin typeface="DejaVu Sans"/>
                          <a:ea typeface="DejaVu Sans"/>
                          <a:cs typeface="DejaVu Sans"/>
                        </a:rPr>
                        <a:t>GridLayout / TableLayout</a:t>
                      </a:r>
                    </a:p>
                  </a:txBody>
                  <a:tcPr>
                    <a:lnL w="9525">
                      <a:solidFill>
                        <a:srgbClr val="D9E3E8"/>
                      </a:solidFill>
                      <a:prstDash val="soli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FFFFFF"/>
                    </a:solidFill>
                  </a:tcPr>
                </a:tc>
                <a:tc>
                  <a:txBody>
                    <a:bodyPr/>
                    <a:lstStyle/>
                    <a:p>
                      <a:r>
                        <a:rPr sz="1725" b="0">
                          <a:solidFill>
                            <a:srgbClr val="183349"/>
                          </a:solidFill>
                          <a:latin typeface="DejaVu Sans"/>
                          <a:ea typeface="DejaVu Sans"/>
                          <a:cs typeface="DejaVu Sans"/>
                        </a:rPr>
                        <a:t>Menyusun tampilan berbentuk grid atau tabel.</a:t>
                      </a:r>
                    </a:p>
                  </a:txBody>
                  <a:tcPr>
                    <a:lnL w="9525" cap="flat" cmpd="sng" algn="ctr">
                      <a:solidFill>
                        <a:srgbClr val="D9E3E8"/>
                      </a:solidFill>
                      <a:prstDash val="solid"/>
                      <a:round/>
                      <a:headEnd type="none" w="med" len="med"/>
                      <a:tailEnd type="none" w="med" len="me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FFFFFF"/>
                    </a:solidFill>
                  </a:tcPr>
                </a:tc>
                <a:extLst>
                  <a:ext uri="{0D108BD9-81ED-4DB2-BD59-A6C34878D82A}">
                    <a16:rowId xmlns:a16="http://schemas.microsoft.com/office/drawing/2014/main" val="10003"/>
                  </a:ext>
                </a:extLst>
              </a:tr>
              <a:tr h="619125">
                <a:tc>
                  <a:txBody>
                    <a:bodyPr/>
                    <a:lstStyle/>
                    <a:p>
                      <a:r>
                        <a:rPr sz="1725" b="0">
                          <a:solidFill>
                            <a:srgbClr val="183349"/>
                          </a:solidFill>
                          <a:latin typeface="DejaVu Sans"/>
                          <a:ea typeface="DejaVu Sans"/>
                          <a:cs typeface="DejaVu Sans"/>
                        </a:rPr>
                        <a:t>Style dan theme</a:t>
                      </a:r>
                    </a:p>
                  </a:txBody>
                  <a:tcPr>
                    <a:lnL w="9525">
                      <a:solidFill>
                        <a:srgbClr val="D9E3E8"/>
                      </a:solidFill>
                      <a:prstDash val="soli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EAF1F4"/>
                    </a:solidFill>
                  </a:tcPr>
                </a:tc>
                <a:tc>
                  <a:txBody>
                    <a:bodyPr/>
                    <a:lstStyle/>
                    <a:p>
                      <a:r>
                        <a:rPr sz="1725" b="0">
                          <a:solidFill>
                            <a:srgbClr val="183349"/>
                          </a:solidFill>
                          <a:latin typeface="DejaVu Sans"/>
                          <a:ea typeface="DejaVu Sans"/>
                          <a:cs typeface="DejaVu Sans"/>
                        </a:rPr>
                        <a:t>Atribut visual bersama untuk View, Activity, atau aplikasi.</a:t>
                      </a:r>
                    </a:p>
                  </a:txBody>
                  <a:tcPr>
                    <a:lnL w="9525" cap="flat" cmpd="sng" algn="ctr">
                      <a:solidFill>
                        <a:srgbClr val="D9E3E8"/>
                      </a:solidFill>
                      <a:prstDash val="solid"/>
                      <a:round/>
                      <a:headEnd type="none" w="med" len="med"/>
                      <a:tailEnd type="none" w="med" len="me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EAF1F4"/>
                    </a:solidFill>
                  </a:tcPr>
                </a:tc>
                <a:extLst>
                  <a:ext uri="{0D108BD9-81ED-4DB2-BD59-A6C34878D82A}">
                    <a16:rowId xmlns:a16="http://schemas.microsoft.com/office/drawing/2014/main" val="10004"/>
                  </a:ext>
                </a:extLst>
              </a:tr>
              <a:tr h="619125">
                <a:tc>
                  <a:txBody>
                    <a:bodyPr/>
                    <a:lstStyle/>
                    <a:p>
                      <a:r>
                        <a:rPr sz="1725" b="0">
                          <a:solidFill>
                            <a:srgbClr val="183349"/>
                          </a:solidFill>
                          <a:latin typeface="DejaVu Sans"/>
                          <a:ea typeface="DejaVu Sans"/>
                          <a:cs typeface="DejaVu Sans"/>
                        </a:rPr>
                        <a:t>Localization</a:t>
                      </a:r>
                    </a:p>
                  </a:txBody>
                  <a:tcPr>
                    <a:lnL w="9525">
                      <a:solidFill>
                        <a:srgbClr val="D9E3E8"/>
                      </a:solidFill>
                      <a:prstDash val="soli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FFFFFF"/>
                    </a:solidFill>
                  </a:tcPr>
                </a:tc>
                <a:tc>
                  <a:txBody>
                    <a:bodyPr/>
                    <a:lstStyle/>
                    <a:p>
                      <a:r>
                        <a:rPr sz="1725" b="0">
                          <a:solidFill>
                            <a:srgbClr val="183349"/>
                          </a:solidFill>
                          <a:latin typeface="DejaVu Sans"/>
                          <a:ea typeface="DejaVu Sans"/>
                          <a:cs typeface="DejaVu Sans"/>
                        </a:rPr>
                        <a:t>Menyesuaikan konten bahasa dengan pengaturan pengguna.</a:t>
                      </a:r>
                    </a:p>
                  </a:txBody>
                  <a:tcPr>
                    <a:lnL w="9525" cap="flat" cmpd="sng" algn="ctr">
                      <a:solidFill>
                        <a:srgbClr val="D9E3E8"/>
                      </a:solidFill>
                      <a:prstDash val="solid"/>
                      <a:round/>
                      <a:headEnd type="none" w="med" len="med"/>
                      <a:tailEnd type="none" w="med" len="me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058608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6F9FA"/>
        </a:solidFill>
        <a:effectLst/>
      </p:bgPr>
    </p:bg>
    <p:spTree>
      <p:nvGrpSpPr>
        <p:cNvPr id="1" name=""/>
        <p:cNvGrpSpPr/>
        <p:nvPr/>
      </p:nvGrpSpPr>
      <p:grpSpPr>
        <a:xfrm>
          <a:off x="0" y="0"/>
          <a:ext cx="0" cy="0"/>
          <a:chOff x="0" y="0"/>
          <a:chExt cx="0" cy="0"/>
        </a:xfrm>
      </p:grpSpPr>
      <p:sp>
        <p:nvSpPr>
          <p:cNvPr id="6" name="text-0">
            <a:extLst>
              <a:ext uri="{FF2B5EF4-FFF2-40B4-BE49-F238E27FC236}">
                <a16:creationId xmlns:a16="http://schemas.microsoft.com/office/drawing/2014/main" id="{8FFDF624-DFC4-489F-A9A3-D501DCE4C108}"/>
              </a:ext>
            </a:extLst>
          </p:cNvPr>
          <p:cNvSpPr>
            <a:spLocks noGrp="1"/>
          </p:cNvSpPr>
          <p:nvPr/>
        </p:nvSpPr>
        <p:spPr>
          <a:xfrm>
            <a:off x="609600" y="381000"/>
            <a:ext cx="10953750" cy="266700"/>
          </a:xfrm>
          <a:prstGeom prst="rect">
            <a:avLst/>
          </a:prstGeom>
          <a:noFill/>
          <a:ln w="0">
            <a:noFill/>
            <a:prstDash val="solid"/>
          </a:ln>
        </p:spPr>
        <p:txBody>
          <a:bodyPr lIns="0" tIns="0" rIns="0" bIns="0" anchor="t">
            <a:noAutofit/>
          </a:bodyPr>
          <a:lstStyle>
            <a:defPPr>
              <a:defRPr sz="1350" b="1">
                <a:solidFill>
                  <a:srgbClr val="007D85"/>
                </a:solidFill>
                <a:latin typeface="DejaVu Sans"/>
                <a:ea typeface="DejaVu Sans"/>
                <a:cs typeface="DejaVu Sans"/>
              </a:defRPr>
            </a:defPPr>
            <a:lvl1pPr>
              <a:defRPr sz="1350" b="1">
                <a:solidFill>
                  <a:srgbClr val="007D85"/>
                </a:solidFill>
                <a:latin typeface="DejaVu Sans"/>
                <a:ea typeface="DejaVu Sans"/>
                <a:cs typeface="DejaVu Sans"/>
              </a:defRPr>
            </a:lvl1pPr>
            <a:lvl2pPr>
              <a:defRPr sz="1350" b="1">
                <a:solidFill>
                  <a:srgbClr val="007D85"/>
                </a:solidFill>
                <a:latin typeface="DejaVu Sans"/>
                <a:ea typeface="DejaVu Sans"/>
                <a:cs typeface="DejaVu Sans"/>
              </a:defRPr>
            </a:lvl2pPr>
            <a:lvl3pPr>
              <a:defRPr sz="1350" b="1">
                <a:solidFill>
                  <a:srgbClr val="007D85"/>
                </a:solidFill>
                <a:latin typeface="DejaVu Sans"/>
                <a:ea typeface="DejaVu Sans"/>
                <a:cs typeface="DejaVu Sans"/>
              </a:defRPr>
            </a:lvl3pPr>
            <a:lvl4pPr>
              <a:defRPr sz="1350" b="1">
                <a:solidFill>
                  <a:srgbClr val="007D85"/>
                </a:solidFill>
                <a:latin typeface="DejaVu Sans"/>
                <a:ea typeface="DejaVu Sans"/>
                <a:cs typeface="DejaVu Sans"/>
              </a:defRPr>
            </a:lvl4pPr>
            <a:lvl5pPr>
              <a:defRPr sz="1350" b="1">
                <a:solidFill>
                  <a:srgbClr val="007D85"/>
                </a:solidFill>
                <a:latin typeface="DejaVu Sans"/>
                <a:ea typeface="DejaVu Sans"/>
                <a:cs typeface="DejaVu Sans"/>
              </a:defRPr>
            </a:lvl5pPr>
            <a:lvl6pPr>
              <a:defRPr sz="1350" b="1">
                <a:solidFill>
                  <a:srgbClr val="007D85"/>
                </a:solidFill>
                <a:latin typeface="DejaVu Sans"/>
                <a:ea typeface="DejaVu Sans"/>
                <a:cs typeface="DejaVu Sans"/>
              </a:defRPr>
            </a:lvl6pPr>
            <a:lvl7pPr>
              <a:defRPr sz="1350" b="1">
                <a:solidFill>
                  <a:srgbClr val="007D85"/>
                </a:solidFill>
                <a:latin typeface="DejaVu Sans"/>
                <a:ea typeface="DejaVu Sans"/>
                <a:cs typeface="DejaVu Sans"/>
              </a:defRPr>
            </a:lvl7pPr>
            <a:lvl8pPr>
              <a:defRPr sz="1350" b="1">
                <a:solidFill>
                  <a:srgbClr val="007D85"/>
                </a:solidFill>
                <a:latin typeface="DejaVu Sans"/>
                <a:ea typeface="DejaVu Sans"/>
                <a:cs typeface="DejaVu Sans"/>
              </a:defRPr>
            </a:lvl8pPr>
            <a:lvl9pPr>
              <a:defRPr sz="1350" b="1">
                <a:solidFill>
                  <a:srgbClr val="007D85"/>
                </a:solidFill>
                <a:latin typeface="DejaVu Sans"/>
                <a:ea typeface="DejaVu Sans"/>
                <a:cs typeface="DejaVu Sans"/>
              </a:defRPr>
            </a:lvl9pPr>
          </a:lstStyle>
          <a:p>
            <a:pPr>
              <a:defRPr sz="1350" b="1">
                <a:solidFill>
                  <a:srgbClr val="007D85"/>
                </a:solidFill>
                <a:latin typeface="DejaVu Sans"/>
                <a:ea typeface="DejaVu Sans"/>
                <a:cs typeface="DejaVu Sans"/>
              </a:defRPr>
            </a:pPr>
            <a:r>
              <a:rPr sz="1350" b="1">
                <a:solidFill>
                  <a:srgbClr val="007D85"/>
                </a:solidFill>
                <a:latin typeface="DejaVu Sans"/>
                <a:ea typeface="DejaVu Sans"/>
                <a:cs typeface="DejaVu Sans"/>
              </a:rPr>
              <a:t>BAB 3  UI/UX</a:t>
            </a:r>
          </a:p>
        </p:txBody>
      </p:sp>
      <p:sp>
        <p:nvSpPr>
          <p:cNvPr id="2" name="text-1">
            <a:extLst>
              <a:ext uri="{FF2B5EF4-FFF2-40B4-BE49-F238E27FC236}">
                <a16:creationId xmlns:a16="http://schemas.microsoft.com/office/drawing/2014/main" id="{03EC3062-1E6F-45F6-8AE1-A1F58D473E33}"/>
              </a:ext>
            </a:extLst>
          </p:cNvPr>
          <p:cNvSpPr>
            <a:spLocks noGrp="1"/>
          </p:cNvSpPr>
          <p:nvPr/>
        </p:nvSpPr>
        <p:spPr>
          <a:xfrm>
            <a:off x="609600" y="866775"/>
            <a:ext cx="10953750" cy="895350"/>
          </a:xfrm>
          <a:prstGeom prst="rect">
            <a:avLst/>
          </a:prstGeom>
          <a:noFill/>
          <a:ln w="0">
            <a:noFill/>
            <a:prstDash val="solid"/>
          </a:ln>
        </p:spPr>
        <p:txBody>
          <a:bodyPr lIns="0" tIns="0" rIns="0" bIns="0" anchor="t">
            <a:noAutofit/>
          </a:bodyPr>
          <a:lstStyle>
            <a:defPPr>
              <a:defRPr sz="3150" b="1">
                <a:solidFill>
                  <a:srgbClr val="10283F"/>
                </a:solidFill>
                <a:latin typeface="DejaVu Sans"/>
                <a:ea typeface="DejaVu Sans"/>
                <a:cs typeface="DejaVu Sans"/>
              </a:defRPr>
            </a:defPPr>
            <a:lvl1pPr>
              <a:defRPr sz="3150" b="1">
                <a:solidFill>
                  <a:srgbClr val="10283F"/>
                </a:solidFill>
                <a:latin typeface="DejaVu Sans"/>
                <a:ea typeface="DejaVu Sans"/>
                <a:cs typeface="DejaVu Sans"/>
              </a:defRPr>
            </a:lvl1pPr>
            <a:lvl2pPr>
              <a:defRPr sz="3150" b="1">
                <a:solidFill>
                  <a:srgbClr val="10283F"/>
                </a:solidFill>
                <a:latin typeface="DejaVu Sans"/>
                <a:ea typeface="DejaVu Sans"/>
                <a:cs typeface="DejaVu Sans"/>
              </a:defRPr>
            </a:lvl2pPr>
            <a:lvl3pPr>
              <a:defRPr sz="3150" b="1">
                <a:solidFill>
                  <a:srgbClr val="10283F"/>
                </a:solidFill>
                <a:latin typeface="DejaVu Sans"/>
                <a:ea typeface="DejaVu Sans"/>
                <a:cs typeface="DejaVu Sans"/>
              </a:defRPr>
            </a:lvl3pPr>
            <a:lvl4pPr>
              <a:defRPr sz="3150" b="1">
                <a:solidFill>
                  <a:srgbClr val="10283F"/>
                </a:solidFill>
                <a:latin typeface="DejaVu Sans"/>
                <a:ea typeface="DejaVu Sans"/>
                <a:cs typeface="DejaVu Sans"/>
              </a:defRPr>
            </a:lvl4pPr>
            <a:lvl5pPr>
              <a:defRPr sz="3150" b="1">
                <a:solidFill>
                  <a:srgbClr val="10283F"/>
                </a:solidFill>
                <a:latin typeface="DejaVu Sans"/>
                <a:ea typeface="DejaVu Sans"/>
                <a:cs typeface="DejaVu Sans"/>
              </a:defRPr>
            </a:lvl5pPr>
            <a:lvl6pPr>
              <a:defRPr sz="3150" b="1">
                <a:solidFill>
                  <a:srgbClr val="10283F"/>
                </a:solidFill>
                <a:latin typeface="DejaVu Sans"/>
                <a:ea typeface="DejaVu Sans"/>
                <a:cs typeface="DejaVu Sans"/>
              </a:defRPr>
            </a:lvl6pPr>
            <a:lvl7pPr>
              <a:defRPr sz="3150" b="1">
                <a:solidFill>
                  <a:srgbClr val="10283F"/>
                </a:solidFill>
                <a:latin typeface="DejaVu Sans"/>
                <a:ea typeface="DejaVu Sans"/>
                <a:cs typeface="DejaVu Sans"/>
              </a:defRPr>
            </a:lvl7pPr>
            <a:lvl8pPr>
              <a:defRPr sz="3150" b="1">
                <a:solidFill>
                  <a:srgbClr val="10283F"/>
                </a:solidFill>
                <a:latin typeface="DejaVu Sans"/>
                <a:ea typeface="DejaVu Sans"/>
                <a:cs typeface="DejaVu Sans"/>
              </a:defRPr>
            </a:lvl8pPr>
            <a:lvl9pPr>
              <a:defRPr sz="3150" b="1">
                <a:solidFill>
                  <a:srgbClr val="10283F"/>
                </a:solidFill>
                <a:latin typeface="DejaVu Sans"/>
                <a:ea typeface="DejaVu Sans"/>
                <a:cs typeface="DejaVu Sans"/>
              </a:defRPr>
            </a:lvl9pPr>
          </a:lstStyle>
          <a:p>
            <a:pPr>
              <a:defRPr sz="3150" b="1">
                <a:solidFill>
                  <a:srgbClr val="10283F"/>
                </a:solidFill>
                <a:latin typeface="DejaVu Sans"/>
                <a:ea typeface="DejaVu Sans"/>
                <a:cs typeface="DejaVu Sans"/>
              </a:defRPr>
            </a:pPr>
            <a:r>
              <a:rPr sz="3150" b="1">
                <a:solidFill>
                  <a:srgbClr val="10283F"/>
                </a:solidFill>
                <a:latin typeface="DejaVu Sans"/>
                <a:ea typeface="DejaVu Sans"/>
                <a:cs typeface="DejaVu Sans"/>
              </a:rPr>
              <a:t>Interaksi dan input pengguna</a:t>
            </a:r>
          </a:p>
        </p:txBody>
      </p:sp>
      <p:sp>
        <p:nvSpPr>
          <p:cNvPr id="3" name="text-2">
            <a:extLst>
              <a:ext uri="{FF2B5EF4-FFF2-40B4-BE49-F238E27FC236}">
                <a16:creationId xmlns:a16="http://schemas.microsoft.com/office/drawing/2014/main" id="{22B0DD9D-DDE0-4486-8DBD-F127FAD968F0}"/>
              </a:ext>
            </a:extLst>
          </p:cNvPr>
          <p:cNvSpPr>
            <a:spLocks noGrp="1"/>
          </p:cNvSpPr>
          <p:nvPr/>
        </p:nvSpPr>
        <p:spPr>
          <a:xfrm>
            <a:off x="609600" y="6410325"/>
            <a:ext cx="10096500" cy="238125"/>
          </a:xfrm>
          <a:prstGeom prst="rect">
            <a:avLst/>
          </a:prstGeom>
          <a:noFill/>
          <a:ln w="0">
            <a:noFill/>
            <a:prstDash val="solid"/>
          </a:ln>
        </p:spPr>
        <p:txBody>
          <a:bodyPr lIns="0" tIns="0" rIns="0" bIns="0" anchor="t">
            <a:noAutofit/>
          </a:bodyPr>
          <a:lstStyle>
            <a:defPPr>
              <a:defRPr sz="1050" b="0">
                <a:solidFill>
                  <a:srgbClr val="506778"/>
                </a:solidFill>
                <a:latin typeface="DejaVu Sans"/>
                <a:ea typeface="DejaVu Sans"/>
                <a:cs typeface="DejaVu Sans"/>
              </a:defRPr>
            </a:defPPr>
            <a:lvl1pPr>
              <a:defRPr sz="1050" b="0">
                <a:solidFill>
                  <a:srgbClr val="506778"/>
                </a:solidFill>
                <a:latin typeface="DejaVu Sans"/>
                <a:ea typeface="DejaVu Sans"/>
                <a:cs typeface="DejaVu Sans"/>
              </a:defRPr>
            </a:lvl1pPr>
            <a:lvl2pPr>
              <a:defRPr sz="1050" b="0">
                <a:solidFill>
                  <a:srgbClr val="506778"/>
                </a:solidFill>
                <a:latin typeface="DejaVu Sans"/>
                <a:ea typeface="DejaVu Sans"/>
                <a:cs typeface="DejaVu Sans"/>
              </a:defRPr>
            </a:lvl2pPr>
            <a:lvl3pPr>
              <a:defRPr sz="1050" b="0">
                <a:solidFill>
                  <a:srgbClr val="506778"/>
                </a:solidFill>
                <a:latin typeface="DejaVu Sans"/>
                <a:ea typeface="DejaVu Sans"/>
                <a:cs typeface="DejaVu Sans"/>
              </a:defRPr>
            </a:lvl3pPr>
            <a:lvl4pPr>
              <a:defRPr sz="1050" b="0">
                <a:solidFill>
                  <a:srgbClr val="506778"/>
                </a:solidFill>
                <a:latin typeface="DejaVu Sans"/>
                <a:ea typeface="DejaVu Sans"/>
                <a:cs typeface="DejaVu Sans"/>
              </a:defRPr>
            </a:lvl4pPr>
            <a:lvl5pPr>
              <a:defRPr sz="1050" b="0">
                <a:solidFill>
                  <a:srgbClr val="506778"/>
                </a:solidFill>
                <a:latin typeface="DejaVu Sans"/>
                <a:ea typeface="DejaVu Sans"/>
                <a:cs typeface="DejaVu Sans"/>
              </a:defRPr>
            </a:lvl5pPr>
            <a:lvl6pPr>
              <a:defRPr sz="1050" b="0">
                <a:solidFill>
                  <a:srgbClr val="506778"/>
                </a:solidFill>
                <a:latin typeface="DejaVu Sans"/>
                <a:ea typeface="DejaVu Sans"/>
                <a:cs typeface="DejaVu Sans"/>
              </a:defRPr>
            </a:lvl6pPr>
            <a:lvl7pPr>
              <a:defRPr sz="1050" b="0">
                <a:solidFill>
                  <a:srgbClr val="506778"/>
                </a:solidFill>
                <a:latin typeface="DejaVu Sans"/>
                <a:ea typeface="DejaVu Sans"/>
                <a:cs typeface="DejaVu Sans"/>
              </a:defRPr>
            </a:lvl7pPr>
            <a:lvl8pPr>
              <a:defRPr sz="1050" b="0">
                <a:solidFill>
                  <a:srgbClr val="506778"/>
                </a:solidFill>
                <a:latin typeface="DejaVu Sans"/>
                <a:ea typeface="DejaVu Sans"/>
                <a:cs typeface="DejaVu Sans"/>
              </a:defRPr>
            </a:lvl8pPr>
            <a:lvl9pPr>
              <a:defRPr sz="1050" b="0">
                <a:solidFill>
                  <a:srgbClr val="506778"/>
                </a:solidFill>
                <a:latin typeface="DejaVu Sans"/>
                <a:ea typeface="DejaVu Sans"/>
                <a:cs typeface="DejaVu Sans"/>
              </a:defRPr>
            </a:lvl9pPr>
          </a:lstStyle>
          <a:p>
            <a:pPr>
              <a:defRPr sz="1050" b="0">
                <a:solidFill>
                  <a:srgbClr val="506778"/>
                </a:solidFill>
                <a:latin typeface="DejaVu Sans"/>
                <a:ea typeface="DejaVu Sans"/>
                <a:cs typeface="DejaVu Sans"/>
              </a:defRPr>
            </a:pPr>
            <a:r>
              <a:rPr sz="1050" b="0">
                <a:solidFill>
                  <a:srgbClr val="506778"/>
                </a:solidFill>
                <a:latin typeface="DejaVu Sans"/>
                <a:ea typeface="DejaVu Sans"/>
                <a:cs typeface="DejaVu Sans"/>
              </a:rPr>
              <a:t>Sumber: E-book Bab 3 (PDF hlm. 9–10)</a:t>
            </a:r>
          </a:p>
        </p:txBody>
      </p:sp>
      <p:sp>
        <p:nvSpPr>
          <p:cNvPr id="4" name="text-3">
            <a:extLst>
              <a:ext uri="{FF2B5EF4-FFF2-40B4-BE49-F238E27FC236}">
                <a16:creationId xmlns:a16="http://schemas.microsoft.com/office/drawing/2014/main" id="{9D2FD03A-38CC-449D-9060-11AB3C2EAFF4}"/>
              </a:ext>
            </a:extLst>
          </p:cNvPr>
          <p:cNvSpPr>
            <a:spLocks noGrp="1"/>
          </p:cNvSpPr>
          <p:nvPr/>
        </p:nvSpPr>
        <p:spPr>
          <a:xfrm>
            <a:off x="11106150" y="6372225"/>
            <a:ext cx="476250" cy="285750"/>
          </a:xfrm>
          <a:prstGeom prst="rect">
            <a:avLst/>
          </a:prstGeom>
          <a:noFill/>
          <a:ln w="0">
            <a:noFill/>
            <a:prstDash val="solid"/>
          </a:ln>
        </p:spPr>
        <p:txBody>
          <a:bodyPr lIns="0" tIns="0" rIns="0" bIns="0" anchor="t">
            <a:noAutofit/>
          </a:bodyPr>
          <a:lstStyle>
            <a:defPPr>
              <a:defRPr sz="1425" b="1">
                <a:solidFill>
                  <a:srgbClr val="007D85"/>
                </a:solidFill>
                <a:latin typeface="DejaVu Sans"/>
                <a:ea typeface="DejaVu Sans"/>
                <a:cs typeface="DejaVu Sans"/>
              </a:defRPr>
            </a:defPPr>
            <a:lvl1pPr>
              <a:defRPr sz="1425" b="1">
                <a:solidFill>
                  <a:srgbClr val="007D85"/>
                </a:solidFill>
                <a:latin typeface="DejaVu Sans"/>
                <a:ea typeface="DejaVu Sans"/>
                <a:cs typeface="DejaVu Sans"/>
              </a:defRPr>
            </a:lvl1pPr>
            <a:lvl2pPr>
              <a:defRPr sz="1425" b="1">
                <a:solidFill>
                  <a:srgbClr val="007D85"/>
                </a:solidFill>
                <a:latin typeface="DejaVu Sans"/>
                <a:ea typeface="DejaVu Sans"/>
                <a:cs typeface="DejaVu Sans"/>
              </a:defRPr>
            </a:lvl2pPr>
            <a:lvl3pPr>
              <a:defRPr sz="1425" b="1">
                <a:solidFill>
                  <a:srgbClr val="007D85"/>
                </a:solidFill>
                <a:latin typeface="DejaVu Sans"/>
                <a:ea typeface="DejaVu Sans"/>
                <a:cs typeface="DejaVu Sans"/>
              </a:defRPr>
            </a:lvl3pPr>
            <a:lvl4pPr>
              <a:defRPr sz="1425" b="1">
                <a:solidFill>
                  <a:srgbClr val="007D85"/>
                </a:solidFill>
                <a:latin typeface="DejaVu Sans"/>
                <a:ea typeface="DejaVu Sans"/>
                <a:cs typeface="DejaVu Sans"/>
              </a:defRPr>
            </a:lvl4pPr>
            <a:lvl5pPr>
              <a:defRPr sz="1425" b="1">
                <a:solidFill>
                  <a:srgbClr val="007D85"/>
                </a:solidFill>
                <a:latin typeface="DejaVu Sans"/>
                <a:ea typeface="DejaVu Sans"/>
                <a:cs typeface="DejaVu Sans"/>
              </a:defRPr>
            </a:lvl5pPr>
            <a:lvl6pPr>
              <a:defRPr sz="1425" b="1">
                <a:solidFill>
                  <a:srgbClr val="007D85"/>
                </a:solidFill>
                <a:latin typeface="DejaVu Sans"/>
                <a:ea typeface="DejaVu Sans"/>
                <a:cs typeface="DejaVu Sans"/>
              </a:defRPr>
            </a:lvl6pPr>
            <a:lvl7pPr>
              <a:defRPr sz="1425" b="1">
                <a:solidFill>
                  <a:srgbClr val="007D85"/>
                </a:solidFill>
                <a:latin typeface="DejaVu Sans"/>
                <a:ea typeface="DejaVu Sans"/>
                <a:cs typeface="DejaVu Sans"/>
              </a:defRPr>
            </a:lvl7pPr>
            <a:lvl8pPr>
              <a:defRPr sz="1425" b="1">
                <a:solidFill>
                  <a:srgbClr val="007D85"/>
                </a:solidFill>
                <a:latin typeface="DejaVu Sans"/>
                <a:ea typeface="DejaVu Sans"/>
                <a:cs typeface="DejaVu Sans"/>
              </a:defRPr>
            </a:lvl8pPr>
            <a:lvl9pPr>
              <a:defRPr sz="1425" b="1">
                <a:solidFill>
                  <a:srgbClr val="007D85"/>
                </a:solidFill>
                <a:latin typeface="DejaVu Sans"/>
                <a:ea typeface="DejaVu Sans"/>
                <a:cs typeface="DejaVu Sans"/>
              </a:defRPr>
            </a:lvl9pPr>
          </a:lstStyle>
          <a:p>
            <a:pPr>
              <a:defRPr sz="1425" b="1">
                <a:solidFill>
                  <a:srgbClr val="007D85"/>
                </a:solidFill>
                <a:latin typeface="DejaVu Sans"/>
                <a:ea typeface="DejaVu Sans"/>
                <a:cs typeface="DejaVu Sans"/>
              </a:defRPr>
            </a:pPr>
            <a:r>
              <a:rPr sz="1425" b="1">
                <a:solidFill>
                  <a:srgbClr val="007D85"/>
                </a:solidFill>
                <a:latin typeface="DejaVu Sans"/>
                <a:ea typeface="DejaVu Sans"/>
                <a:cs typeface="DejaVu Sans"/>
              </a:rPr>
              <a:t>18</a:t>
            </a:r>
          </a:p>
        </p:txBody>
      </p:sp>
      <p:graphicFrame>
        <p:nvGraphicFramePr>
          <p:cNvPr id="5" name="Table 4">
            <a:extLst>
              <a:ext uri="{FF2B5EF4-FFF2-40B4-BE49-F238E27FC236}">
                <a16:creationId xmlns:a16="http://schemas.microsoft.com/office/drawing/2014/main" id="{1E6F65EB-9B4D-4623-99B7-D43E5D20E060}"/>
              </a:ext>
            </a:extLst>
          </p:cNvPr>
          <p:cNvGraphicFramePr/>
          <p:nvPr/>
        </p:nvGraphicFramePr>
        <p:xfrm>
          <a:off x="609600" y="1924050"/>
          <a:ext cx="10972800" cy="3714750"/>
        </p:xfrm>
        <a:graphic>
          <a:graphicData uri="http://schemas.openxmlformats.org/drawingml/2006/table">
            <a:tbl>
              <a:tblPr/>
              <a:tblGrid>
                <a:gridCol w="4333875">
                  <a:extLst>
                    <a:ext uri="{9D8B030D-6E8A-4147-A177-3AD203B41FA5}">
                      <a16:colId xmlns:a16="http://schemas.microsoft.com/office/drawing/2014/main" val="20000"/>
                    </a:ext>
                  </a:extLst>
                </a:gridCol>
                <a:gridCol w="6638925">
                  <a:extLst>
                    <a:ext uri="{9D8B030D-6E8A-4147-A177-3AD203B41FA5}">
                      <a16:colId xmlns:a16="http://schemas.microsoft.com/office/drawing/2014/main" val="20001"/>
                    </a:ext>
                  </a:extLst>
                </a:gridCol>
              </a:tblGrid>
              <a:tr h="619125">
                <a:tc>
                  <a:txBody>
                    <a:bodyPr/>
                    <a:lstStyle/>
                    <a:p>
                      <a:r>
                        <a:rPr sz="1800" b="1">
                          <a:solidFill>
                            <a:srgbClr val="FFFFFF"/>
                          </a:solidFill>
                          <a:latin typeface="DejaVu Sans"/>
                          <a:ea typeface="DejaVu Sans"/>
                          <a:cs typeface="DejaVu Sans"/>
                        </a:rPr>
                        <a:t>Komponen</a:t>
                      </a:r>
                    </a:p>
                  </a:txBody>
                  <a:tcPr>
                    <a:lnL w="9525">
                      <a:solidFill>
                        <a:srgbClr val="D9E3E8"/>
                      </a:solidFill>
                      <a:prstDash val="solid"/>
                    </a:lnL>
                    <a:lnR w="9525">
                      <a:solidFill>
                        <a:srgbClr val="D9E3E8"/>
                      </a:solidFill>
                      <a:prstDash val="solid"/>
                    </a:lnR>
                    <a:lnT w="9525">
                      <a:solidFill>
                        <a:srgbClr val="D9E3E8"/>
                      </a:solidFill>
                      <a:prstDash val="solid"/>
                    </a:lnT>
                    <a:lnB w="9525">
                      <a:solidFill>
                        <a:srgbClr val="D9E3E8"/>
                      </a:solidFill>
                      <a:prstDash val="solid"/>
                    </a:lnB>
                    <a:solidFill>
                      <a:srgbClr val="10283F"/>
                    </a:solidFill>
                  </a:tcPr>
                </a:tc>
                <a:tc>
                  <a:txBody>
                    <a:bodyPr/>
                    <a:lstStyle/>
                    <a:p>
                      <a:r>
                        <a:rPr sz="1800" b="1">
                          <a:solidFill>
                            <a:srgbClr val="FFFFFF"/>
                          </a:solidFill>
                          <a:latin typeface="DejaVu Sans"/>
                          <a:ea typeface="DejaVu Sans"/>
                          <a:cs typeface="DejaVu Sans"/>
                        </a:rPr>
                        <a:t>Penggunaan</a:t>
                      </a:r>
                    </a:p>
                  </a:txBody>
                  <a:tcPr>
                    <a:lnL w="9525" cap="flat" cmpd="sng" algn="ctr">
                      <a:solidFill>
                        <a:srgbClr val="D9E3E8"/>
                      </a:solidFill>
                      <a:prstDash val="solid"/>
                      <a:round/>
                      <a:headEnd type="none" w="med" len="med"/>
                      <a:tailEnd type="none" w="med" len="med"/>
                    </a:lnL>
                    <a:lnR w="9525">
                      <a:solidFill>
                        <a:srgbClr val="D9E3E8"/>
                      </a:solidFill>
                      <a:prstDash val="solid"/>
                    </a:lnR>
                    <a:lnT w="9525">
                      <a:solidFill>
                        <a:srgbClr val="D9E3E8"/>
                      </a:solidFill>
                      <a:prstDash val="solid"/>
                    </a:lnT>
                    <a:lnB w="9525">
                      <a:solidFill>
                        <a:srgbClr val="D9E3E8"/>
                      </a:solidFill>
                      <a:prstDash val="solid"/>
                    </a:lnB>
                    <a:solidFill>
                      <a:srgbClr val="10283F"/>
                    </a:solidFill>
                  </a:tcPr>
                </a:tc>
                <a:extLst>
                  <a:ext uri="{0D108BD9-81ED-4DB2-BD59-A6C34878D82A}">
                    <a16:rowId xmlns:a16="http://schemas.microsoft.com/office/drawing/2014/main" val="10000"/>
                  </a:ext>
                </a:extLst>
              </a:tr>
              <a:tr h="619125">
                <a:tc>
                  <a:txBody>
                    <a:bodyPr/>
                    <a:lstStyle/>
                    <a:p>
                      <a:r>
                        <a:rPr sz="1725" b="0">
                          <a:solidFill>
                            <a:srgbClr val="183349"/>
                          </a:solidFill>
                          <a:latin typeface="DejaVu Sans"/>
                          <a:ea typeface="DejaVu Sans"/>
                          <a:cs typeface="DejaVu Sans"/>
                        </a:rPr>
                        <a:t>Button</a:t>
                      </a:r>
                    </a:p>
                  </a:txBody>
                  <a:tcPr>
                    <a:lnL w="9525">
                      <a:solidFill>
                        <a:srgbClr val="D9E3E8"/>
                      </a:solidFill>
                      <a:prstDash val="soli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FFFFFF"/>
                    </a:solidFill>
                  </a:tcPr>
                </a:tc>
                <a:tc>
                  <a:txBody>
                    <a:bodyPr/>
                    <a:lstStyle/>
                    <a:p>
                      <a:r>
                        <a:rPr sz="1725" b="0">
                          <a:solidFill>
                            <a:srgbClr val="183349"/>
                          </a:solidFill>
                          <a:latin typeface="DejaVu Sans"/>
                          <a:ea typeface="DejaVu Sans"/>
                          <a:cs typeface="DejaVu Sans"/>
                        </a:rPr>
                        <a:t>Memicu aksi lewat onClick atau OnClickListener.</a:t>
                      </a:r>
                    </a:p>
                  </a:txBody>
                  <a:tcPr>
                    <a:lnL w="9525" cap="flat" cmpd="sng" algn="ctr">
                      <a:solidFill>
                        <a:srgbClr val="D9E3E8"/>
                      </a:solidFill>
                      <a:prstDash val="solid"/>
                      <a:round/>
                      <a:headEnd type="none" w="med" len="med"/>
                      <a:tailEnd type="none" w="med" len="me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FFFFFF"/>
                    </a:solidFill>
                  </a:tcPr>
                </a:tc>
                <a:extLst>
                  <a:ext uri="{0D108BD9-81ED-4DB2-BD59-A6C34878D82A}">
                    <a16:rowId xmlns:a16="http://schemas.microsoft.com/office/drawing/2014/main" val="10001"/>
                  </a:ext>
                </a:extLst>
              </a:tr>
              <a:tr h="619125">
                <a:tc>
                  <a:txBody>
                    <a:bodyPr/>
                    <a:lstStyle/>
                    <a:p>
                      <a:r>
                        <a:rPr sz="1725" b="0">
                          <a:solidFill>
                            <a:srgbClr val="183349"/>
                          </a:solidFill>
                          <a:latin typeface="DejaVu Sans"/>
                          <a:ea typeface="DejaVu Sans"/>
                          <a:cs typeface="DejaVu Sans"/>
                        </a:rPr>
                        <a:t>EditText / SeekBar</a:t>
                      </a:r>
                    </a:p>
                  </a:txBody>
                  <a:tcPr>
                    <a:lnL w="9525">
                      <a:solidFill>
                        <a:srgbClr val="D9E3E8"/>
                      </a:solidFill>
                      <a:prstDash val="soli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EAF1F4"/>
                    </a:solidFill>
                  </a:tcPr>
                </a:tc>
                <a:tc>
                  <a:txBody>
                    <a:bodyPr/>
                    <a:lstStyle/>
                    <a:p>
                      <a:r>
                        <a:rPr sz="1725" b="0">
                          <a:solidFill>
                            <a:srgbClr val="183349"/>
                          </a:solidFill>
                          <a:latin typeface="DejaVu Sans"/>
                          <a:ea typeface="DejaVu Sans"/>
                          <a:cs typeface="DejaVu Sans"/>
                        </a:rPr>
                        <a:t>Input teks atau menggeser nilai pengaturan.</a:t>
                      </a:r>
                    </a:p>
                  </a:txBody>
                  <a:tcPr>
                    <a:lnL w="9525" cap="flat" cmpd="sng" algn="ctr">
                      <a:solidFill>
                        <a:srgbClr val="D9E3E8"/>
                      </a:solidFill>
                      <a:prstDash val="solid"/>
                      <a:round/>
                      <a:headEnd type="none" w="med" len="med"/>
                      <a:tailEnd type="none" w="med" len="me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EAF1F4"/>
                    </a:solidFill>
                  </a:tcPr>
                </a:tc>
                <a:extLst>
                  <a:ext uri="{0D108BD9-81ED-4DB2-BD59-A6C34878D82A}">
                    <a16:rowId xmlns:a16="http://schemas.microsoft.com/office/drawing/2014/main" val="10002"/>
                  </a:ext>
                </a:extLst>
              </a:tr>
              <a:tr h="619125">
                <a:tc>
                  <a:txBody>
                    <a:bodyPr/>
                    <a:lstStyle/>
                    <a:p>
                      <a:r>
                        <a:rPr sz="1725" b="0">
                          <a:solidFill>
                            <a:srgbClr val="183349"/>
                          </a:solidFill>
                          <a:latin typeface="DejaVu Sans"/>
                          <a:ea typeface="DejaVu Sans"/>
                          <a:cs typeface="DejaVu Sans"/>
                        </a:rPr>
                        <a:t>CheckBox</a:t>
                      </a:r>
                    </a:p>
                  </a:txBody>
                  <a:tcPr>
                    <a:lnL w="9525">
                      <a:solidFill>
                        <a:srgbClr val="D9E3E8"/>
                      </a:solidFill>
                      <a:prstDash val="soli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FFFFFF"/>
                    </a:solidFill>
                  </a:tcPr>
                </a:tc>
                <a:tc>
                  <a:txBody>
                    <a:bodyPr/>
                    <a:lstStyle/>
                    <a:p>
                      <a:r>
                        <a:rPr sz="1725" b="0">
                          <a:solidFill>
                            <a:srgbClr val="183349"/>
                          </a:solidFill>
                          <a:latin typeface="DejaVu Sans"/>
                          <a:ea typeface="DejaVu Sans"/>
                          <a:cs typeface="DejaVu Sans"/>
                        </a:rPr>
                        <a:t>Memilih beberapa pilihan.</a:t>
                      </a:r>
                    </a:p>
                  </a:txBody>
                  <a:tcPr>
                    <a:lnL w="9525" cap="flat" cmpd="sng" algn="ctr">
                      <a:solidFill>
                        <a:srgbClr val="D9E3E8"/>
                      </a:solidFill>
                      <a:prstDash val="solid"/>
                      <a:round/>
                      <a:headEnd type="none" w="med" len="med"/>
                      <a:tailEnd type="none" w="med" len="me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FFFFFF"/>
                    </a:solidFill>
                  </a:tcPr>
                </a:tc>
                <a:extLst>
                  <a:ext uri="{0D108BD9-81ED-4DB2-BD59-A6C34878D82A}">
                    <a16:rowId xmlns:a16="http://schemas.microsoft.com/office/drawing/2014/main" val="10003"/>
                  </a:ext>
                </a:extLst>
              </a:tr>
              <a:tr h="619125">
                <a:tc>
                  <a:txBody>
                    <a:bodyPr/>
                    <a:lstStyle/>
                    <a:p>
                      <a:r>
                        <a:rPr sz="1725" b="0">
                          <a:solidFill>
                            <a:srgbClr val="183349"/>
                          </a:solidFill>
                          <a:latin typeface="DejaVu Sans"/>
                          <a:ea typeface="DejaVu Sans"/>
                          <a:cs typeface="DejaVu Sans"/>
                        </a:rPr>
                        <a:t>RadioButton + RadioGroup</a:t>
                      </a:r>
                    </a:p>
                  </a:txBody>
                  <a:tcPr>
                    <a:lnL w="9525">
                      <a:solidFill>
                        <a:srgbClr val="D9E3E8"/>
                      </a:solidFill>
                      <a:prstDash val="soli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EAF1F4"/>
                    </a:solidFill>
                  </a:tcPr>
                </a:tc>
                <a:tc>
                  <a:txBody>
                    <a:bodyPr/>
                    <a:lstStyle/>
                    <a:p>
                      <a:r>
                        <a:rPr sz="1725" b="0">
                          <a:solidFill>
                            <a:srgbClr val="183349"/>
                          </a:solidFill>
                          <a:latin typeface="DejaVu Sans"/>
                          <a:ea typeface="DejaVu Sans"/>
                          <a:cs typeface="DejaVu Sans"/>
                        </a:rPr>
                        <a:t>Memilih satu pilihan dari kelompok.</a:t>
                      </a:r>
                    </a:p>
                  </a:txBody>
                  <a:tcPr>
                    <a:lnL w="9525" cap="flat" cmpd="sng" algn="ctr">
                      <a:solidFill>
                        <a:srgbClr val="D9E3E8"/>
                      </a:solidFill>
                      <a:prstDash val="solid"/>
                      <a:round/>
                      <a:headEnd type="none" w="med" len="med"/>
                      <a:tailEnd type="none" w="med" len="me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EAF1F4"/>
                    </a:solidFill>
                  </a:tcPr>
                </a:tc>
                <a:extLst>
                  <a:ext uri="{0D108BD9-81ED-4DB2-BD59-A6C34878D82A}">
                    <a16:rowId xmlns:a16="http://schemas.microsoft.com/office/drawing/2014/main" val="10004"/>
                  </a:ext>
                </a:extLst>
              </a:tr>
              <a:tr h="619125">
                <a:tc>
                  <a:txBody>
                    <a:bodyPr/>
                    <a:lstStyle/>
                    <a:p>
                      <a:r>
                        <a:rPr sz="1725" b="0">
                          <a:solidFill>
                            <a:srgbClr val="183349"/>
                          </a:solidFill>
                          <a:latin typeface="DejaVu Sans"/>
                          <a:ea typeface="DejaVu Sans"/>
                          <a:cs typeface="DejaVu Sans"/>
                        </a:rPr>
                        <a:t>Switch / Spinner</a:t>
                      </a:r>
                    </a:p>
                  </a:txBody>
                  <a:tcPr>
                    <a:lnL w="9525">
                      <a:solidFill>
                        <a:srgbClr val="D9E3E8"/>
                      </a:solidFill>
                      <a:prstDash val="soli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FFFFFF"/>
                    </a:solidFill>
                  </a:tcPr>
                </a:tc>
                <a:tc>
                  <a:txBody>
                    <a:bodyPr/>
                    <a:lstStyle/>
                    <a:p>
                      <a:r>
                        <a:rPr sz="1725" b="0">
                          <a:solidFill>
                            <a:srgbClr val="183349"/>
                          </a:solidFill>
                          <a:latin typeface="DejaVu Sans"/>
                          <a:ea typeface="DejaVu Sans"/>
                          <a:cs typeface="DejaVu Sans"/>
                        </a:rPr>
                        <a:t>Status on-off atau satu item dari daftar.</a:t>
                      </a:r>
                    </a:p>
                  </a:txBody>
                  <a:tcPr>
                    <a:lnL w="9525" cap="flat" cmpd="sng" algn="ctr">
                      <a:solidFill>
                        <a:srgbClr val="D9E3E8"/>
                      </a:solidFill>
                      <a:prstDash val="solid"/>
                      <a:round/>
                      <a:headEnd type="none" w="med" len="med"/>
                      <a:tailEnd type="none" w="med" len="me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7839494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6F9FA"/>
        </a:solidFill>
        <a:effectLst/>
      </p:bgPr>
    </p:bg>
    <p:spTree>
      <p:nvGrpSpPr>
        <p:cNvPr id="1" name=""/>
        <p:cNvGrpSpPr/>
        <p:nvPr/>
      </p:nvGrpSpPr>
      <p:grpSpPr>
        <a:xfrm>
          <a:off x="0" y="0"/>
          <a:ext cx="0" cy="0"/>
          <a:chOff x="0" y="0"/>
          <a:chExt cx="0" cy="0"/>
        </a:xfrm>
      </p:grpSpPr>
      <p:sp>
        <p:nvSpPr>
          <p:cNvPr id="13" name="text-0">
            <a:extLst>
              <a:ext uri="{FF2B5EF4-FFF2-40B4-BE49-F238E27FC236}">
                <a16:creationId xmlns:a16="http://schemas.microsoft.com/office/drawing/2014/main" id="{72EF9D0E-AC2F-4559-964D-613E62CF2FE8}"/>
              </a:ext>
            </a:extLst>
          </p:cNvPr>
          <p:cNvSpPr>
            <a:spLocks noGrp="1"/>
          </p:cNvSpPr>
          <p:nvPr/>
        </p:nvSpPr>
        <p:spPr>
          <a:xfrm>
            <a:off x="609600" y="381000"/>
            <a:ext cx="10953750" cy="266700"/>
          </a:xfrm>
          <a:prstGeom prst="rect">
            <a:avLst/>
          </a:prstGeom>
          <a:noFill/>
          <a:ln w="0">
            <a:noFill/>
            <a:prstDash val="solid"/>
          </a:ln>
        </p:spPr>
        <p:txBody>
          <a:bodyPr lIns="0" tIns="0" rIns="0" bIns="0" anchor="t">
            <a:noAutofit/>
          </a:bodyPr>
          <a:lstStyle>
            <a:defPPr>
              <a:defRPr sz="1350" b="1">
                <a:solidFill>
                  <a:srgbClr val="007D85"/>
                </a:solidFill>
                <a:latin typeface="DejaVu Sans"/>
                <a:ea typeface="DejaVu Sans"/>
                <a:cs typeface="DejaVu Sans"/>
              </a:defRPr>
            </a:defPPr>
            <a:lvl1pPr>
              <a:defRPr sz="1350" b="1">
                <a:solidFill>
                  <a:srgbClr val="007D85"/>
                </a:solidFill>
                <a:latin typeface="DejaVu Sans"/>
                <a:ea typeface="DejaVu Sans"/>
                <a:cs typeface="DejaVu Sans"/>
              </a:defRPr>
            </a:lvl1pPr>
            <a:lvl2pPr>
              <a:defRPr sz="1350" b="1">
                <a:solidFill>
                  <a:srgbClr val="007D85"/>
                </a:solidFill>
                <a:latin typeface="DejaVu Sans"/>
                <a:ea typeface="DejaVu Sans"/>
                <a:cs typeface="DejaVu Sans"/>
              </a:defRPr>
            </a:lvl2pPr>
            <a:lvl3pPr>
              <a:defRPr sz="1350" b="1">
                <a:solidFill>
                  <a:srgbClr val="007D85"/>
                </a:solidFill>
                <a:latin typeface="DejaVu Sans"/>
                <a:ea typeface="DejaVu Sans"/>
                <a:cs typeface="DejaVu Sans"/>
              </a:defRPr>
            </a:lvl3pPr>
            <a:lvl4pPr>
              <a:defRPr sz="1350" b="1">
                <a:solidFill>
                  <a:srgbClr val="007D85"/>
                </a:solidFill>
                <a:latin typeface="DejaVu Sans"/>
                <a:ea typeface="DejaVu Sans"/>
                <a:cs typeface="DejaVu Sans"/>
              </a:defRPr>
            </a:lvl4pPr>
            <a:lvl5pPr>
              <a:defRPr sz="1350" b="1">
                <a:solidFill>
                  <a:srgbClr val="007D85"/>
                </a:solidFill>
                <a:latin typeface="DejaVu Sans"/>
                <a:ea typeface="DejaVu Sans"/>
                <a:cs typeface="DejaVu Sans"/>
              </a:defRPr>
            </a:lvl5pPr>
            <a:lvl6pPr>
              <a:defRPr sz="1350" b="1">
                <a:solidFill>
                  <a:srgbClr val="007D85"/>
                </a:solidFill>
                <a:latin typeface="DejaVu Sans"/>
                <a:ea typeface="DejaVu Sans"/>
                <a:cs typeface="DejaVu Sans"/>
              </a:defRPr>
            </a:lvl6pPr>
            <a:lvl7pPr>
              <a:defRPr sz="1350" b="1">
                <a:solidFill>
                  <a:srgbClr val="007D85"/>
                </a:solidFill>
                <a:latin typeface="DejaVu Sans"/>
                <a:ea typeface="DejaVu Sans"/>
                <a:cs typeface="DejaVu Sans"/>
              </a:defRPr>
            </a:lvl7pPr>
            <a:lvl8pPr>
              <a:defRPr sz="1350" b="1">
                <a:solidFill>
                  <a:srgbClr val="007D85"/>
                </a:solidFill>
                <a:latin typeface="DejaVu Sans"/>
                <a:ea typeface="DejaVu Sans"/>
                <a:cs typeface="DejaVu Sans"/>
              </a:defRPr>
            </a:lvl8pPr>
            <a:lvl9pPr>
              <a:defRPr sz="1350" b="1">
                <a:solidFill>
                  <a:srgbClr val="007D85"/>
                </a:solidFill>
                <a:latin typeface="DejaVu Sans"/>
                <a:ea typeface="DejaVu Sans"/>
                <a:cs typeface="DejaVu Sans"/>
              </a:defRPr>
            </a:lvl9pPr>
          </a:lstStyle>
          <a:p>
            <a:pPr>
              <a:defRPr sz="1350" b="1">
                <a:solidFill>
                  <a:srgbClr val="007D85"/>
                </a:solidFill>
                <a:latin typeface="DejaVu Sans"/>
                <a:ea typeface="DejaVu Sans"/>
                <a:cs typeface="DejaVu Sans"/>
              </a:defRPr>
            </a:pPr>
            <a:r>
              <a:rPr sz="1350" b="1">
                <a:solidFill>
                  <a:srgbClr val="007D85"/>
                </a:solidFill>
                <a:latin typeface="DejaVu Sans"/>
                <a:ea typeface="DejaVu Sans"/>
                <a:cs typeface="DejaVu Sans"/>
              </a:rPr>
              <a:t>BAB 3  UI/UX</a:t>
            </a:r>
          </a:p>
        </p:txBody>
      </p:sp>
      <p:sp>
        <p:nvSpPr>
          <p:cNvPr id="2" name="text-1">
            <a:extLst>
              <a:ext uri="{FF2B5EF4-FFF2-40B4-BE49-F238E27FC236}">
                <a16:creationId xmlns:a16="http://schemas.microsoft.com/office/drawing/2014/main" id="{BDBBCC22-F902-45E0-8189-8B4F45A03C5E}"/>
              </a:ext>
            </a:extLst>
          </p:cNvPr>
          <p:cNvSpPr>
            <a:spLocks noGrp="1"/>
          </p:cNvSpPr>
          <p:nvPr/>
        </p:nvSpPr>
        <p:spPr>
          <a:xfrm>
            <a:off x="609600" y="866775"/>
            <a:ext cx="10953750" cy="895350"/>
          </a:xfrm>
          <a:prstGeom prst="rect">
            <a:avLst/>
          </a:prstGeom>
          <a:noFill/>
          <a:ln w="0">
            <a:noFill/>
            <a:prstDash val="solid"/>
          </a:ln>
        </p:spPr>
        <p:txBody>
          <a:bodyPr lIns="0" tIns="0" rIns="0" bIns="0" anchor="t">
            <a:noAutofit/>
          </a:bodyPr>
          <a:lstStyle>
            <a:defPPr>
              <a:defRPr sz="3150" b="1">
                <a:solidFill>
                  <a:srgbClr val="10283F"/>
                </a:solidFill>
                <a:latin typeface="DejaVu Sans"/>
                <a:ea typeface="DejaVu Sans"/>
                <a:cs typeface="DejaVu Sans"/>
              </a:defRPr>
            </a:defPPr>
            <a:lvl1pPr>
              <a:defRPr sz="3150" b="1">
                <a:solidFill>
                  <a:srgbClr val="10283F"/>
                </a:solidFill>
                <a:latin typeface="DejaVu Sans"/>
                <a:ea typeface="DejaVu Sans"/>
                <a:cs typeface="DejaVu Sans"/>
              </a:defRPr>
            </a:lvl1pPr>
            <a:lvl2pPr>
              <a:defRPr sz="3150" b="1">
                <a:solidFill>
                  <a:srgbClr val="10283F"/>
                </a:solidFill>
                <a:latin typeface="DejaVu Sans"/>
                <a:ea typeface="DejaVu Sans"/>
                <a:cs typeface="DejaVu Sans"/>
              </a:defRPr>
            </a:lvl2pPr>
            <a:lvl3pPr>
              <a:defRPr sz="3150" b="1">
                <a:solidFill>
                  <a:srgbClr val="10283F"/>
                </a:solidFill>
                <a:latin typeface="DejaVu Sans"/>
                <a:ea typeface="DejaVu Sans"/>
                <a:cs typeface="DejaVu Sans"/>
              </a:defRPr>
            </a:lvl3pPr>
            <a:lvl4pPr>
              <a:defRPr sz="3150" b="1">
                <a:solidFill>
                  <a:srgbClr val="10283F"/>
                </a:solidFill>
                <a:latin typeface="DejaVu Sans"/>
                <a:ea typeface="DejaVu Sans"/>
                <a:cs typeface="DejaVu Sans"/>
              </a:defRPr>
            </a:lvl4pPr>
            <a:lvl5pPr>
              <a:defRPr sz="3150" b="1">
                <a:solidFill>
                  <a:srgbClr val="10283F"/>
                </a:solidFill>
                <a:latin typeface="DejaVu Sans"/>
                <a:ea typeface="DejaVu Sans"/>
                <a:cs typeface="DejaVu Sans"/>
              </a:defRPr>
            </a:lvl5pPr>
            <a:lvl6pPr>
              <a:defRPr sz="3150" b="1">
                <a:solidFill>
                  <a:srgbClr val="10283F"/>
                </a:solidFill>
                <a:latin typeface="DejaVu Sans"/>
                <a:ea typeface="DejaVu Sans"/>
                <a:cs typeface="DejaVu Sans"/>
              </a:defRPr>
            </a:lvl6pPr>
            <a:lvl7pPr>
              <a:defRPr sz="3150" b="1">
                <a:solidFill>
                  <a:srgbClr val="10283F"/>
                </a:solidFill>
                <a:latin typeface="DejaVu Sans"/>
                <a:ea typeface="DejaVu Sans"/>
                <a:cs typeface="DejaVu Sans"/>
              </a:defRPr>
            </a:lvl7pPr>
            <a:lvl8pPr>
              <a:defRPr sz="3150" b="1">
                <a:solidFill>
                  <a:srgbClr val="10283F"/>
                </a:solidFill>
                <a:latin typeface="DejaVu Sans"/>
                <a:ea typeface="DejaVu Sans"/>
                <a:cs typeface="DejaVu Sans"/>
              </a:defRPr>
            </a:lvl8pPr>
            <a:lvl9pPr>
              <a:defRPr sz="3150" b="1">
                <a:solidFill>
                  <a:srgbClr val="10283F"/>
                </a:solidFill>
                <a:latin typeface="DejaVu Sans"/>
                <a:ea typeface="DejaVu Sans"/>
                <a:cs typeface="DejaVu Sans"/>
              </a:defRPr>
            </a:lvl9pPr>
          </a:lstStyle>
          <a:p>
            <a:pPr>
              <a:defRPr sz="3150" b="1">
                <a:solidFill>
                  <a:srgbClr val="10283F"/>
                </a:solidFill>
                <a:latin typeface="DejaVu Sans"/>
                <a:ea typeface="DejaVu Sans"/>
                <a:cs typeface="DejaVu Sans"/>
              </a:defRPr>
            </a:pPr>
            <a:r>
              <a:rPr sz="3150" b="1">
                <a:solidFill>
                  <a:srgbClr val="10283F"/>
                </a:solidFill>
                <a:latin typeface="DejaVu Sans"/>
                <a:ea typeface="DejaVu Sans"/>
                <a:cs typeface="DejaVu Sans"/>
              </a:rPr>
              <a:t>Umpan balik, menu, dan navigasi</a:t>
            </a:r>
          </a:p>
        </p:txBody>
      </p:sp>
      <p:sp>
        <p:nvSpPr>
          <p:cNvPr id="3" name="text-2">
            <a:extLst>
              <a:ext uri="{FF2B5EF4-FFF2-40B4-BE49-F238E27FC236}">
                <a16:creationId xmlns:a16="http://schemas.microsoft.com/office/drawing/2014/main" id="{E0EC2BE2-E8F6-4349-B7E8-9D33694FF6D6}"/>
              </a:ext>
            </a:extLst>
          </p:cNvPr>
          <p:cNvSpPr>
            <a:spLocks noGrp="1"/>
          </p:cNvSpPr>
          <p:nvPr/>
        </p:nvSpPr>
        <p:spPr>
          <a:xfrm>
            <a:off x="609600" y="6410325"/>
            <a:ext cx="10096500" cy="238125"/>
          </a:xfrm>
          <a:prstGeom prst="rect">
            <a:avLst/>
          </a:prstGeom>
          <a:noFill/>
          <a:ln w="0">
            <a:noFill/>
            <a:prstDash val="solid"/>
          </a:ln>
        </p:spPr>
        <p:txBody>
          <a:bodyPr lIns="0" tIns="0" rIns="0" bIns="0" anchor="t">
            <a:noAutofit/>
          </a:bodyPr>
          <a:lstStyle>
            <a:defPPr>
              <a:defRPr sz="1050" b="0">
                <a:solidFill>
                  <a:srgbClr val="506778"/>
                </a:solidFill>
                <a:latin typeface="DejaVu Sans"/>
                <a:ea typeface="DejaVu Sans"/>
                <a:cs typeface="DejaVu Sans"/>
              </a:defRPr>
            </a:defPPr>
            <a:lvl1pPr>
              <a:defRPr sz="1050" b="0">
                <a:solidFill>
                  <a:srgbClr val="506778"/>
                </a:solidFill>
                <a:latin typeface="DejaVu Sans"/>
                <a:ea typeface="DejaVu Sans"/>
                <a:cs typeface="DejaVu Sans"/>
              </a:defRPr>
            </a:lvl1pPr>
            <a:lvl2pPr>
              <a:defRPr sz="1050" b="0">
                <a:solidFill>
                  <a:srgbClr val="506778"/>
                </a:solidFill>
                <a:latin typeface="DejaVu Sans"/>
                <a:ea typeface="DejaVu Sans"/>
                <a:cs typeface="DejaVu Sans"/>
              </a:defRPr>
            </a:lvl2pPr>
            <a:lvl3pPr>
              <a:defRPr sz="1050" b="0">
                <a:solidFill>
                  <a:srgbClr val="506778"/>
                </a:solidFill>
                <a:latin typeface="DejaVu Sans"/>
                <a:ea typeface="DejaVu Sans"/>
                <a:cs typeface="DejaVu Sans"/>
              </a:defRPr>
            </a:lvl3pPr>
            <a:lvl4pPr>
              <a:defRPr sz="1050" b="0">
                <a:solidFill>
                  <a:srgbClr val="506778"/>
                </a:solidFill>
                <a:latin typeface="DejaVu Sans"/>
                <a:ea typeface="DejaVu Sans"/>
                <a:cs typeface="DejaVu Sans"/>
              </a:defRPr>
            </a:lvl4pPr>
            <a:lvl5pPr>
              <a:defRPr sz="1050" b="0">
                <a:solidFill>
                  <a:srgbClr val="506778"/>
                </a:solidFill>
                <a:latin typeface="DejaVu Sans"/>
                <a:ea typeface="DejaVu Sans"/>
                <a:cs typeface="DejaVu Sans"/>
              </a:defRPr>
            </a:lvl5pPr>
            <a:lvl6pPr>
              <a:defRPr sz="1050" b="0">
                <a:solidFill>
                  <a:srgbClr val="506778"/>
                </a:solidFill>
                <a:latin typeface="DejaVu Sans"/>
                <a:ea typeface="DejaVu Sans"/>
                <a:cs typeface="DejaVu Sans"/>
              </a:defRPr>
            </a:lvl6pPr>
            <a:lvl7pPr>
              <a:defRPr sz="1050" b="0">
                <a:solidFill>
                  <a:srgbClr val="506778"/>
                </a:solidFill>
                <a:latin typeface="DejaVu Sans"/>
                <a:ea typeface="DejaVu Sans"/>
                <a:cs typeface="DejaVu Sans"/>
              </a:defRPr>
            </a:lvl7pPr>
            <a:lvl8pPr>
              <a:defRPr sz="1050" b="0">
                <a:solidFill>
                  <a:srgbClr val="506778"/>
                </a:solidFill>
                <a:latin typeface="DejaVu Sans"/>
                <a:ea typeface="DejaVu Sans"/>
                <a:cs typeface="DejaVu Sans"/>
              </a:defRPr>
            </a:lvl8pPr>
            <a:lvl9pPr>
              <a:defRPr sz="1050" b="0">
                <a:solidFill>
                  <a:srgbClr val="506778"/>
                </a:solidFill>
                <a:latin typeface="DejaVu Sans"/>
                <a:ea typeface="DejaVu Sans"/>
                <a:cs typeface="DejaVu Sans"/>
              </a:defRPr>
            </a:lvl9pPr>
          </a:lstStyle>
          <a:p>
            <a:pPr>
              <a:defRPr sz="1050" b="0">
                <a:solidFill>
                  <a:srgbClr val="506778"/>
                </a:solidFill>
                <a:latin typeface="DejaVu Sans"/>
                <a:ea typeface="DejaVu Sans"/>
                <a:cs typeface="DejaVu Sans"/>
              </a:defRPr>
            </a:pPr>
            <a:r>
              <a:rPr sz="1050" b="0">
                <a:solidFill>
                  <a:srgbClr val="506778"/>
                </a:solidFill>
                <a:latin typeface="DejaVu Sans"/>
                <a:ea typeface="DejaVu Sans"/>
                <a:cs typeface="DejaVu Sans"/>
              </a:rPr>
              <a:t>Sumber: E-book Bab 3 (PDF hlm. 6, 10–12)</a:t>
            </a:r>
          </a:p>
        </p:txBody>
      </p:sp>
      <p:sp>
        <p:nvSpPr>
          <p:cNvPr id="4" name="text-3">
            <a:extLst>
              <a:ext uri="{FF2B5EF4-FFF2-40B4-BE49-F238E27FC236}">
                <a16:creationId xmlns:a16="http://schemas.microsoft.com/office/drawing/2014/main" id="{C7D1E8AF-4158-46A2-A944-A5D9E8EC271C}"/>
              </a:ext>
            </a:extLst>
          </p:cNvPr>
          <p:cNvSpPr>
            <a:spLocks noGrp="1"/>
          </p:cNvSpPr>
          <p:nvPr/>
        </p:nvSpPr>
        <p:spPr>
          <a:xfrm>
            <a:off x="11106150" y="6372225"/>
            <a:ext cx="476250" cy="285750"/>
          </a:xfrm>
          <a:prstGeom prst="rect">
            <a:avLst/>
          </a:prstGeom>
          <a:noFill/>
          <a:ln w="0">
            <a:noFill/>
            <a:prstDash val="solid"/>
          </a:ln>
        </p:spPr>
        <p:txBody>
          <a:bodyPr lIns="0" tIns="0" rIns="0" bIns="0" anchor="t">
            <a:noAutofit/>
          </a:bodyPr>
          <a:lstStyle>
            <a:defPPr>
              <a:defRPr sz="1425" b="1">
                <a:solidFill>
                  <a:srgbClr val="007D85"/>
                </a:solidFill>
                <a:latin typeface="DejaVu Sans"/>
                <a:ea typeface="DejaVu Sans"/>
                <a:cs typeface="DejaVu Sans"/>
              </a:defRPr>
            </a:defPPr>
            <a:lvl1pPr>
              <a:defRPr sz="1425" b="1">
                <a:solidFill>
                  <a:srgbClr val="007D85"/>
                </a:solidFill>
                <a:latin typeface="DejaVu Sans"/>
                <a:ea typeface="DejaVu Sans"/>
                <a:cs typeface="DejaVu Sans"/>
              </a:defRPr>
            </a:lvl1pPr>
            <a:lvl2pPr>
              <a:defRPr sz="1425" b="1">
                <a:solidFill>
                  <a:srgbClr val="007D85"/>
                </a:solidFill>
                <a:latin typeface="DejaVu Sans"/>
                <a:ea typeface="DejaVu Sans"/>
                <a:cs typeface="DejaVu Sans"/>
              </a:defRPr>
            </a:lvl2pPr>
            <a:lvl3pPr>
              <a:defRPr sz="1425" b="1">
                <a:solidFill>
                  <a:srgbClr val="007D85"/>
                </a:solidFill>
                <a:latin typeface="DejaVu Sans"/>
                <a:ea typeface="DejaVu Sans"/>
                <a:cs typeface="DejaVu Sans"/>
              </a:defRPr>
            </a:lvl3pPr>
            <a:lvl4pPr>
              <a:defRPr sz="1425" b="1">
                <a:solidFill>
                  <a:srgbClr val="007D85"/>
                </a:solidFill>
                <a:latin typeface="DejaVu Sans"/>
                <a:ea typeface="DejaVu Sans"/>
                <a:cs typeface="DejaVu Sans"/>
              </a:defRPr>
            </a:lvl4pPr>
            <a:lvl5pPr>
              <a:defRPr sz="1425" b="1">
                <a:solidFill>
                  <a:srgbClr val="007D85"/>
                </a:solidFill>
                <a:latin typeface="DejaVu Sans"/>
                <a:ea typeface="DejaVu Sans"/>
                <a:cs typeface="DejaVu Sans"/>
              </a:defRPr>
            </a:lvl5pPr>
            <a:lvl6pPr>
              <a:defRPr sz="1425" b="1">
                <a:solidFill>
                  <a:srgbClr val="007D85"/>
                </a:solidFill>
                <a:latin typeface="DejaVu Sans"/>
                <a:ea typeface="DejaVu Sans"/>
                <a:cs typeface="DejaVu Sans"/>
              </a:defRPr>
            </a:lvl6pPr>
            <a:lvl7pPr>
              <a:defRPr sz="1425" b="1">
                <a:solidFill>
                  <a:srgbClr val="007D85"/>
                </a:solidFill>
                <a:latin typeface="DejaVu Sans"/>
                <a:ea typeface="DejaVu Sans"/>
                <a:cs typeface="DejaVu Sans"/>
              </a:defRPr>
            </a:lvl7pPr>
            <a:lvl8pPr>
              <a:defRPr sz="1425" b="1">
                <a:solidFill>
                  <a:srgbClr val="007D85"/>
                </a:solidFill>
                <a:latin typeface="DejaVu Sans"/>
                <a:ea typeface="DejaVu Sans"/>
                <a:cs typeface="DejaVu Sans"/>
              </a:defRPr>
            </a:lvl8pPr>
            <a:lvl9pPr>
              <a:defRPr sz="1425" b="1">
                <a:solidFill>
                  <a:srgbClr val="007D85"/>
                </a:solidFill>
                <a:latin typeface="DejaVu Sans"/>
                <a:ea typeface="DejaVu Sans"/>
                <a:cs typeface="DejaVu Sans"/>
              </a:defRPr>
            </a:lvl9pPr>
          </a:lstStyle>
          <a:p>
            <a:pPr>
              <a:defRPr sz="1425" b="1">
                <a:solidFill>
                  <a:srgbClr val="007D85"/>
                </a:solidFill>
                <a:latin typeface="DejaVu Sans"/>
                <a:ea typeface="DejaVu Sans"/>
                <a:cs typeface="DejaVu Sans"/>
              </a:defRPr>
            </a:pPr>
            <a:r>
              <a:rPr sz="1425" b="1">
                <a:solidFill>
                  <a:srgbClr val="007D85"/>
                </a:solidFill>
                <a:latin typeface="DejaVu Sans"/>
                <a:ea typeface="DejaVu Sans"/>
                <a:cs typeface="DejaVu Sans"/>
              </a:rPr>
              <a:t>19</a:t>
            </a:r>
          </a:p>
        </p:txBody>
      </p:sp>
      <p:sp>
        <p:nvSpPr>
          <p:cNvPr id="5" name="text-4">
            <a:extLst>
              <a:ext uri="{FF2B5EF4-FFF2-40B4-BE49-F238E27FC236}">
                <a16:creationId xmlns:a16="http://schemas.microsoft.com/office/drawing/2014/main" id="{EEED57CA-4A4D-45A0-8FD9-47EBDD508353}"/>
              </a:ext>
            </a:extLst>
          </p:cNvPr>
          <p:cNvSpPr>
            <a:spLocks noGrp="1"/>
          </p:cNvSpPr>
          <p:nvPr/>
        </p:nvSpPr>
        <p:spPr>
          <a:xfrm>
            <a:off x="609600" y="195262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Toast</a:t>
            </a:r>
          </a:p>
        </p:txBody>
      </p:sp>
      <p:sp>
        <p:nvSpPr>
          <p:cNvPr id="6" name="text-5">
            <a:extLst>
              <a:ext uri="{FF2B5EF4-FFF2-40B4-BE49-F238E27FC236}">
                <a16:creationId xmlns:a16="http://schemas.microsoft.com/office/drawing/2014/main" id="{FBF05379-92DC-4909-B990-45C909FC45F0}"/>
              </a:ext>
            </a:extLst>
          </p:cNvPr>
          <p:cNvSpPr>
            <a:spLocks noGrp="1"/>
          </p:cNvSpPr>
          <p:nvPr/>
        </p:nvSpPr>
        <p:spPr>
          <a:xfrm>
            <a:off x="3714750" y="195262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Pesan singkat tentang hasil operasi yang menghilang setelah durasi tertentu.</a:t>
            </a:r>
          </a:p>
        </p:txBody>
      </p:sp>
      <p:sp>
        <p:nvSpPr>
          <p:cNvPr id="7" name="text-6">
            <a:extLst>
              <a:ext uri="{FF2B5EF4-FFF2-40B4-BE49-F238E27FC236}">
                <a16:creationId xmlns:a16="http://schemas.microsoft.com/office/drawing/2014/main" id="{FFB53602-3C01-4B8B-B21B-043B597A9826}"/>
              </a:ext>
            </a:extLst>
          </p:cNvPr>
          <p:cNvSpPr>
            <a:spLocks noGrp="1"/>
          </p:cNvSpPr>
          <p:nvPr/>
        </p:nvSpPr>
        <p:spPr>
          <a:xfrm>
            <a:off x="609600" y="300037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Menu</a:t>
            </a:r>
          </a:p>
        </p:txBody>
      </p:sp>
      <p:sp>
        <p:nvSpPr>
          <p:cNvPr id="8" name="text-7">
            <a:extLst>
              <a:ext uri="{FF2B5EF4-FFF2-40B4-BE49-F238E27FC236}">
                <a16:creationId xmlns:a16="http://schemas.microsoft.com/office/drawing/2014/main" id="{263B49A4-E9A2-476F-961E-F60995D8B959}"/>
              </a:ext>
            </a:extLst>
          </p:cNvPr>
          <p:cNvSpPr>
            <a:spLocks noGrp="1"/>
          </p:cNvSpPr>
          <p:nvPr/>
        </p:nvSpPr>
        <p:spPr>
          <a:xfrm>
            <a:off x="3714750" y="300037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Options menu di app bar, context menu, contextual action bar, dan popup menu.</a:t>
            </a:r>
          </a:p>
        </p:txBody>
      </p:sp>
      <p:sp>
        <p:nvSpPr>
          <p:cNvPr id="9" name="text-8">
            <a:extLst>
              <a:ext uri="{FF2B5EF4-FFF2-40B4-BE49-F238E27FC236}">
                <a16:creationId xmlns:a16="http://schemas.microsoft.com/office/drawing/2014/main" id="{0289D8F2-C740-4AD8-90AF-C0A9C74D9202}"/>
              </a:ext>
            </a:extLst>
          </p:cNvPr>
          <p:cNvSpPr>
            <a:spLocks noGrp="1"/>
          </p:cNvSpPr>
          <p:nvPr/>
        </p:nvSpPr>
        <p:spPr>
          <a:xfrm>
            <a:off x="609600" y="404812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Dialog dan picker</a:t>
            </a:r>
          </a:p>
        </p:txBody>
      </p:sp>
      <p:sp>
        <p:nvSpPr>
          <p:cNvPr id="10" name="text-9">
            <a:extLst>
              <a:ext uri="{FF2B5EF4-FFF2-40B4-BE49-F238E27FC236}">
                <a16:creationId xmlns:a16="http://schemas.microsoft.com/office/drawing/2014/main" id="{24E23184-C137-42D9-8D96-9C8DF593DF70}"/>
              </a:ext>
            </a:extLst>
          </p:cNvPr>
          <p:cNvSpPr>
            <a:spLocks noGrp="1"/>
          </p:cNvSpPr>
          <p:nvPr/>
        </p:nvSpPr>
        <p:spPr>
          <a:xfrm>
            <a:off x="3714750" y="404812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AlertDialog untuk dialog, DatePickerDialog dan TimePickerDialog untuk tanggal serta waktu.</a:t>
            </a:r>
          </a:p>
        </p:txBody>
      </p:sp>
      <p:sp>
        <p:nvSpPr>
          <p:cNvPr id="11" name="text-10">
            <a:extLst>
              <a:ext uri="{FF2B5EF4-FFF2-40B4-BE49-F238E27FC236}">
                <a16:creationId xmlns:a16="http://schemas.microsoft.com/office/drawing/2014/main" id="{A9BC9BBC-D1AE-44CE-9C76-6F3F45E89884}"/>
              </a:ext>
            </a:extLst>
          </p:cNvPr>
          <p:cNvSpPr>
            <a:spLocks noGrp="1"/>
          </p:cNvSpPr>
          <p:nvPr/>
        </p:nvSpPr>
        <p:spPr>
          <a:xfrm>
            <a:off x="609600" y="509587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Navigasi</a:t>
            </a:r>
          </a:p>
        </p:txBody>
      </p:sp>
      <p:sp>
        <p:nvSpPr>
          <p:cNvPr id="12" name="text-11">
            <a:extLst>
              <a:ext uri="{FF2B5EF4-FFF2-40B4-BE49-F238E27FC236}">
                <a16:creationId xmlns:a16="http://schemas.microsoft.com/office/drawing/2014/main" id="{83F57BE3-7744-438A-9D5C-E0B163AEE0F9}"/>
              </a:ext>
            </a:extLst>
          </p:cNvPr>
          <p:cNvSpPr>
            <a:spLocks noGrp="1"/>
          </p:cNvSpPr>
          <p:nvPr/>
        </p:nvSpPr>
        <p:spPr>
          <a:xfrm>
            <a:off x="3714750" y="509587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Back mengikuti riwayat layar. Navigasi hierarkis dan navigation drawer menghubungkan bagian aplikasi.</a:t>
            </a:r>
          </a:p>
        </p:txBody>
      </p:sp>
    </p:spTree>
    <p:extLst>
      <p:ext uri="{BB962C8B-B14F-4D97-AF65-F5344CB8AC3E}">
        <p14:creationId xmlns:p14="http://schemas.microsoft.com/office/powerpoint/2010/main" val="10800445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6F9FA"/>
        </a:solidFill>
        <a:effectLst/>
      </p:bgPr>
    </p:bg>
    <p:spTree>
      <p:nvGrpSpPr>
        <p:cNvPr id="1" name=""/>
        <p:cNvGrpSpPr/>
        <p:nvPr/>
      </p:nvGrpSpPr>
      <p:grpSpPr>
        <a:xfrm>
          <a:off x="0" y="0"/>
          <a:ext cx="0" cy="0"/>
          <a:chOff x="0" y="0"/>
          <a:chExt cx="0" cy="0"/>
        </a:xfrm>
      </p:grpSpPr>
      <p:sp>
        <p:nvSpPr>
          <p:cNvPr id="13" name="text-0">
            <a:extLst>
              <a:ext uri="{FF2B5EF4-FFF2-40B4-BE49-F238E27FC236}">
                <a16:creationId xmlns:a16="http://schemas.microsoft.com/office/drawing/2014/main" id="{36107733-9423-46A2-8226-394B4A46D9CE}"/>
              </a:ext>
            </a:extLst>
          </p:cNvPr>
          <p:cNvSpPr>
            <a:spLocks noGrp="1"/>
          </p:cNvSpPr>
          <p:nvPr/>
        </p:nvSpPr>
        <p:spPr>
          <a:xfrm>
            <a:off x="609600" y="381000"/>
            <a:ext cx="10953750" cy="266700"/>
          </a:xfrm>
          <a:prstGeom prst="rect">
            <a:avLst/>
          </a:prstGeom>
          <a:noFill/>
          <a:ln w="0">
            <a:noFill/>
            <a:prstDash val="solid"/>
          </a:ln>
        </p:spPr>
        <p:txBody>
          <a:bodyPr lIns="0" tIns="0" rIns="0" bIns="0" anchor="t">
            <a:noAutofit/>
          </a:bodyPr>
          <a:lstStyle>
            <a:defPPr>
              <a:defRPr sz="1350" b="1">
                <a:solidFill>
                  <a:srgbClr val="007D85"/>
                </a:solidFill>
                <a:latin typeface="DejaVu Sans"/>
                <a:ea typeface="DejaVu Sans"/>
                <a:cs typeface="DejaVu Sans"/>
              </a:defRPr>
            </a:defPPr>
            <a:lvl1pPr>
              <a:defRPr sz="1350" b="1">
                <a:solidFill>
                  <a:srgbClr val="007D85"/>
                </a:solidFill>
                <a:latin typeface="DejaVu Sans"/>
                <a:ea typeface="DejaVu Sans"/>
                <a:cs typeface="DejaVu Sans"/>
              </a:defRPr>
            </a:lvl1pPr>
            <a:lvl2pPr>
              <a:defRPr sz="1350" b="1">
                <a:solidFill>
                  <a:srgbClr val="007D85"/>
                </a:solidFill>
                <a:latin typeface="DejaVu Sans"/>
                <a:ea typeface="DejaVu Sans"/>
                <a:cs typeface="DejaVu Sans"/>
              </a:defRPr>
            </a:lvl2pPr>
            <a:lvl3pPr>
              <a:defRPr sz="1350" b="1">
                <a:solidFill>
                  <a:srgbClr val="007D85"/>
                </a:solidFill>
                <a:latin typeface="DejaVu Sans"/>
                <a:ea typeface="DejaVu Sans"/>
                <a:cs typeface="DejaVu Sans"/>
              </a:defRPr>
            </a:lvl3pPr>
            <a:lvl4pPr>
              <a:defRPr sz="1350" b="1">
                <a:solidFill>
                  <a:srgbClr val="007D85"/>
                </a:solidFill>
                <a:latin typeface="DejaVu Sans"/>
                <a:ea typeface="DejaVu Sans"/>
                <a:cs typeface="DejaVu Sans"/>
              </a:defRPr>
            </a:lvl4pPr>
            <a:lvl5pPr>
              <a:defRPr sz="1350" b="1">
                <a:solidFill>
                  <a:srgbClr val="007D85"/>
                </a:solidFill>
                <a:latin typeface="DejaVu Sans"/>
                <a:ea typeface="DejaVu Sans"/>
                <a:cs typeface="DejaVu Sans"/>
              </a:defRPr>
            </a:lvl5pPr>
            <a:lvl6pPr>
              <a:defRPr sz="1350" b="1">
                <a:solidFill>
                  <a:srgbClr val="007D85"/>
                </a:solidFill>
                <a:latin typeface="DejaVu Sans"/>
                <a:ea typeface="DejaVu Sans"/>
                <a:cs typeface="DejaVu Sans"/>
              </a:defRPr>
            </a:lvl6pPr>
            <a:lvl7pPr>
              <a:defRPr sz="1350" b="1">
                <a:solidFill>
                  <a:srgbClr val="007D85"/>
                </a:solidFill>
                <a:latin typeface="DejaVu Sans"/>
                <a:ea typeface="DejaVu Sans"/>
                <a:cs typeface="DejaVu Sans"/>
              </a:defRPr>
            </a:lvl7pPr>
            <a:lvl8pPr>
              <a:defRPr sz="1350" b="1">
                <a:solidFill>
                  <a:srgbClr val="007D85"/>
                </a:solidFill>
                <a:latin typeface="DejaVu Sans"/>
                <a:ea typeface="DejaVu Sans"/>
                <a:cs typeface="DejaVu Sans"/>
              </a:defRPr>
            </a:lvl8pPr>
            <a:lvl9pPr>
              <a:defRPr sz="1350" b="1">
                <a:solidFill>
                  <a:srgbClr val="007D85"/>
                </a:solidFill>
                <a:latin typeface="DejaVu Sans"/>
                <a:ea typeface="DejaVu Sans"/>
                <a:cs typeface="DejaVu Sans"/>
              </a:defRPr>
            </a:lvl9pPr>
          </a:lstStyle>
          <a:p>
            <a:pPr>
              <a:defRPr sz="1350" b="1">
                <a:solidFill>
                  <a:srgbClr val="007D85"/>
                </a:solidFill>
                <a:latin typeface="DejaVu Sans"/>
                <a:ea typeface="DejaVu Sans"/>
                <a:cs typeface="DejaVu Sans"/>
              </a:defRPr>
            </a:pPr>
            <a:r>
              <a:rPr sz="1350" b="1">
                <a:solidFill>
                  <a:srgbClr val="007D85"/>
                </a:solidFill>
                <a:latin typeface="DejaVu Sans"/>
                <a:ea typeface="DejaVu Sans"/>
                <a:cs typeface="DejaVu Sans"/>
              </a:rPr>
              <a:t>BAB 3  UI/UX</a:t>
            </a:r>
          </a:p>
        </p:txBody>
      </p:sp>
      <p:sp>
        <p:nvSpPr>
          <p:cNvPr id="2" name="text-1">
            <a:extLst>
              <a:ext uri="{FF2B5EF4-FFF2-40B4-BE49-F238E27FC236}">
                <a16:creationId xmlns:a16="http://schemas.microsoft.com/office/drawing/2014/main" id="{DB2B1C94-F552-4494-8970-4B09B2A52A6E}"/>
              </a:ext>
            </a:extLst>
          </p:cNvPr>
          <p:cNvSpPr>
            <a:spLocks noGrp="1"/>
          </p:cNvSpPr>
          <p:nvPr/>
        </p:nvSpPr>
        <p:spPr>
          <a:xfrm>
            <a:off x="609600" y="866775"/>
            <a:ext cx="10953750" cy="895350"/>
          </a:xfrm>
          <a:prstGeom prst="rect">
            <a:avLst/>
          </a:prstGeom>
          <a:noFill/>
          <a:ln w="0">
            <a:noFill/>
            <a:prstDash val="solid"/>
          </a:ln>
        </p:spPr>
        <p:txBody>
          <a:bodyPr lIns="0" tIns="0" rIns="0" bIns="0" anchor="t">
            <a:noAutofit/>
          </a:bodyPr>
          <a:lstStyle>
            <a:defPPr>
              <a:defRPr sz="3150" b="1">
                <a:solidFill>
                  <a:srgbClr val="10283F"/>
                </a:solidFill>
                <a:latin typeface="DejaVu Sans"/>
                <a:ea typeface="DejaVu Sans"/>
                <a:cs typeface="DejaVu Sans"/>
              </a:defRPr>
            </a:defPPr>
            <a:lvl1pPr>
              <a:defRPr sz="3150" b="1">
                <a:solidFill>
                  <a:srgbClr val="10283F"/>
                </a:solidFill>
                <a:latin typeface="DejaVu Sans"/>
                <a:ea typeface="DejaVu Sans"/>
                <a:cs typeface="DejaVu Sans"/>
              </a:defRPr>
            </a:lvl1pPr>
            <a:lvl2pPr>
              <a:defRPr sz="3150" b="1">
                <a:solidFill>
                  <a:srgbClr val="10283F"/>
                </a:solidFill>
                <a:latin typeface="DejaVu Sans"/>
                <a:ea typeface="DejaVu Sans"/>
                <a:cs typeface="DejaVu Sans"/>
              </a:defRPr>
            </a:lvl2pPr>
            <a:lvl3pPr>
              <a:defRPr sz="3150" b="1">
                <a:solidFill>
                  <a:srgbClr val="10283F"/>
                </a:solidFill>
                <a:latin typeface="DejaVu Sans"/>
                <a:ea typeface="DejaVu Sans"/>
                <a:cs typeface="DejaVu Sans"/>
              </a:defRPr>
            </a:lvl3pPr>
            <a:lvl4pPr>
              <a:defRPr sz="3150" b="1">
                <a:solidFill>
                  <a:srgbClr val="10283F"/>
                </a:solidFill>
                <a:latin typeface="DejaVu Sans"/>
                <a:ea typeface="DejaVu Sans"/>
                <a:cs typeface="DejaVu Sans"/>
              </a:defRPr>
            </a:lvl4pPr>
            <a:lvl5pPr>
              <a:defRPr sz="3150" b="1">
                <a:solidFill>
                  <a:srgbClr val="10283F"/>
                </a:solidFill>
                <a:latin typeface="DejaVu Sans"/>
                <a:ea typeface="DejaVu Sans"/>
                <a:cs typeface="DejaVu Sans"/>
              </a:defRPr>
            </a:lvl5pPr>
            <a:lvl6pPr>
              <a:defRPr sz="3150" b="1">
                <a:solidFill>
                  <a:srgbClr val="10283F"/>
                </a:solidFill>
                <a:latin typeface="DejaVu Sans"/>
                <a:ea typeface="DejaVu Sans"/>
                <a:cs typeface="DejaVu Sans"/>
              </a:defRPr>
            </a:lvl6pPr>
            <a:lvl7pPr>
              <a:defRPr sz="3150" b="1">
                <a:solidFill>
                  <a:srgbClr val="10283F"/>
                </a:solidFill>
                <a:latin typeface="DejaVu Sans"/>
                <a:ea typeface="DejaVu Sans"/>
                <a:cs typeface="DejaVu Sans"/>
              </a:defRPr>
            </a:lvl7pPr>
            <a:lvl8pPr>
              <a:defRPr sz="3150" b="1">
                <a:solidFill>
                  <a:srgbClr val="10283F"/>
                </a:solidFill>
                <a:latin typeface="DejaVu Sans"/>
                <a:ea typeface="DejaVu Sans"/>
                <a:cs typeface="DejaVu Sans"/>
              </a:defRPr>
            </a:lvl8pPr>
            <a:lvl9pPr>
              <a:defRPr sz="3150" b="1">
                <a:solidFill>
                  <a:srgbClr val="10283F"/>
                </a:solidFill>
                <a:latin typeface="DejaVu Sans"/>
                <a:ea typeface="DejaVu Sans"/>
                <a:cs typeface="DejaVu Sans"/>
              </a:defRPr>
            </a:lvl9pPr>
          </a:lstStyle>
          <a:p>
            <a:pPr>
              <a:defRPr sz="3150" b="1">
                <a:solidFill>
                  <a:srgbClr val="10283F"/>
                </a:solidFill>
                <a:latin typeface="DejaVu Sans"/>
                <a:ea typeface="DejaVu Sans"/>
                <a:cs typeface="DejaVu Sans"/>
              </a:defRPr>
            </a:pPr>
            <a:r>
              <a:rPr sz="3150" b="1">
                <a:solidFill>
                  <a:srgbClr val="10283F"/>
                </a:solidFill>
                <a:latin typeface="DejaVu Sans"/>
                <a:ea typeface="DejaVu Sans"/>
                <a:cs typeface="DejaVu Sans"/>
              </a:rPr>
              <a:t>Aset visual untuk pengalaman pengguna</a:t>
            </a:r>
          </a:p>
        </p:txBody>
      </p:sp>
      <p:sp>
        <p:nvSpPr>
          <p:cNvPr id="3" name="text-2">
            <a:extLst>
              <a:ext uri="{FF2B5EF4-FFF2-40B4-BE49-F238E27FC236}">
                <a16:creationId xmlns:a16="http://schemas.microsoft.com/office/drawing/2014/main" id="{EB3704E0-92EB-436D-911D-FD57B822964A}"/>
              </a:ext>
            </a:extLst>
          </p:cNvPr>
          <p:cNvSpPr>
            <a:spLocks noGrp="1"/>
          </p:cNvSpPr>
          <p:nvPr/>
        </p:nvSpPr>
        <p:spPr>
          <a:xfrm>
            <a:off x="609600" y="6410325"/>
            <a:ext cx="10096500" cy="238125"/>
          </a:xfrm>
          <a:prstGeom prst="rect">
            <a:avLst/>
          </a:prstGeom>
          <a:noFill/>
          <a:ln w="0">
            <a:noFill/>
            <a:prstDash val="solid"/>
          </a:ln>
        </p:spPr>
        <p:txBody>
          <a:bodyPr lIns="0" tIns="0" rIns="0" bIns="0" anchor="t">
            <a:noAutofit/>
          </a:bodyPr>
          <a:lstStyle>
            <a:defPPr>
              <a:defRPr sz="1050" b="0">
                <a:solidFill>
                  <a:srgbClr val="506778"/>
                </a:solidFill>
                <a:latin typeface="DejaVu Sans"/>
                <a:ea typeface="DejaVu Sans"/>
                <a:cs typeface="DejaVu Sans"/>
              </a:defRPr>
            </a:defPPr>
            <a:lvl1pPr>
              <a:defRPr sz="1050" b="0">
                <a:solidFill>
                  <a:srgbClr val="506778"/>
                </a:solidFill>
                <a:latin typeface="DejaVu Sans"/>
                <a:ea typeface="DejaVu Sans"/>
                <a:cs typeface="DejaVu Sans"/>
              </a:defRPr>
            </a:lvl1pPr>
            <a:lvl2pPr>
              <a:defRPr sz="1050" b="0">
                <a:solidFill>
                  <a:srgbClr val="506778"/>
                </a:solidFill>
                <a:latin typeface="DejaVu Sans"/>
                <a:ea typeface="DejaVu Sans"/>
                <a:cs typeface="DejaVu Sans"/>
              </a:defRPr>
            </a:lvl2pPr>
            <a:lvl3pPr>
              <a:defRPr sz="1050" b="0">
                <a:solidFill>
                  <a:srgbClr val="506778"/>
                </a:solidFill>
                <a:latin typeface="DejaVu Sans"/>
                <a:ea typeface="DejaVu Sans"/>
                <a:cs typeface="DejaVu Sans"/>
              </a:defRPr>
            </a:lvl3pPr>
            <a:lvl4pPr>
              <a:defRPr sz="1050" b="0">
                <a:solidFill>
                  <a:srgbClr val="506778"/>
                </a:solidFill>
                <a:latin typeface="DejaVu Sans"/>
                <a:ea typeface="DejaVu Sans"/>
                <a:cs typeface="DejaVu Sans"/>
              </a:defRPr>
            </a:lvl4pPr>
            <a:lvl5pPr>
              <a:defRPr sz="1050" b="0">
                <a:solidFill>
                  <a:srgbClr val="506778"/>
                </a:solidFill>
                <a:latin typeface="DejaVu Sans"/>
                <a:ea typeface="DejaVu Sans"/>
                <a:cs typeface="DejaVu Sans"/>
              </a:defRPr>
            </a:lvl5pPr>
            <a:lvl6pPr>
              <a:defRPr sz="1050" b="0">
                <a:solidFill>
                  <a:srgbClr val="506778"/>
                </a:solidFill>
                <a:latin typeface="DejaVu Sans"/>
                <a:ea typeface="DejaVu Sans"/>
                <a:cs typeface="DejaVu Sans"/>
              </a:defRPr>
            </a:lvl6pPr>
            <a:lvl7pPr>
              <a:defRPr sz="1050" b="0">
                <a:solidFill>
                  <a:srgbClr val="506778"/>
                </a:solidFill>
                <a:latin typeface="DejaVu Sans"/>
                <a:ea typeface="DejaVu Sans"/>
                <a:cs typeface="DejaVu Sans"/>
              </a:defRPr>
            </a:lvl7pPr>
            <a:lvl8pPr>
              <a:defRPr sz="1050" b="0">
                <a:solidFill>
                  <a:srgbClr val="506778"/>
                </a:solidFill>
                <a:latin typeface="DejaVu Sans"/>
                <a:ea typeface="DejaVu Sans"/>
                <a:cs typeface="DejaVu Sans"/>
              </a:defRPr>
            </a:lvl8pPr>
            <a:lvl9pPr>
              <a:defRPr sz="1050" b="0">
                <a:solidFill>
                  <a:srgbClr val="506778"/>
                </a:solidFill>
                <a:latin typeface="DejaVu Sans"/>
                <a:ea typeface="DejaVu Sans"/>
                <a:cs typeface="DejaVu Sans"/>
              </a:defRPr>
            </a:lvl9pPr>
          </a:lstStyle>
          <a:p>
            <a:pPr>
              <a:defRPr sz="1050" b="0">
                <a:solidFill>
                  <a:srgbClr val="506778"/>
                </a:solidFill>
                <a:latin typeface="DejaVu Sans"/>
                <a:ea typeface="DejaVu Sans"/>
                <a:cs typeface="DejaVu Sans"/>
              </a:defRPr>
            </a:pPr>
            <a:r>
              <a:rPr sz="1050" b="0">
                <a:solidFill>
                  <a:srgbClr val="506778"/>
                </a:solidFill>
                <a:latin typeface="DejaVu Sans"/>
                <a:ea typeface="DejaVu Sans"/>
                <a:cs typeface="DejaVu Sans"/>
              </a:rPr>
              <a:t>Sumber: E-book Bab 3 (PDF hlm. 12–13)</a:t>
            </a:r>
          </a:p>
        </p:txBody>
      </p:sp>
      <p:sp>
        <p:nvSpPr>
          <p:cNvPr id="4" name="text-3">
            <a:extLst>
              <a:ext uri="{FF2B5EF4-FFF2-40B4-BE49-F238E27FC236}">
                <a16:creationId xmlns:a16="http://schemas.microsoft.com/office/drawing/2014/main" id="{0D811784-11C3-4CC1-B34C-2D30443EE06F}"/>
              </a:ext>
            </a:extLst>
          </p:cNvPr>
          <p:cNvSpPr>
            <a:spLocks noGrp="1"/>
          </p:cNvSpPr>
          <p:nvPr/>
        </p:nvSpPr>
        <p:spPr>
          <a:xfrm>
            <a:off x="11106150" y="6372225"/>
            <a:ext cx="476250" cy="285750"/>
          </a:xfrm>
          <a:prstGeom prst="rect">
            <a:avLst/>
          </a:prstGeom>
          <a:noFill/>
          <a:ln w="0">
            <a:noFill/>
            <a:prstDash val="solid"/>
          </a:ln>
        </p:spPr>
        <p:txBody>
          <a:bodyPr lIns="0" tIns="0" rIns="0" bIns="0" anchor="t">
            <a:noAutofit/>
          </a:bodyPr>
          <a:lstStyle>
            <a:defPPr>
              <a:defRPr sz="1425" b="1">
                <a:solidFill>
                  <a:srgbClr val="007D85"/>
                </a:solidFill>
                <a:latin typeface="DejaVu Sans"/>
                <a:ea typeface="DejaVu Sans"/>
                <a:cs typeface="DejaVu Sans"/>
              </a:defRPr>
            </a:defPPr>
            <a:lvl1pPr>
              <a:defRPr sz="1425" b="1">
                <a:solidFill>
                  <a:srgbClr val="007D85"/>
                </a:solidFill>
                <a:latin typeface="DejaVu Sans"/>
                <a:ea typeface="DejaVu Sans"/>
                <a:cs typeface="DejaVu Sans"/>
              </a:defRPr>
            </a:lvl1pPr>
            <a:lvl2pPr>
              <a:defRPr sz="1425" b="1">
                <a:solidFill>
                  <a:srgbClr val="007D85"/>
                </a:solidFill>
                <a:latin typeface="DejaVu Sans"/>
                <a:ea typeface="DejaVu Sans"/>
                <a:cs typeface="DejaVu Sans"/>
              </a:defRPr>
            </a:lvl2pPr>
            <a:lvl3pPr>
              <a:defRPr sz="1425" b="1">
                <a:solidFill>
                  <a:srgbClr val="007D85"/>
                </a:solidFill>
                <a:latin typeface="DejaVu Sans"/>
                <a:ea typeface="DejaVu Sans"/>
                <a:cs typeface="DejaVu Sans"/>
              </a:defRPr>
            </a:lvl3pPr>
            <a:lvl4pPr>
              <a:defRPr sz="1425" b="1">
                <a:solidFill>
                  <a:srgbClr val="007D85"/>
                </a:solidFill>
                <a:latin typeface="DejaVu Sans"/>
                <a:ea typeface="DejaVu Sans"/>
                <a:cs typeface="DejaVu Sans"/>
              </a:defRPr>
            </a:lvl4pPr>
            <a:lvl5pPr>
              <a:defRPr sz="1425" b="1">
                <a:solidFill>
                  <a:srgbClr val="007D85"/>
                </a:solidFill>
                <a:latin typeface="DejaVu Sans"/>
                <a:ea typeface="DejaVu Sans"/>
                <a:cs typeface="DejaVu Sans"/>
              </a:defRPr>
            </a:lvl5pPr>
            <a:lvl6pPr>
              <a:defRPr sz="1425" b="1">
                <a:solidFill>
                  <a:srgbClr val="007D85"/>
                </a:solidFill>
                <a:latin typeface="DejaVu Sans"/>
                <a:ea typeface="DejaVu Sans"/>
                <a:cs typeface="DejaVu Sans"/>
              </a:defRPr>
            </a:lvl6pPr>
            <a:lvl7pPr>
              <a:defRPr sz="1425" b="1">
                <a:solidFill>
                  <a:srgbClr val="007D85"/>
                </a:solidFill>
                <a:latin typeface="DejaVu Sans"/>
                <a:ea typeface="DejaVu Sans"/>
                <a:cs typeface="DejaVu Sans"/>
              </a:defRPr>
            </a:lvl7pPr>
            <a:lvl8pPr>
              <a:defRPr sz="1425" b="1">
                <a:solidFill>
                  <a:srgbClr val="007D85"/>
                </a:solidFill>
                <a:latin typeface="DejaVu Sans"/>
                <a:ea typeface="DejaVu Sans"/>
                <a:cs typeface="DejaVu Sans"/>
              </a:defRPr>
            </a:lvl8pPr>
            <a:lvl9pPr>
              <a:defRPr sz="1425" b="1">
                <a:solidFill>
                  <a:srgbClr val="007D85"/>
                </a:solidFill>
                <a:latin typeface="DejaVu Sans"/>
                <a:ea typeface="DejaVu Sans"/>
                <a:cs typeface="DejaVu Sans"/>
              </a:defRPr>
            </a:lvl9pPr>
          </a:lstStyle>
          <a:p>
            <a:pPr>
              <a:defRPr sz="1425" b="1">
                <a:solidFill>
                  <a:srgbClr val="007D85"/>
                </a:solidFill>
                <a:latin typeface="DejaVu Sans"/>
                <a:ea typeface="DejaVu Sans"/>
                <a:cs typeface="DejaVu Sans"/>
              </a:defRPr>
            </a:pPr>
            <a:r>
              <a:rPr sz="1425" b="1">
                <a:solidFill>
                  <a:srgbClr val="007D85"/>
                </a:solidFill>
                <a:latin typeface="DejaVu Sans"/>
                <a:ea typeface="DejaVu Sans"/>
                <a:cs typeface="DejaVu Sans"/>
              </a:rPr>
              <a:t>20</a:t>
            </a:r>
          </a:p>
        </p:txBody>
      </p:sp>
      <p:sp>
        <p:nvSpPr>
          <p:cNvPr id="5" name="text-4">
            <a:extLst>
              <a:ext uri="{FF2B5EF4-FFF2-40B4-BE49-F238E27FC236}">
                <a16:creationId xmlns:a16="http://schemas.microsoft.com/office/drawing/2014/main" id="{8762145F-B2F2-4999-9834-EB1A9000E417}"/>
              </a:ext>
            </a:extLst>
          </p:cNvPr>
          <p:cNvSpPr>
            <a:spLocks noGrp="1"/>
          </p:cNvSpPr>
          <p:nvPr/>
        </p:nvSpPr>
        <p:spPr>
          <a:xfrm>
            <a:off x="609600" y="195262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Drawable</a:t>
            </a:r>
          </a:p>
        </p:txBody>
      </p:sp>
      <p:sp>
        <p:nvSpPr>
          <p:cNvPr id="6" name="text-5">
            <a:extLst>
              <a:ext uri="{FF2B5EF4-FFF2-40B4-BE49-F238E27FC236}">
                <a16:creationId xmlns:a16="http://schemas.microsoft.com/office/drawing/2014/main" id="{B938BD82-D6A2-4BE1-A380-BF5540437F30}"/>
              </a:ext>
            </a:extLst>
          </p:cNvPr>
          <p:cNvSpPr>
            <a:spLocks noGrp="1"/>
          </p:cNvSpPr>
          <p:nvPr/>
        </p:nvSpPr>
        <p:spPr>
          <a:xfrm>
            <a:off x="3714750" y="195262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Sumber grafis aplikasi yang dikelola melalui direktori res/drawable.</a:t>
            </a:r>
          </a:p>
        </p:txBody>
      </p:sp>
      <p:sp>
        <p:nvSpPr>
          <p:cNvPr id="7" name="text-6">
            <a:extLst>
              <a:ext uri="{FF2B5EF4-FFF2-40B4-BE49-F238E27FC236}">
                <a16:creationId xmlns:a16="http://schemas.microsoft.com/office/drawing/2014/main" id="{08726D29-26C3-4C35-8B57-09D86AC8F487}"/>
              </a:ext>
            </a:extLst>
          </p:cNvPr>
          <p:cNvSpPr>
            <a:spLocks noGrp="1"/>
          </p:cNvSpPr>
          <p:nvPr/>
        </p:nvSpPr>
        <p:spPr>
          <a:xfrm>
            <a:off x="609600" y="300037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Image Asset Studio</a:t>
            </a:r>
          </a:p>
        </p:txBody>
      </p:sp>
      <p:sp>
        <p:nvSpPr>
          <p:cNvPr id="8" name="text-7">
            <a:extLst>
              <a:ext uri="{FF2B5EF4-FFF2-40B4-BE49-F238E27FC236}">
                <a16:creationId xmlns:a16="http://schemas.microsoft.com/office/drawing/2014/main" id="{D39DD3A6-1D6B-4129-9AB9-44FBA7EC3F1D}"/>
              </a:ext>
            </a:extLst>
          </p:cNvPr>
          <p:cNvSpPr>
            <a:spLocks noGrp="1"/>
          </p:cNvSpPr>
          <p:nvPr/>
        </p:nvSpPr>
        <p:spPr>
          <a:xfrm>
            <a:off x="3714750" y="300037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Membuat ikon dari gambar, teks, atau material icon dan menyiapkan berbagai ukuran.</a:t>
            </a:r>
          </a:p>
        </p:txBody>
      </p:sp>
      <p:sp>
        <p:nvSpPr>
          <p:cNvPr id="9" name="text-8">
            <a:extLst>
              <a:ext uri="{FF2B5EF4-FFF2-40B4-BE49-F238E27FC236}">
                <a16:creationId xmlns:a16="http://schemas.microsoft.com/office/drawing/2014/main" id="{9C2DE9A3-F03D-4120-806A-DBEE705C8BE9}"/>
              </a:ext>
            </a:extLst>
          </p:cNvPr>
          <p:cNvSpPr>
            <a:spLocks noGrp="1"/>
          </p:cNvSpPr>
          <p:nvPr/>
        </p:nvSpPr>
        <p:spPr>
          <a:xfrm>
            <a:off x="609600" y="404812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Vector Asset Studio</a:t>
            </a:r>
          </a:p>
        </p:txBody>
      </p:sp>
      <p:sp>
        <p:nvSpPr>
          <p:cNvPr id="10" name="text-9">
            <a:extLst>
              <a:ext uri="{FF2B5EF4-FFF2-40B4-BE49-F238E27FC236}">
                <a16:creationId xmlns:a16="http://schemas.microsoft.com/office/drawing/2014/main" id="{DE57D5CD-98CC-4665-A94E-73D4FBCF048C}"/>
              </a:ext>
            </a:extLst>
          </p:cNvPr>
          <p:cNvSpPr>
            <a:spLocks noGrp="1"/>
          </p:cNvSpPr>
          <p:nvPr/>
        </p:nvSpPr>
        <p:spPr>
          <a:xfrm>
            <a:off x="3714750" y="404812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Menghasilkan aset vektor yang dapat diskalakan.</a:t>
            </a:r>
          </a:p>
        </p:txBody>
      </p:sp>
      <p:sp>
        <p:nvSpPr>
          <p:cNvPr id="11" name="text-10">
            <a:extLst>
              <a:ext uri="{FF2B5EF4-FFF2-40B4-BE49-F238E27FC236}">
                <a16:creationId xmlns:a16="http://schemas.microsoft.com/office/drawing/2014/main" id="{211848C0-DD1C-446E-89F4-ECCB5D6D53C7}"/>
              </a:ext>
            </a:extLst>
          </p:cNvPr>
          <p:cNvSpPr>
            <a:spLocks noGrp="1"/>
          </p:cNvSpPr>
          <p:nvPr/>
        </p:nvSpPr>
        <p:spPr>
          <a:xfrm>
            <a:off x="609600" y="509587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Penerapan</a:t>
            </a:r>
          </a:p>
        </p:txBody>
      </p:sp>
      <p:sp>
        <p:nvSpPr>
          <p:cNvPr id="12" name="text-11">
            <a:extLst>
              <a:ext uri="{FF2B5EF4-FFF2-40B4-BE49-F238E27FC236}">
                <a16:creationId xmlns:a16="http://schemas.microsoft.com/office/drawing/2014/main" id="{F405C1EC-B304-4CA9-ACF9-B0417B16E05F}"/>
              </a:ext>
            </a:extLst>
          </p:cNvPr>
          <p:cNvSpPr>
            <a:spLocks noGrp="1"/>
          </p:cNvSpPr>
          <p:nvPr/>
        </p:nvSpPr>
        <p:spPr>
          <a:xfrm>
            <a:off x="3714750" y="509587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Aset digunakan untuk launcher, action bar, tab, dan notifikasi sesuai kebutuhan antarmuka.</a:t>
            </a:r>
          </a:p>
        </p:txBody>
      </p:sp>
    </p:spTree>
    <p:extLst>
      <p:ext uri="{BB962C8B-B14F-4D97-AF65-F5344CB8AC3E}">
        <p14:creationId xmlns:p14="http://schemas.microsoft.com/office/powerpoint/2010/main" val="20605634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6F9FA"/>
        </a:solidFill>
        <a:effectLst/>
      </p:bgPr>
    </p:bg>
    <p:spTree>
      <p:nvGrpSpPr>
        <p:cNvPr id="1" name=""/>
        <p:cNvGrpSpPr/>
        <p:nvPr/>
      </p:nvGrpSpPr>
      <p:grpSpPr>
        <a:xfrm>
          <a:off x="0" y="0"/>
          <a:ext cx="0" cy="0"/>
          <a:chOff x="0" y="0"/>
          <a:chExt cx="0" cy="0"/>
        </a:xfrm>
      </p:grpSpPr>
      <p:sp>
        <p:nvSpPr>
          <p:cNvPr id="13" name="text-0">
            <a:extLst>
              <a:ext uri="{FF2B5EF4-FFF2-40B4-BE49-F238E27FC236}">
                <a16:creationId xmlns:a16="http://schemas.microsoft.com/office/drawing/2014/main" id="{1D07BDE9-E1C7-4706-853C-96F1DD8BE1C7}"/>
              </a:ext>
            </a:extLst>
          </p:cNvPr>
          <p:cNvSpPr>
            <a:spLocks noGrp="1"/>
          </p:cNvSpPr>
          <p:nvPr/>
        </p:nvSpPr>
        <p:spPr>
          <a:xfrm>
            <a:off x="609600" y="381000"/>
            <a:ext cx="10953750" cy="266700"/>
          </a:xfrm>
          <a:prstGeom prst="rect">
            <a:avLst/>
          </a:prstGeom>
          <a:noFill/>
          <a:ln w="0">
            <a:noFill/>
            <a:prstDash val="solid"/>
          </a:ln>
        </p:spPr>
        <p:txBody>
          <a:bodyPr lIns="0" tIns="0" rIns="0" bIns="0" anchor="t">
            <a:noAutofit/>
          </a:bodyPr>
          <a:lstStyle>
            <a:defPPr>
              <a:defRPr sz="1350" b="1">
                <a:solidFill>
                  <a:srgbClr val="007D85"/>
                </a:solidFill>
                <a:latin typeface="DejaVu Sans"/>
                <a:ea typeface="DejaVu Sans"/>
                <a:cs typeface="DejaVu Sans"/>
              </a:defRPr>
            </a:defPPr>
            <a:lvl1pPr>
              <a:defRPr sz="1350" b="1">
                <a:solidFill>
                  <a:srgbClr val="007D85"/>
                </a:solidFill>
                <a:latin typeface="DejaVu Sans"/>
                <a:ea typeface="DejaVu Sans"/>
                <a:cs typeface="DejaVu Sans"/>
              </a:defRPr>
            </a:lvl1pPr>
            <a:lvl2pPr>
              <a:defRPr sz="1350" b="1">
                <a:solidFill>
                  <a:srgbClr val="007D85"/>
                </a:solidFill>
                <a:latin typeface="DejaVu Sans"/>
                <a:ea typeface="DejaVu Sans"/>
                <a:cs typeface="DejaVu Sans"/>
              </a:defRPr>
            </a:lvl2pPr>
            <a:lvl3pPr>
              <a:defRPr sz="1350" b="1">
                <a:solidFill>
                  <a:srgbClr val="007D85"/>
                </a:solidFill>
                <a:latin typeface="DejaVu Sans"/>
                <a:ea typeface="DejaVu Sans"/>
                <a:cs typeface="DejaVu Sans"/>
              </a:defRPr>
            </a:lvl3pPr>
            <a:lvl4pPr>
              <a:defRPr sz="1350" b="1">
                <a:solidFill>
                  <a:srgbClr val="007D85"/>
                </a:solidFill>
                <a:latin typeface="DejaVu Sans"/>
                <a:ea typeface="DejaVu Sans"/>
                <a:cs typeface="DejaVu Sans"/>
              </a:defRPr>
            </a:lvl4pPr>
            <a:lvl5pPr>
              <a:defRPr sz="1350" b="1">
                <a:solidFill>
                  <a:srgbClr val="007D85"/>
                </a:solidFill>
                <a:latin typeface="DejaVu Sans"/>
                <a:ea typeface="DejaVu Sans"/>
                <a:cs typeface="DejaVu Sans"/>
              </a:defRPr>
            </a:lvl5pPr>
            <a:lvl6pPr>
              <a:defRPr sz="1350" b="1">
                <a:solidFill>
                  <a:srgbClr val="007D85"/>
                </a:solidFill>
                <a:latin typeface="DejaVu Sans"/>
                <a:ea typeface="DejaVu Sans"/>
                <a:cs typeface="DejaVu Sans"/>
              </a:defRPr>
            </a:lvl6pPr>
            <a:lvl7pPr>
              <a:defRPr sz="1350" b="1">
                <a:solidFill>
                  <a:srgbClr val="007D85"/>
                </a:solidFill>
                <a:latin typeface="DejaVu Sans"/>
                <a:ea typeface="DejaVu Sans"/>
                <a:cs typeface="DejaVu Sans"/>
              </a:defRPr>
            </a:lvl7pPr>
            <a:lvl8pPr>
              <a:defRPr sz="1350" b="1">
                <a:solidFill>
                  <a:srgbClr val="007D85"/>
                </a:solidFill>
                <a:latin typeface="DejaVu Sans"/>
                <a:ea typeface="DejaVu Sans"/>
                <a:cs typeface="DejaVu Sans"/>
              </a:defRPr>
            </a:lvl8pPr>
            <a:lvl9pPr>
              <a:defRPr sz="1350" b="1">
                <a:solidFill>
                  <a:srgbClr val="007D85"/>
                </a:solidFill>
                <a:latin typeface="DejaVu Sans"/>
                <a:ea typeface="DejaVu Sans"/>
                <a:cs typeface="DejaVu Sans"/>
              </a:defRPr>
            </a:lvl9pPr>
          </a:lstStyle>
          <a:p>
            <a:pPr>
              <a:defRPr sz="1350" b="1">
                <a:solidFill>
                  <a:srgbClr val="007D85"/>
                </a:solidFill>
                <a:latin typeface="DejaVu Sans"/>
                <a:ea typeface="DejaVu Sans"/>
                <a:cs typeface="DejaVu Sans"/>
              </a:defRPr>
            </a:pPr>
            <a:r>
              <a:rPr sz="1350" b="1">
                <a:solidFill>
                  <a:srgbClr val="007D85"/>
                </a:solidFill>
                <a:latin typeface="DejaVu Sans"/>
                <a:ea typeface="DejaVu Sans"/>
                <a:cs typeface="DejaVu Sans"/>
              </a:rPr>
              <a:t>BAB 3  UI/UX</a:t>
            </a:r>
          </a:p>
        </p:txBody>
      </p:sp>
      <p:sp>
        <p:nvSpPr>
          <p:cNvPr id="2" name="text-1">
            <a:extLst>
              <a:ext uri="{FF2B5EF4-FFF2-40B4-BE49-F238E27FC236}">
                <a16:creationId xmlns:a16="http://schemas.microsoft.com/office/drawing/2014/main" id="{BA8AC0BB-6AAC-4D4C-B825-D3AC7721FCC6}"/>
              </a:ext>
            </a:extLst>
          </p:cNvPr>
          <p:cNvSpPr>
            <a:spLocks noGrp="1"/>
          </p:cNvSpPr>
          <p:nvPr/>
        </p:nvSpPr>
        <p:spPr>
          <a:xfrm>
            <a:off x="609600" y="866775"/>
            <a:ext cx="10953750" cy="895350"/>
          </a:xfrm>
          <a:prstGeom prst="rect">
            <a:avLst/>
          </a:prstGeom>
          <a:noFill/>
          <a:ln w="0">
            <a:noFill/>
            <a:prstDash val="solid"/>
          </a:ln>
        </p:spPr>
        <p:txBody>
          <a:bodyPr lIns="0" tIns="0" rIns="0" bIns="0" anchor="t">
            <a:noAutofit/>
          </a:bodyPr>
          <a:lstStyle>
            <a:defPPr>
              <a:defRPr sz="3150" b="1">
                <a:solidFill>
                  <a:srgbClr val="10283F"/>
                </a:solidFill>
                <a:latin typeface="DejaVu Sans"/>
                <a:ea typeface="DejaVu Sans"/>
                <a:cs typeface="DejaVu Sans"/>
              </a:defRPr>
            </a:defPPr>
            <a:lvl1pPr>
              <a:defRPr sz="3150" b="1">
                <a:solidFill>
                  <a:srgbClr val="10283F"/>
                </a:solidFill>
                <a:latin typeface="DejaVu Sans"/>
                <a:ea typeface="DejaVu Sans"/>
                <a:cs typeface="DejaVu Sans"/>
              </a:defRPr>
            </a:lvl1pPr>
            <a:lvl2pPr>
              <a:defRPr sz="3150" b="1">
                <a:solidFill>
                  <a:srgbClr val="10283F"/>
                </a:solidFill>
                <a:latin typeface="DejaVu Sans"/>
                <a:ea typeface="DejaVu Sans"/>
                <a:cs typeface="DejaVu Sans"/>
              </a:defRPr>
            </a:lvl2pPr>
            <a:lvl3pPr>
              <a:defRPr sz="3150" b="1">
                <a:solidFill>
                  <a:srgbClr val="10283F"/>
                </a:solidFill>
                <a:latin typeface="DejaVu Sans"/>
                <a:ea typeface="DejaVu Sans"/>
                <a:cs typeface="DejaVu Sans"/>
              </a:defRPr>
            </a:lvl3pPr>
            <a:lvl4pPr>
              <a:defRPr sz="3150" b="1">
                <a:solidFill>
                  <a:srgbClr val="10283F"/>
                </a:solidFill>
                <a:latin typeface="DejaVu Sans"/>
                <a:ea typeface="DejaVu Sans"/>
                <a:cs typeface="DejaVu Sans"/>
              </a:defRPr>
            </a:lvl4pPr>
            <a:lvl5pPr>
              <a:defRPr sz="3150" b="1">
                <a:solidFill>
                  <a:srgbClr val="10283F"/>
                </a:solidFill>
                <a:latin typeface="DejaVu Sans"/>
                <a:ea typeface="DejaVu Sans"/>
                <a:cs typeface="DejaVu Sans"/>
              </a:defRPr>
            </a:lvl5pPr>
            <a:lvl6pPr>
              <a:defRPr sz="3150" b="1">
                <a:solidFill>
                  <a:srgbClr val="10283F"/>
                </a:solidFill>
                <a:latin typeface="DejaVu Sans"/>
                <a:ea typeface="DejaVu Sans"/>
                <a:cs typeface="DejaVu Sans"/>
              </a:defRPr>
            </a:lvl6pPr>
            <a:lvl7pPr>
              <a:defRPr sz="3150" b="1">
                <a:solidFill>
                  <a:srgbClr val="10283F"/>
                </a:solidFill>
                <a:latin typeface="DejaVu Sans"/>
                <a:ea typeface="DejaVu Sans"/>
                <a:cs typeface="DejaVu Sans"/>
              </a:defRPr>
            </a:lvl7pPr>
            <a:lvl8pPr>
              <a:defRPr sz="3150" b="1">
                <a:solidFill>
                  <a:srgbClr val="10283F"/>
                </a:solidFill>
                <a:latin typeface="DejaVu Sans"/>
                <a:ea typeface="DejaVu Sans"/>
                <a:cs typeface="DejaVu Sans"/>
              </a:defRPr>
            </a:lvl8pPr>
            <a:lvl9pPr>
              <a:defRPr sz="3150" b="1">
                <a:solidFill>
                  <a:srgbClr val="10283F"/>
                </a:solidFill>
                <a:latin typeface="DejaVu Sans"/>
                <a:ea typeface="DejaVu Sans"/>
                <a:cs typeface="DejaVu Sans"/>
              </a:defRPr>
            </a:lvl9pPr>
          </a:lstStyle>
          <a:p>
            <a:pPr>
              <a:defRPr sz="3150" b="1">
                <a:solidFill>
                  <a:srgbClr val="10283F"/>
                </a:solidFill>
                <a:latin typeface="DejaVu Sans"/>
                <a:ea typeface="DejaVu Sans"/>
                <a:cs typeface="DejaVu Sans"/>
              </a:defRPr>
            </a:pPr>
            <a:r>
              <a:rPr sz="3150" b="1">
                <a:solidFill>
                  <a:srgbClr val="10283F"/>
                </a:solidFill>
                <a:latin typeface="DejaVu Sans"/>
                <a:ea typeface="DejaVu Sans"/>
                <a:cs typeface="DejaVu Sans"/>
              </a:rPr>
              <a:t>ListView dan RecyclerView</a:t>
            </a:r>
          </a:p>
        </p:txBody>
      </p:sp>
      <p:sp>
        <p:nvSpPr>
          <p:cNvPr id="3" name="text-2">
            <a:extLst>
              <a:ext uri="{FF2B5EF4-FFF2-40B4-BE49-F238E27FC236}">
                <a16:creationId xmlns:a16="http://schemas.microsoft.com/office/drawing/2014/main" id="{B95C6D71-89B2-496F-8A5E-D9676609BAB0}"/>
              </a:ext>
            </a:extLst>
          </p:cNvPr>
          <p:cNvSpPr>
            <a:spLocks noGrp="1"/>
          </p:cNvSpPr>
          <p:nvPr/>
        </p:nvSpPr>
        <p:spPr>
          <a:xfrm>
            <a:off x="609600" y="6410325"/>
            <a:ext cx="10096500" cy="238125"/>
          </a:xfrm>
          <a:prstGeom prst="rect">
            <a:avLst/>
          </a:prstGeom>
          <a:noFill/>
          <a:ln w="0">
            <a:noFill/>
            <a:prstDash val="solid"/>
          </a:ln>
        </p:spPr>
        <p:txBody>
          <a:bodyPr lIns="0" tIns="0" rIns="0" bIns="0" anchor="t">
            <a:noAutofit/>
          </a:bodyPr>
          <a:lstStyle>
            <a:defPPr>
              <a:defRPr sz="1050" b="0">
                <a:solidFill>
                  <a:srgbClr val="506778"/>
                </a:solidFill>
                <a:latin typeface="DejaVu Sans"/>
                <a:ea typeface="DejaVu Sans"/>
                <a:cs typeface="DejaVu Sans"/>
              </a:defRPr>
            </a:defPPr>
            <a:lvl1pPr>
              <a:defRPr sz="1050" b="0">
                <a:solidFill>
                  <a:srgbClr val="506778"/>
                </a:solidFill>
                <a:latin typeface="DejaVu Sans"/>
                <a:ea typeface="DejaVu Sans"/>
                <a:cs typeface="DejaVu Sans"/>
              </a:defRPr>
            </a:lvl1pPr>
            <a:lvl2pPr>
              <a:defRPr sz="1050" b="0">
                <a:solidFill>
                  <a:srgbClr val="506778"/>
                </a:solidFill>
                <a:latin typeface="DejaVu Sans"/>
                <a:ea typeface="DejaVu Sans"/>
                <a:cs typeface="DejaVu Sans"/>
              </a:defRPr>
            </a:lvl2pPr>
            <a:lvl3pPr>
              <a:defRPr sz="1050" b="0">
                <a:solidFill>
                  <a:srgbClr val="506778"/>
                </a:solidFill>
                <a:latin typeface="DejaVu Sans"/>
                <a:ea typeface="DejaVu Sans"/>
                <a:cs typeface="DejaVu Sans"/>
              </a:defRPr>
            </a:lvl3pPr>
            <a:lvl4pPr>
              <a:defRPr sz="1050" b="0">
                <a:solidFill>
                  <a:srgbClr val="506778"/>
                </a:solidFill>
                <a:latin typeface="DejaVu Sans"/>
                <a:ea typeface="DejaVu Sans"/>
                <a:cs typeface="DejaVu Sans"/>
              </a:defRPr>
            </a:lvl4pPr>
            <a:lvl5pPr>
              <a:defRPr sz="1050" b="0">
                <a:solidFill>
                  <a:srgbClr val="506778"/>
                </a:solidFill>
                <a:latin typeface="DejaVu Sans"/>
                <a:ea typeface="DejaVu Sans"/>
                <a:cs typeface="DejaVu Sans"/>
              </a:defRPr>
            </a:lvl5pPr>
            <a:lvl6pPr>
              <a:defRPr sz="1050" b="0">
                <a:solidFill>
                  <a:srgbClr val="506778"/>
                </a:solidFill>
                <a:latin typeface="DejaVu Sans"/>
                <a:ea typeface="DejaVu Sans"/>
                <a:cs typeface="DejaVu Sans"/>
              </a:defRPr>
            </a:lvl6pPr>
            <a:lvl7pPr>
              <a:defRPr sz="1050" b="0">
                <a:solidFill>
                  <a:srgbClr val="506778"/>
                </a:solidFill>
                <a:latin typeface="DejaVu Sans"/>
                <a:ea typeface="DejaVu Sans"/>
                <a:cs typeface="DejaVu Sans"/>
              </a:defRPr>
            </a:lvl7pPr>
            <a:lvl8pPr>
              <a:defRPr sz="1050" b="0">
                <a:solidFill>
                  <a:srgbClr val="506778"/>
                </a:solidFill>
                <a:latin typeface="DejaVu Sans"/>
                <a:ea typeface="DejaVu Sans"/>
                <a:cs typeface="DejaVu Sans"/>
              </a:defRPr>
            </a:lvl8pPr>
            <a:lvl9pPr>
              <a:defRPr sz="1050" b="0">
                <a:solidFill>
                  <a:srgbClr val="506778"/>
                </a:solidFill>
                <a:latin typeface="DejaVu Sans"/>
                <a:ea typeface="DejaVu Sans"/>
                <a:cs typeface="DejaVu Sans"/>
              </a:defRPr>
            </a:lvl9pPr>
          </a:lstStyle>
          <a:p>
            <a:pPr>
              <a:defRPr sz="1050" b="0">
                <a:solidFill>
                  <a:srgbClr val="506778"/>
                </a:solidFill>
                <a:latin typeface="DejaVu Sans"/>
                <a:ea typeface="DejaVu Sans"/>
                <a:cs typeface="DejaVu Sans"/>
              </a:defRPr>
            </a:pPr>
            <a:r>
              <a:rPr sz="1050" b="0">
                <a:solidFill>
                  <a:srgbClr val="506778"/>
                </a:solidFill>
                <a:latin typeface="DejaVu Sans"/>
                <a:ea typeface="DejaVu Sans"/>
                <a:cs typeface="DejaVu Sans"/>
              </a:rPr>
              <a:t>Sumber: E-book Bab 3 (Bab 3 PDF hlm. 13–22; Bab 5 hlm. 24–26; Bab 6 hlm. 14–16)</a:t>
            </a:r>
          </a:p>
        </p:txBody>
      </p:sp>
      <p:sp>
        <p:nvSpPr>
          <p:cNvPr id="4" name="text-3">
            <a:extLst>
              <a:ext uri="{FF2B5EF4-FFF2-40B4-BE49-F238E27FC236}">
                <a16:creationId xmlns:a16="http://schemas.microsoft.com/office/drawing/2014/main" id="{DDEEA890-9733-42E9-9CBF-1D176B36774B}"/>
              </a:ext>
            </a:extLst>
          </p:cNvPr>
          <p:cNvSpPr>
            <a:spLocks noGrp="1"/>
          </p:cNvSpPr>
          <p:nvPr/>
        </p:nvSpPr>
        <p:spPr>
          <a:xfrm>
            <a:off x="11106150" y="6372225"/>
            <a:ext cx="476250" cy="285750"/>
          </a:xfrm>
          <a:prstGeom prst="rect">
            <a:avLst/>
          </a:prstGeom>
          <a:noFill/>
          <a:ln w="0">
            <a:noFill/>
            <a:prstDash val="solid"/>
          </a:ln>
        </p:spPr>
        <p:txBody>
          <a:bodyPr lIns="0" tIns="0" rIns="0" bIns="0" anchor="t">
            <a:noAutofit/>
          </a:bodyPr>
          <a:lstStyle>
            <a:defPPr>
              <a:defRPr sz="1425" b="1">
                <a:solidFill>
                  <a:srgbClr val="007D85"/>
                </a:solidFill>
                <a:latin typeface="DejaVu Sans"/>
                <a:ea typeface="DejaVu Sans"/>
                <a:cs typeface="DejaVu Sans"/>
              </a:defRPr>
            </a:defPPr>
            <a:lvl1pPr>
              <a:defRPr sz="1425" b="1">
                <a:solidFill>
                  <a:srgbClr val="007D85"/>
                </a:solidFill>
                <a:latin typeface="DejaVu Sans"/>
                <a:ea typeface="DejaVu Sans"/>
                <a:cs typeface="DejaVu Sans"/>
              </a:defRPr>
            </a:lvl1pPr>
            <a:lvl2pPr>
              <a:defRPr sz="1425" b="1">
                <a:solidFill>
                  <a:srgbClr val="007D85"/>
                </a:solidFill>
                <a:latin typeface="DejaVu Sans"/>
                <a:ea typeface="DejaVu Sans"/>
                <a:cs typeface="DejaVu Sans"/>
              </a:defRPr>
            </a:lvl2pPr>
            <a:lvl3pPr>
              <a:defRPr sz="1425" b="1">
                <a:solidFill>
                  <a:srgbClr val="007D85"/>
                </a:solidFill>
                <a:latin typeface="DejaVu Sans"/>
                <a:ea typeface="DejaVu Sans"/>
                <a:cs typeface="DejaVu Sans"/>
              </a:defRPr>
            </a:lvl3pPr>
            <a:lvl4pPr>
              <a:defRPr sz="1425" b="1">
                <a:solidFill>
                  <a:srgbClr val="007D85"/>
                </a:solidFill>
                <a:latin typeface="DejaVu Sans"/>
                <a:ea typeface="DejaVu Sans"/>
                <a:cs typeface="DejaVu Sans"/>
              </a:defRPr>
            </a:lvl4pPr>
            <a:lvl5pPr>
              <a:defRPr sz="1425" b="1">
                <a:solidFill>
                  <a:srgbClr val="007D85"/>
                </a:solidFill>
                <a:latin typeface="DejaVu Sans"/>
                <a:ea typeface="DejaVu Sans"/>
                <a:cs typeface="DejaVu Sans"/>
              </a:defRPr>
            </a:lvl5pPr>
            <a:lvl6pPr>
              <a:defRPr sz="1425" b="1">
                <a:solidFill>
                  <a:srgbClr val="007D85"/>
                </a:solidFill>
                <a:latin typeface="DejaVu Sans"/>
                <a:ea typeface="DejaVu Sans"/>
                <a:cs typeface="DejaVu Sans"/>
              </a:defRPr>
            </a:lvl6pPr>
            <a:lvl7pPr>
              <a:defRPr sz="1425" b="1">
                <a:solidFill>
                  <a:srgbClr val="007D85"/>
                </a:solidFill>
                <a:latin typeface="DejaVu Sans"/>
                <a:ea typeface="DejaVu Sans"/>
                <a:cs typeface="DejaVu Sans"/>
              </a:defRPr>
            </a:lvl7pPr>
            <a:lvl8pPr>
              <a:defRPr sz="1425" b="1">
                <a:solidFill>
                  <a:srgbClr val="007D85"/>
                </a:solidFill>
                <a:latin typeface="DejaVu Sans"/>
                <a:ea typeface="DejaVu Sans"/>
                <a:cs typeface="DejaVu Sans"/>
              </a:defRPr>
            </a:lvl8pPr>
            <a:lvl9pPr>
              <a:defRPr sz="1425" b="1">
                <a:solidFill>
                  <a:srgbClr val="007D85"/>
                </a:solidFill>
                <a:latin typeface="DejaVu Sans"/>
                <a:ea typeface="DejaVu Sans"/>
                <a:cs typeface="DejaVu Sans"/>
              </a:defRPr>
            </a:lvl9pPr>
          </a:lstStyle>
          <a:p>
            <a:pPr>
              <a:defRPr sz="1425" b="1">
                <a:solidFill>
                  <a:srgbClr val="007D85"/>
                </a:solidFill>
                <a:latin typeface="DejaVu Sans"/>
                <a:ea typeface="DejaVu Sans"/>
                <a:cs typeface="DejaVu Sans"/>
              </a:defRPr>
            </a:pPr>
            <a:r>
              <a:rPr sz="1425" b="1">
                <a:solidFill>
                  <a:srgbClr val="007D85"/>
                </a:solidFill>
                <a:latin typeface="DejaVu Sans"/>
                <a:ea typeface="DejaVu Sans"/>
                <a:cs typeface="DejaVu Sans"/>
              </a:rPr>
              <a:t>21</a:t>
            </a:r>
          </a:p>
        </p:txBody>
      </p:sp>
      <p:sp>
        <p:nvSpPr>
          <p:cNvPr id="5" name="text-4">
            <a:extLst>
              <a:ext uri="{FF2B5EF4-FFF2-40B4-BE49-F238E27FC236}">
                <a16:creationId xmlns:a16="http://schemas.microsoft.com/office/drawing/2014/main" id="{B647C0FE-E1D4-46EB-8C2F-B98CEC7ECF52}"/>
              </a:ext>
            </a:extLst>
          </p:cNvPr>
          <p:cNvSpPr>
            <a:spLocks noGrp="1"/>
          </p:cNvSpPr>
          <p:nvPr/>
        </p:nvSpPr>
        <p:spPr>
          <a:xfrm>
            <a:off x="609600" y="195262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ListView</a:t>
            </a:r>
          </a:p>
        </p:txBody>
      </p:sp>
      <p:sp>
        <p:nvSpPr>
          <p:cNvPr id="6" name="text-5">
            <a:extLst>
              <a:ext uri="{FF2B5EF4-FFF2-40B4-BE49-F238E27FC236}">
                <a16:creationId xmlns:a16="http://schemas.microsoft.com/office/drawing/2014/main" id="{497CD372-EC80-4748-A1B6-249EEAFA0875}"/>
              </a:ext>
            </a:extLst>
          </p:cNvPr>
          <p:cNvSpPr>
            <a:spLocks noGrp="1"/>
          </p:cNvSpPr>
          <p:nvPr/>
        </p:nvSpPr>
        <p:spPr>
          <a:xfrm>
            <a:off x="3714750" y="195262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Menampilkan daftar melalui adapter. Dipakai pada contoh biodata dan agenda di bab berikutnya.</a:t>
            </a:r>
          </a:p>
        </p:txBody>
      </p:sp>
      <p:sp>
        <p:nvSpPr>
          <p:cNvPr id="7" name="text-6">
            <a:extLst>
              <a:ext uri="{FF2B5EF4-FFF2-40B4-BE49-F238E27FC236}">
                <a16:creationId xmlns:a16="http://schemas.microsoft.com/office/drawing/2014/main" id="{41CAC084-F768-46B8-9530-1C7FDC11D6A6}"/>
              </a:ext>
            </a:extLst>
          </p:cNvPr>
          <p:cNvSpPr>
            <a:spLocks noGrp="1"/>
          </p:cNvSpPr>
          <p:nvPr/>
        </p:nvSpPr>
        <p:spPr>
          <a:xfrm>
            <a:off x="609600" y="300037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RecyclerView</a:t>
            </a:r>
          </a:p>
        </p:txBody>
      </p:sp>
      <p:sp>
        <p:nvSpPr>
          <p:cNvPr id="8" name="text-7">
            <a:extLst>
              <a:ext uri="{FF2B5EF4-FFF2-40B4-BE49-F238E27FC236}">
                <a16:creationId xmlns:a16="http://schemas.microsoft.com/office/drawing/2014/main" id="{2B2FF4E9-2D64-460E-B3DD-B19376360B48}"/>
              </a:ext>
            </a:extLst>
          </p:cNvPr>
          <p:cNvSpPr>
            <a:spLocks noGrp="1"/>
          </p:cNvSpPr>
          <p:nvPr/>
        </p:nvSpPr>
        <p:spPr>
          <a:xfrm>
            <a:off x="3714750" y="300037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Komponen daftar yang dibahas lebih rinci untuk penyajian data yang fleksibel dan efisien.</a:t>
            </a:r>
          </a:p>
        </p:txBody>
      </p:sp>
      <p:sp>
        <p:nvSpPr>
          <p:cNvPr id="9" name="text-8">
            <a:extLst>
              <a:ext uri="{FF2B5EF4-FFF2-40B4-BE49-F238E27FC236}">
                <a16:creationId xmlns:a16="http://schemas.microsoft.com/office/drawing/2014/main" id="{B3F019C1-FF9A-4A33-99D4-41418279F643}"/>
              </a:ext>
            </a:extLst>
          </p:cNvPr>
          <p:cNvSpPr>
            <a:spLocks noGrp="1"/>
          </p:cNvSpPr>
          <p:nvPr/>
        </p:nvSpPr>
        <p:spPr>
          <a:xfrm>
            <a:off x="609600" y="404812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Pembagian tanggung jawab</a:t>
            </a:r>
          </a:p>
        </p:txBody>
      </p:sp>
      <p:sp>
        <p:nvSpPr>
          <p:cNvPr id="10" name="text-9">
            <a:extLst>
              <a:ext uri="{FF2B5EF4-FFF2-40B4-BE49-F238E27FC236}">
                <a16:creationId xmlns:a16="http://schemas.microsoft.com/office/drawing/2014/main" id="{A784818B-927F-49FD-8AF2-A29DEBE00CD6}"/>
              </a:ext>
            </a:extLst>
          </p:cNvPr>
          <p:cNvSpPr>
            <a:spLocks noGrp="1"/>
          </p:cNvSpPr>
          <p:nvPr/>
        </p:nvSpPr>
        <p:spPr>
          <a:xfrm>
            <a:off x="3714750" y="404812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Model menyimpan data, adapter menghubungkan data ke ViewHolder, LayoutManager mengatur susunan.</a:t>
            </a:r>
          </a:p>
        </p:txBody>
      </p:sp>
      <p:sp>
        <p:nvSpPr>
          <p:cNvPr id="11" name="text-10">
            <a:extLst>
              <a:ext uri="{FF2B5EF4-FFF2-40B4-BE49-F238E27FC236}">
                <a16:creationId xmlns:a16="http://schemas.microsoft.com/office/drawing/2014/main" id="{6CFD3704-66C8-4450-88F8-8A89112DC7FC}"/>
              </a:ext>
            </a:extLst>
          </p:cNvPr>
          <p:cNvSpPr>
            <a:spLocks noGrp="1"/>
          </p:cNvSpPr>
          <p:nvPr/>
        </p:nvSpPr>
        <p:spPr>
          <a:xfrm>
            <a:off x="609600" y="509587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Interaksi item</a:t>
            </a:r>
          </a:p>
        </p:txBody>
      </p:sp>
      <p:sp>
        <p:nvSpPr>
          <p:cNvPr id="12" name="text-11">
            <a:extLst>
              <a:ext uri="{FF2B5EF4-FFF2-40B4-BE49-F238E27FC236}">
                <a16:creationId xmlns:a16="http://schemas.microsoft.com/office/drawing/2014/main" id="{88A177B8-3FA7-446A-A710-E279081121FE}"/>
              </a:ext>
            </a:extLst>
          </p:cNvPr>
          <p:cNvSpPr>
            <a:spLocks noGrp="1"/>
          </p:cNvSpPr>
          <p:nvPr/>
        </p:nvSpPr>
        <p:spPr>
          <a:xfrm>
            <a:off x="3714750" y="509587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Callback meneruskan item yang dipilih ke Activity, misalnya untuk menampilkan Toast atau detail.</a:t>
            </a:r>
          </a:p>
        </p:txBody>
      </p:sp>
    </p:spTree>
    <p:extLst>
      <p:ext uri="{BB962C8B-B14F-4D97-AF65-F5344CB8AC3E}">
        <p14:creationId xmlns:p14="http://schemas.microsoft.com/office/powerpoint/2010/main" val="12507294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6F9FA"/>
        </a:solidFill>
        <a:effectLst/>
      </p:bgPr>
    </p:bg>
    <p:spTree>
      <p:nvGrpSpPr>
        <p:cNvPr id="1" name=""/>
        <p:cNvGrpSpPr/>
        <p:nvPr/>
      </p:nvGrpSpPr>
      <p:grpSpPr>
        <a:xfrm>
          <a:off x="0" y="0"/>
          <a:ext cx="0" cy="0"/>
          <a:chOff x="0" y="0"/>
          <a:chExt cx="0" cy="0"/>
        </a:xfrm>
      </p:grpSpPr>
      <p:sp>
        <p:nvSpPr>
          <p:cNvPr id="13" name="text-0">
            <a:extLst>
              <a:ext uri="{FF2B5EF4-FFF2-40B4-BE49-F238E27FC236}">
                <a16:creationId xmlns:a16="http://schemas.microsoft.com/office/drawing/2014/main" id="{E2EB2EF6-775A-440F-9DA0-0BD95A22AF27}"/>
              </a:ext>
            </a:extLst>
          </p:cNvPr>
          <p:cNvSpPr>
            <a:spLocks noGrp="1"/>
          </p:cNvSpPr>
          <p:nvPr/>
        </p:nvSpPr>
        <p:spPr>
          <a:xfrm>
            <a:off x="609600" y="381000"/>
            <a:ext cx="10953750" cy="266700"/>
          </a:xfrm>
          <a:prstGeom prst="rect">
            <a:avLst/>
          </a:prstGeom>
          <a:noFill/>
          <a:ln w="0">
            <a:noFill/>
            <a:prstDash val="solid"/>
          </a:ln>
        </p:spPr>
        <p:txBody>
          <a:bodyPr lIns="0" tIns="0" rIns="0" bIns="0" anchor="t">
            <a:noAutofit/>
          </a:bodyPr>
          <a:lstStyle>
            <a:defPPr>
              <a:defRPr sz="1350" b="1">
                <a:solidFill>
                  <a:srgbClr val="007D85"/>
                </a:solidFill>
                <a:latin typeface="DejaVu Sans"/>
                <a:ea typeface="DejaVu Sans"/>
                <a:cs typeface="DejaVu Sans"/>
              </a:defRPr>
            </a:defPPr>
            <a:lvl1pPr>
              <a:defRPr sz="1350" b="1">
                <a:solidFill>
                  <a:srgbClr val="007D85"/>
                </a:solidFill>
                <a:latin typeface="DejaVu Sans"/>
                <a:ea typeface="DejaVu Sans"/>
                <a:cs typeface="DejaVu Sans"/>
              </a:defRPr>
            </a:lvl1pPr>
            <a:lvl2pPr>
              <a:defRPr sz="1350" b="1">
                <a:solidFill>
                  <a:srgbClr val="007D85"/>
                </a:solidFill>
                <a:latin typeface="DejaVu Sans"/>
                <a:ea typeface="DejaVu Sans"/>
                <a:cs typeface="DejaVu Sans"/>
              </a:defRPr>
            </a:lvl2pPr>
            <a:lvl3pPr>
              <a:defRPr sz="1350" b="1">
                <a:solidFill>
                  <a:srgbClr val="007D85"/>
                </a:solidFill>
                <a:latin typeface="DejaVu Sans"/>
                <a:ea typeface="DejaVu Sans"/>
                <a:cs typeface="DejaVu Sans"/>
              </a:defRPr>
            </a:lvl3pPr>
            <a:lvl4pPr>
              <a:defRPr sz="1350" b="1">
                <a:solidFill>
                  <a:srgbClr val="007D85"/>
                </a:solidFill>
                <a:latin typeface="DejaVu Sans"/>
                <a:ea typeface="DejaVu Sans"/>
                <a:cs typeface="DejaVu Sans"/>
              </a:defRPr>
            </a:lvl4pPr>
            <a:lvl5pPr>
              <a:defRPr sz="1350" b="1">
                <a:solidFill>
                  <a:srgbClr val="007D85"/>
                </a:solidFill>
                <a:latin typeface="DejaVu Sans"/>
                <a:ea typeface="DejaVu Sans"/>
                <a:cs typeface="DejaVu Sans"/>
              </a:defRPr>
            </a:lvl5pPr>
            <a:lvl6pPr>
              <a:defRPr sz="1350" b="1">
                <a:solidFill>
                  <a:srgbClr val="007D85"/>
                </a:solidFill>
                <a:latin typeface="DejaVu Sans"/>
                <a:ea typeface="DejaVu Sans"/>
                <a:cs typeface="DejaVu Sans"/>
              </a:defRPr>
            </a:lvl6pPr>
            <a:lvl7pPr>
              <a:defRPr sz="1350" b="1">
                <a:solidFill>
                  <a:srgbClr val="007D85"/>
                </a:solidFill>
                <a:latin typeface="DejaVu Sans"/>
                <a:ea typeface="DejaVu Sans"/>
                <a:cs typeface="DejaVu Sans"/>
              </a:defRPr>
            </a:lvl7pPr>
            <a:lvl8pPr>
              <a:defRPr sz="1350" b="1">
                <a:solidFill>
                  <a:srgbClr val="007D85"/>
                </a:solidFill>
                <a:latin typeface="DejaVu Sans"/>
                <a:ea typeface="DejaVu Sans"/>
                <a:cs typeface="DejaVu Sans"/>
              </a:defRPr>
            </a:lvl8pPr>
            <a:lvl9pPr>
              <a:defRPr sz="1350" b="1">
                <a:solidFill>
                  <a:srgbClr val="007D85"/>
                </a:solidFill>
                <a:latin typeface="DejaVu Sans"/>
                <a:ea typeface="DejaVu Sans"/>
                <a:cs typeface="DejaVu Sans"/>
              </a:defRPr>
            </a:lvl9pPr>
          </a:lstStyle>
          <a:p>
            <a:pPr>
              <a:defRPr sz="1350" b="1">
                <a:solidFill>
                  <a:srgbClr val="007D85"/>
                </a:solidFill>
                <a:latin typeface="DejaVu Sans"/>
                <a:ea typeface="DejaVu Sans"/>
                <a:cs typeface="DejaVu Sans"/>
              </a:defRPr>
            </a:pPr>
            <a:r>
              <a:rPr sz="1350" b="1">
                <a:solidFill>
                  <a:srgbClr val="007D85"/>
                </a:solidFill>
                <a:latin typeface="DejaVu Sans"/>
                <a:ea typeface="DejaVu Sans"/>
                <a:cs typeface="DejaVu Sans"/>
              </a:rPr>
              <a:t>BAB 3  UI/UX</a:t>
            </a:r>
          </a:p>
        </p:txBody>
      </p:sp>
      <p:sp>
        <p:nvSpPr>
          <p:cNvPr id="2" name="text-1">
            <a:extLst>
              <a:ext uri="{FF2B5EF4-FFF2-40B4-BE49-F238E27FC236}">
                <a16:creationId xmlns:a16="http://schemas.microsoft.com/office/drawing/2014/main" id="{49B615C3-E723-41B4-B34C-FCA8A6160E12}"/>
              </a:ext>
            </a:extLst>
          </p:cNvPr>
          <p:cNvSpPr>
            <a:spLocks noGrp="1"/>
          </p:cNvSpPr>
          <p:nvPr/>
        </p:nvSpPr>
        <p:spPr>
          <a:xfrm>
            <a:off x="609600" y="866775"/>
            <a:ext cx="10953750" cy="895350"/>
          </a:xfrm>
          <a:prstGeom prst="rect">
            <a:avLst/>
          </a:prstGeom>
          <a:noFill/>
          <a:ln w="0">
            <a:noFill/>
            <a:prstDash val="solid"/>
          </a:ln>
        </p:spPr>
        <p:txBody>
          <a:bodyPr lIns="0" tIns="0" rIns="0" bIns="0" anchor="t">
            <a:noAutofit/>
          </a:bodyPr>
          <a:lstStyle>
            <a:defPPr>
              <a:defRPr sz="3150" b="1">
                <a:solidFill>
                  <a:srgbClr val="10283F"/>
                </a:solidFill>
                <a:latin typeface="DejaVu Sans"/>
                <a:ea typeface="DejaVu Sans"/>
                <a:cs typeface="DejaVu Sans"/>
              </a:defRPr>
            </a:defPPr>
            <a:lvl1pPr>
              <a:defRPr sz="3150" b="1">
                <a:solidFill>
                  <a:srgbClr val="10283F"/>
                </a:solidFill>
                <a:latin typeface="DejaVu Sans"/>
                <a:ea typeface="DejaVu Sans"/>
                <a:cs typeface="DejaVu Sans"/>
              </a:defRPr>
            </a:lvl1pPr>
            <a:lvl2pPr>
              <a:defRPr sz="3150" b="1">
                <a:solidFill>
                  <a:srgbClr val="10283F"/>
                </a:solidFill>
                <a:latin typeface="DejaVu Sans"/>
                <a:ea typeface="DejaVu Sans"/>
                <a:cs typeface="DejaVu Sans"/>
              </a:defRPr>
            </a:lvl2pPr>
            <a:lvl3pPr>
              <a:defRPr sz="3150" b="1">
                <a:solidFill>
                  <a:srgbClr val="10283F"/>
                </a:solidFill>
                <a:latin typeface="DejaVu Sans"/>
                <a:ea typeface="DejaVu Sans"/>
                <a:cs typeface="DejaVu Sans"/>
              </a:defRPr>
            </a:lvl3pPr>
            <a:lvl4pPr>
              <a:defRPr sz="3150" b="1">
                <a:solidFill>
                  <a:srgbClr val="10283F"/>
                </a:solidFill>
                <a:latin typeface="DejaVu Sans"/>
                <a:ea typeface="DejaVu Sans"/>
                <a:cs typeface="DejaVu Sans"/>
              </a:defRPr>
            </a:lvl4pPr>
            <a:lvl5pPr>
              <a:defRPr sz="3150" b="1">
                <a:solidFill>
                  <a:srgbClr val="10283F"/>
                </a:solidFill>
                <a:latin typeface="DejaVu Sans"/>
                <a:ea typeface="DejaVu Sans"/>
                <a:cs typeface="DejaVu Sans"/>
              </a:defRPr>
            </a:lvl5pPr>
            <a:lvl6pPr>
              <a:defRPr sz="3150" b="1">
                <a:solidFill>
                  <a:srgbClr val="10283F"/>
                </a:solidFill>
                <a:latin typeface="DejaVu Sans"/>
                <a:ea typeface="DejaVu Sans"/>
                <a:cs typeface="DejaVu Sans"/>
              </a:defRPr>
            </a:lvl6pPr>
            <a:lvl7pPr>
              <a:defRPr sz="3150" b="1">
                <a:solidFill>
                  <a:srgbClr val="10283F"/>
                </a:solidFill>
                <a:latin typeface="DejaVu Sans"/>
                <a:ea typeface="DejaVu Sans"/>
                <a:cs typeface="DejaVu Sans"/>
              </a:defRPr>
            </a:lvl7pPr>
            <a:lvl8pPr>
              <a:defRPr sz="3150" b="1">
                <a:solidFill>
                  <a:srgbClr val="10283F"/>
                </a:solidFill>
                <a:latin typeface="DejaVu Sans"/>
                <a:ea typeface="DejaVu Sans"/>
                <a:cs typeface="DejaVu Sans"/>
              </a:defRPr>
            </a:lvl8pPr>
            <a:lvl9pPr>
              <a:defRPr sz="3150" b="1">
                <a:solidFill>
                  <a:srgbClr val="10283F"/>
                </a:solidFill>
                <a:latin typeface="DejaVu Sans"/>
                <a:ea typeface="DejaVu Sans"/>
                <a:cs typeface="DejaVu Sans"/>
              </a:defRPr>
            </a:lvl9pPr>
          </a:lstStyle>
          <a:p>
            <a:pPr>
              <a:defRPr sz="3150" b="1">
                <a:solidFill>
                  <a:srgbClr val="10283F"/>
                </a:solidFill>
                <a:latin typeface="DejaVu Sans"/>
                <a:ea typeface="DejaVu Sans"/>
                <a:cs typeface="DejaVu Sans"/>
              </a:defRPr>
            </a:pPr>
            <a:r>
              <a:rPr sz="3150" b="1">
                <a:solidFill>
                  <a:srgbClr val="10283F"/>
                </a:solidFill>
                <a:latin typeface="DejaVu Sans"/>
                <a:ea typeface="DejaVu Sans"/>
                <a:cs typeface="DejaVu Sans"/>
              </a:rPr>
              <a:t>Praktik daftar buku dengan RecyclerView</a:t>
            </a:r>
          </a:p>
        </p:txBody>
      </p:sp>
      <p:sp>
        <p:nvSpPr>
          <p:cNvPr id="3" name="text-2">
            <a:extLst>
              <a:ext uri="{FF2B5EF4-FFF2-40B4-BE49-F238E27FC236}">
                <a16:creationId xmlns:a16="http://schemas.microsoft.com/office/drawing/2014/main" id="{0146C081-CD75-4396-8A41-6B9173A687A8}"/>
              </a:ext>
            </a:extLst>
          </p:cNvPr>
          <p:cNvSpPr>
            <a:spLocks noGrp="1"/>
          </p:cNvSpPr>
          <p:nvPr/>
        </p:nvSpPr>
        <p:spPr>
          <a:xfrm>
            <a:off x="609600" y="6410325"/>
            <a:ext cx="10096500" cy="238125"/>
          </a:xfrm>
          <a:prstGeom prst="rect">
            <a:avLst/>
          </a:prstGeom>
          <a:noFill/>
          <a:ln w="0">
            <a:noFill/>
            <a:prstDash val="solid"/>
          </a:ln>
        </p:spPr>
        <p:txBody>
          <a:bodyPr lIns="0" tIns="0" rIns="0" bIns="0" anchor="t">
            <a:noAutofit/>
          </a:bodyPr>
          <a:lstStyle>
            <a:defPPr>
              <a:defRPr sz="1050" b="0">
                <a:solidFill>
                  <a:srgbClr val="506778"/>
                </a:solidFill>
                <a:latin typeface="DejaVu Sans"/>
                <a:ea typeface="DejaVu Sans"/>
                <a:cs typeface="DejaVu Sans"/>
              </a:defRPr>
            </a:defPPr>
            <a:lvl1pPr>
              <a:defRPr sz="1050" b="0">
                <a:solidFill>
                  <a:srgbClr val="506778"/>
                </a:solidFill>
                <a:latin typeface="DejaVu Sans"/>
                <a:ea typeface="DejaVu Sans"/>
                <a:cs typeface="DejaVu Sans"/>
              </a:defRPr>
            </a:lvl1pPr>
            <a:lvl2pPr>
              <a:defRPr sz="1050" b="0">
                <a:solidFill>
                  <a:srgbClr val="506778"/>
                </a:solidFill>
                <a:latin typeface="DejaVu Sans"/>
                <a:ea typeface="DejaVu Sans"/>
                <a:cs typeface="DejaVu Sans"/>
              </a:defRPr>
            </a:lvl2pPr>
            <a:lvl3pPr>
              <a:defRPr sz="1050" b="0">
                <a:solidFill>
                  <a:srgbClr val="506778"/>
                </a:solidFill>
                <a:latin typeface="DejaVu Sans"/>
                <a:ea typeface="DejaVu Sans"/>
                <a:cs typeface="DejaVu Sans"/>
              </a:defRPr>
            </a:lvl3pPr>
            <a:lvl4pPr>
              <a:defRPr sz="1050" b="0">
                <a:solidFill>
                  <a:srgbClr val="506778"/>
                </a:solidFill>
                <a:latin typeface="DejaVu Sans"/>
                <a:ea typeface="DejaVu Sans"/>
                <a:cs typeface="DejaVu Sans"/>
              </a:defRPr>
            </a:lvl4pPr>
            <a:lvl5pPr>
              <a:defRPr sz="1050" b="0">
                <a:solidFill>
                  <a:srgbClr val="506778"/>
                </a:solidFill>
                <a:latin typeface="DejaVu Sans"/>
                <a:ea typeface="DejaVu Sans"/>
                <a:cs typeface="DejaVu Sans"/>
              </a:defRPr>
            </a:lvl5pPr>
            <a:lvl6pPr>
              <a:defRPr sz="1050" b="0">
                <a:solidFill>
                  <a:srgbClr val="506778"/>
                </a:solidFill>
                <a:latin typeface="DejaVu Sans"/>
                <a:ea typeface="DejaVu Sans"/>
                <a:cs typeface="DejaVu Sans"/>
              </a:defRPr>
            </a:lvl6pPr>
            <a:lvl7pPr>
              <a:defRPr sz="1050" b="0">
                <a:solidFill>
                  <a:srgbClr val="506778"/>
                </a:solidFill>
                <a:latin typeface="DejaVu Sans"/>
                <a:ea typeface="DejaVu Sans"/>
                <a:cs typeface="DejaVu Sans"/>
              </a:defRPr>
            </a:lvl7pPr>
            <a:lvl8pPr>
              <a:defRPr sz="1050" b="0">
                <a:solidFill>
                  <a:srgbClr val="506778"/>
                </a:solidFill>
                <a:latin typeface="DejaVu Sans"/>
                <a:ea typeface="DejaVu Sans"/>
                <a:cs typeface="DejaVu Sans"/>
              </a:defRPr>
            </a:lvl8pPr>
            <a:lvl9pPr>
              <a:defRPr sz="1050" b="0">
                <a:solidFill>
                  <a:srgbClr val="506778"/>
                </a:solidFill>
                <a:latin typeface="DejaVu Sans"/>
                <a:ea typeface="DejaVu Sans"/>
                <a:cs typeface="DejaVu Sans"/>
              </a:defRPr>
            </a:lvl9pPr>
          </a:lstStyle>
          <a:p>
            <a:pPr>
              <a:defRPr sz="1050" b="0">
                <a:solidFill>
                  <a:srgbClr val="506778"/>
                </a:solidFill>
                <a:latin typeface="DejaVu Sans"/>
                <a:ea typeface="DejaVu Sans"/>
                <a:cs typeface="DejaVu Sans"/>
              </a:defRPr>
            </a:pPr>
            <a:r>
              <a:rPr sz="1050" b="0">
                <a:solidFill>
                  <a:srgbClr val="506778"/>
                </a:solidFill>
                <a:latin typeface="DejaVu Sans"/>
                <a:ea typeface="DejaVu Sans"/>
                <a:cs typeface="DejaVu Sans"/>
              </a:rPr>
              <a:t>Sumber: E-book Bab 3 (PDF hlm. 13–24)</a:t>
            </a:r>
          </a:p>
        </p:txBody>
      </p:sp>
      <p:sp>
        <p:nvSpPr>
          <p:cNvPr id="4" name="text-3">
            <a:extLst>
              <a:ext uri="{FF2B5EF4-FFF2-40B4-BE49-F238E27FC236}">
                <a16:creationId xmlns:a16="http://schemas.microsoft.com/office/drawing/2014/main" id="{080EB5C9-F9FC-44E3-93D3-F471BFAF3C52}"/>
              </a:ext>
            </a:extLst>
          </p:cNvPr>
          <p:cNvSpPr>
            <a:spLocks noGrp="1"/>
          </p:cNvSpPr>
          <p:nvPr/>
        </p:nvSpPr>
        <p:spPr>
          <a:xfrm>
            <a:off x="11106150" y="6372225"/>
            <a:ext cx="476250" cy="285750"/>
          </a:xfrm>
          <a:prstGeom prst="rect">
            <a:avLst/>
          </a:prstGeom>
          <a:noFill/>
          <a:ln w="0">
            <a:noFill/>
            <a:prstDash val="solid"/>
          </a:ln>
        </p:spPr>
        <p:txBody>
          <a:bodyPr lIns="0" tIns="0" rIns="0" bIns="0" anchor="t">
            <a:noAutofit/>
          </a:bodyPr>
          <a:lstStyle>
            <a:defPPr>
              <a:defRPr sz="1425" b="1">
                <a:solidFill>
                  <a:srgbClr val="007D85"/>
                </a:solidFill>
                <a:latin typeface="DejaVu Sans"/>
                <a:ea typeface="DejaVu Sans"/>
                <a:cs typeface="DejaVu Sans"/>
              </a:defRPr>
            </a:defPPr>
            <a:lvl1pPr>
              <a:defRPr sz="1425" b="1">
                <a:solidFill>
                  <a:srgbClr val="007D85"/>
                </a:solidFill>
                <a:latin typeface="DejaVu Sans"/>
                <a:ea typeface="DejaVu Sans"/>
                <a:cs typeface="DejaVu Sans"/>
              </a:defRPr>
            </a:lvl1pPr>
            <a:lvl2pPr>
              <a:defRPr sz="1425" b="1">
                <a:solidFill>
                  <a:srgbClr val="007D85"/>
                </a:solidFill>
                <a:latin typeface="DejaVu Sans"/>
                <a:ea typeface="DejaVu Sans"/>
                <a:cs typeface="DejaVu Sans"/>
              </a:defRPr>
            </a:lvl2pPr>
            <a:lvl3pPr>
              <a:defRPr sz="1425" b="1">
                <a:solidFill>
                  <a:srgbClr val="007D85"/>
                </a:solidFill>
                <a:latin typeface="DejaVu Sans"/>
                <a:ea typeface="DejaVu Sans"/>
                <a:cs typeface="DejaVu Sans"/>
              </a:defRPr>
            </a:lvl3pPr>
            <a:lvl4pPr>
              <a:defRPr sz="1425" b="1">
                <a:solidFill>
                  <a:srgbClr val="007D85"/>
                </a:solidFill>
                <a:latin typeface="DejaVu Sans"/>
                <a:ea typeface="DejaVu Sans"/>
                <a:cs typeface="DejaVu Sans"/>
              </a:defRPr>
            </a:lvl4pPr>
            <a:lvl5pPr>
              <a:defRPr sz="1425" b="1">
                <a:solidFill>
                  <a:srgbClr val="007D85"/>
                </a:solidFill>
                <a:latin typeface="DejaVu Sans"/>
                <a:ea typeface="DejaVu Sans"/>
                <a:cs typeface="DejaVu Sans"/>
              </a:defRPr>
            </a:lvl5pPr>
            <a:lvl6pPr>
              <a:defRPr sz="1425" b="1">
                <a:solidFill>
                  <a:srgbClr val="007D85"/>
                </a:solidFill>
                <a:latin typeface="DejaVu Sans"/>
                <a:ea typeface="DejaVu Sans"/>
                <a:cs typeface="DejaVu Sans"/>
              </a:defRPr>
            </a:lvl6pPr>
            <a:lvl7pPr>
              <a:defRPr sz="1425" b="1">
                <a:solidFill>
                  <a:srgbClr val="007D85"/>
                </a:solidFill>
                <a:latin typeface="DejaVu Sans"/>
                <a:ea typeface="DejaVu Sans"/>
                <a:cs typeface="DejaVu Sans"/>
              </a:defRPr>
            </a:lvl7pPr>
            <a:lvl8pPr>
              <a:defRPr sz="1425" b="1">
                <a:solidFill>
                  <a:srgbClr val="007D85"/>
                </a:solidFill>
                <a:latin typeface="DejaVu Sans"/>
                <a:ea typeface="DejaVu Sans"/>
                <a:cs typeface="DejaVu Sans"/>
              </a:defRPr>
            </a:lvl8pPr>
            <a:lvl9pPr>
              <a:defRPr sz="1425" b="1">
                <a:solidFill>
                  <a:srgbClr val="007D85"/>
                </a:solidFill>
                <a:latin typeface="DejaVu Sans"/>
                <a:ea typeface="DejaVu Sans"/>
                <a:cs typeface="DejaVu Sans"/>
              </a:defRPr>
            </a:lvl9pPr>
          </a:lstStyle>
          <a:p>
            <a:pPr>
              <a:defRPr sz="1425" b="1">
                <a:solidFill>
                  <a:srgbClr val="007D85"/>
                </a:solidFill>
                <a:latin typeface="DejaVu Sans"/>
                <a:ea typeface="DejaVu Sans"/>
                <a:cs typeface="DejaVu Sans"/>
              </a:defRPr>
            </a:pPr>
            <a:r>
              <a:rPr sz="1425" b="1">
                <a:solidFill>
                  <a:srgbClr val="007D85"/>
                </a:solidFill>
                <a:latin typeface="DejaVu Sans"/>
                <a:ea typeface="DejaVu Sans"/>
                <a:cs typeface="DejaVu Sans"/>
              </a:rPr>
              <a:t>22</a:t>
            </a:r>
          </a:p>
        </p:txBody>
      </p:sp>
      <p:sp>
        <p:nvSpPr>
          <p:cNvPr id="5" name="text-4">
            <a:extLst>
              <a:ext uri="{FF2B5EF4-FFF2-40B4-BE49-F238E27FC236}">
                <a16:creationId xmlns:a16="http://schemas.microsoft.com/office/drawing/2014/main" id="{3F74A13F-B27E-4A02-AC61-893E7F639C9F}"/>
              </a:ext>
            </a:extLst>
          </p:cNvPr>
          <p:cNvSpPr>
            <a:spLocks noGrp="1"/>
          </p:cNvSpPr>
          <p:nvPr/>
        </p:nvSpPr>
        <p:spPr>
          <a:xfrm>
            <a:off x="609600" y="195262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Model Book</a:t>
            </a:r>
          </a:p>
        </p:txBody>
      </p:sp>
      <p:sp>
        <p:nvSpPr>
          <p:cNvPr id="6" name="text-5">
            <a:extLst>
              <a:ext uri="{FF2B5EF4-FFF2-40B4-BE49-F238E27FC236}">
                <a16:creationId xmlns:a16="http://schemas.microsoft.com/office/drawing/2014/main" id="{813D1165-FAE9-474D-805A-FD876F275A98}"/>
              </a:ext>
            </a:extLst>
          </p:cNvPr>
          <p:cNvSpPr>
            <a:spLocks noGrp="1"/>
          </p:cNvSpPr>
          <p:nvPr/>
        </p:nvSpPr>
        <p:spPr>
          <a:xfrm>
            <a:off x="3714750" y="195262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Memuat title, author, description, dan photo. Model pada sumber menerapkan Parcelable.</a:t>
            </a:r>
          </a:p>
        </p:txBody>
      </p:sp>
      <p:sp>
        <p:nvSpPr>
          <p:cNvPr id="7" name="text-6">
            <a:extLst>
              <a:ext uri="{FF2B5EF4-FFF2-40B4-BE49-F238E27FC236}">
                <a16:creationId xmlns:a16="http://schemas.microsoft.com/office/drawing/2014/main" id="{98E9577E-765F-4CAA-8CDB-C2FACF158B40}"/>
              </a:ext>
            </a:extLst>
          </p:cNvPr>
          <p:cNvSpPr>
            <a:spLocks noGrp="1"/>
          </p:cNvSpPr>
          <p:nvPr/>
        </p:nvSpPr>
        <p:spPr>
          <a:xfrm>
            <a:off x="609600" y="300037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Layout dan sumber data</a:t>
            </a:r>
          </a:p>
        </p:txBody>
      </p:sp>
      <p:sp>
        <p:nvSpPr>
          <p:cNvPr id="8" name="text-7">
            <a:extLst>
              <a:ext uri="{FF2B5EF4-FFF2-40B4-BE49-F238E27FC236}">
                <a16:creationId xmlns:a16="http://schemas.microsoft.com/office/drawing/2014/main" id="{6A8CE9F3-CD53-4896-9C31-73ABDEBF25A1}"/>
              </a:ext>
            </a:extLst>
          </p:cNvPr>
          <p:cNvSpPr>
            <a:spLocks noGrp="1"/>
          </p:cNvSpPr>
          <p:nvPr/>
        </p:nvSpPr>
        <p:spPr>
          <a:xfrm>
            <a:off x="3714750" y="300037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activity_main.xml memuat RecyclerView, item_list_book.xml mendefinisikan baris, strings.xml memuat data.</a:t>
            </a:r>
          </a:p>
        </p:txBody>
      </p:sp>
      <p:sp>
        <p:nvSpPr>
          <p:cNvPr id="9" name="text-8">
            <a:extLst>
              <a:ext uri="{FF2B5EF4-FFF2-40B4-BE49-F238E27FC236}">
                <a16:creationId xmlns:a16="http://schemas.microsoft.com/office/drawing/2014/main" id="{D95A7DB2-8275-471D-887C-A3876A25E7A9}"/>
              </a:ext>
            </a:extLst>
          </p:cNvPr>
          <p:cNvSpPr>
            <a:spLocks noGrp="1"/>
          </p:cNvSpPr>
          <p:nvPr/>
        </p:nvSpPr>
        <p:spPr>
          <a:xfrm>
            <a:off x="609600" y="404812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Adapter</a:t>
            </a:r>
          </a:p>
        </p:txBody>
      </p:sp>
      <p:sp>
        <p:nvSpPr>
          <p:cNvPr id="10" name="text-9">
            <a:extLst>
              <a:ext uri="{FF2B5EF4-FFF2-40B4-BE49-F238E27FC236}">
                <a16:creationId xmlns:a16="http://schemas.microsoft.com/office/drawing/2014/main" id="{DB16008A-9C8C-46D8-9218-A57A4746B4E7}"/>
              </a:ext>
            </a:extLst>
          </p:cNvPr>
          <p:cNvSpPr>
            <a:spLocks noGrp="1"/>
          </p:cNvSpPr>
          <p:nvPr/>
        </p:nvSpPr>
        <p:spPr>
          <a:xfrm>
            <a:off x="3714750" y="404812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onCreateViewHolder() membuat tampilan, onBindViewHolder() mengikat data, getItemCount() menentukan jumlah item.</a:t>
            </a:r>
          </a:p>
        </p:txBody>
      </p:sp>
      <p:sp>
        <p:nvSpPr>
          <p:cNvPr id="11" name="text-10">
            <a:extLst>
              <a:ext uri="{FF2B5EF4-FFF2-40B4-BE49-F238E27FC236}">
                <a16:creationId xmlns:a16="http://schemas.microsoft.com/office/drawing/2014/main" id="{88A8D402-1D2D-4828-9975-6DE5DDEA0A6A}"/>
              </a:ext>
            </a:extLst>
          </p:cNvPr>
          <p:cNvSpPr>
            <a:spLocks noGrp="1"/>
          </p:cNvSpPr>
          <p:nvPr/>
        </p:nvSpPr>
        <p:spPr>
          <a:xfrm>
            <a:off x="609600" y="509587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MainActivity</a:t>
            </a:r>
          </a:p>
        </p:txBody>
      </p:sp>
      <p:sp>
        <p:nvSpPr>
          <p:cNvPr id="12" name="text-11">
            <a:extLst>
              <a:ext uri="{FF2B5EF4-FFF2-40B4-BE49-F238E27FC236}">
                <a16:creationId xmlns:a16="http://schemas.microsoft.com/office/drawing/2014/main" id="{6373D108-4B7A-4B73-9A3D-ABE36079FBF0}"/>
              </a:ext>
            </a:extLst>
          </p:cNvPr>
          <p:cNvSpPr>
            <a:spLocks noGrp="1"/>
          </p:cNvSpPr>
          <p:nvPr/>
        </p:nvSpPr>
        <p:spPr>
          <a:xfrm>
            <a:off x="3714750" y="509587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Membaca array sumber, membuat ArrayList&lt;Book&gt;, memasang LinearLayoutManager dan adapter.</a:t>
            </a:r>
          </a:p>
        </p:txBody>
      </p:sp>
    </p:spTree>
    <p:extLst>
      <p:ext uri="{BB962C8B-B14F-4D97-AF65-F5344CB8AC3E}">
        <p14:creationId xmlns:p14="http://schemas.microsoft.com/office/powerpoint/2010/main" val="10711260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6F9FA"/>
        </a:solidFill>
        <a:effectLst/>
      </p:bgPr>
    </p:bg>
    <p:spTree>
      <p:nvGrpSpPr>
        <p:cNvPr id="1" name=""/>
        <p:cNvGrpSpPr/>
        <p:nvPr/>
      </p:nvGrpSpPr>
      <p:grpSpPr>
        <a:xfrm>
          <a:off x="0" y="0"/>
          <a:ext cx="0" cy="0"/>
          <a:chOff x="0" y="0"/>
          <a:chExt cx="0" cy="0"/>
        </a:xfrm>
      </p:grpSpPr>
      <p:sp>
        <p:nvSpPr>
          <p:cNvPr id="13" name="text-0">
            <a:extLst>
              <a:ext uri="{FF2B5EF4-FFF2-40B4-BE49-F238E27FC236}">
                <a16:creationId xmlns:a16="http://schemas.microsoft.com/office/drawing/2014/main" id="{270EAE2B-C45E-4C7A-8A5A-9C6BB8A6988F}"/>
              </a:ext>
            </a:extLst>
          </p:cNvPr>
          <p:cNvSpPr>
            <a:spLocks noGrp="1"/>
          </p:cNvSpPr>
          <p:nvPr/>
        </p:nvSpPr>
        <p:spPr>
          <a:xfrm>
            <a:off x="609600" y="381000"/>
            <a:ext cx="10953750" cy="266700"/>
          </a:xfrm>
          <a:prstGeom prst="rect">
            <a:avLst/>
          </a:prstGeom>
          <a:noFill/>
          <a:ln w="0">
            <a:noFill/>
            <a:prstDash val="solid"/>
          </a:ln>
        </p:spPr>
        <p:txBody>
          <a:bodyPr lIns="0" tIns="0" rIns="0" bIns="0" anchor="t">
            <a:noAutofit/>
          </a:bodyPr>
          <a:lstStyle>
            <a:defPPr>
              <a:defRPr sz="1350" b="1">
                <a:solidFill>
                  <a:srgbClr val="007D85"/>
                </a:solidFill>
                <a:latin typeface="DejaVu Sans"/>
                <a:ea typeface="DejaVu Sans"/>
                <a:cs typeface="DejaVu Sans"/>
              </a:defRPr>
            </a:defPPr>
            <a:lvl1pPr>
              <a:defRPr sz="1350" b="1">
                <a:solidFill>
                  <a:srgbClr val="007D85"/>
                </a:solidFill>
                <a:latin typeface="DejaVu Sans"/>
                <a:ea typeface="DejaVu Sans"/>
                <a:cs typeface="DejaVu Sans"/>
              </a:defRPr>
            </a:lvl1pPr>
            <a:lvl2pPr>
              <a:defRPr sz="1350" b="1">
                <a:solidFill>
                  <a:srgbClr val="007D85"/>
                </a:solidFill>
                <a:latin typeface="DejaVu Sans"/>
                <a:ea typeface="DejaVu Sans"/>
                <a:cs typeface="DejaVu Sans"/>
              </a:defRPr>
            </a:lvl2pPr>
            <a:lvl3pPr>
              <a:defRPr sz="1350" b="1">
                <a:solidFill>
                  <a:srgbClr val="007D85"/>
                </a:solidFill>
                <a:latin typeface="DejaVu Sans"/>
                <a:ea typeface="DejaVu Sans"/>
                <a:cs typeface="DejaVu Sans"/>
              </a:defRPr>
            </a:lvl3pPr>
            <a:lvl4pPr>
              <a:defRPr sz="1350" b="1">
                <a:solidFill>
                  <a:srgbClr val="007D85"/>
                </a:solidFill>
                <a:latin typeface="DejaVu Sans"/>
                <a:ea typeface="DejaVu Sans"/>
                <a:cs typeface="DejaVu Sans"/>
              </a:defRPr>
            </a:lvl4pPr>
            <a:lvl5pPr>
              <a:defRPr sz="1350" b="1">
                <a:solidFill>
                  <a:srgbClr val="007D85"/>
                </a:solidFill>
                <a:latin typeface="DejaVu Sans"/>
                <a:ea typeface="DejaVu Sans"/>
                <a:cs typeface="DejaVu Sans"/>
              </a:defRPr>
            </a:lvl5pPr>
            <a:lvl6pPr>
              <a:defRPr sz="1350" b="1">
                <a:solidFill>
                  <a:srgbClr val="007D85"/>
                </a:solidFill>
                <a:latin typeface="DejaVu Sans"/>
                <a:ea typeface="DejaVu Sans"/>
                <a:cs typeface="DejaVu Sans"/>
              </a:defRPr>
            </a:lvl6pPr>
            <a:lvl7pPr>
              <a:defRPr sz="1350" b="1">
                <a:solidFill>
                  <a:srgbClr val="007D85"/>
                </a:solidFill>
                <a:latin typeface="DejaVu Sans"/>
                <a:ea typeface="DejaVu Sans"/>
                <a:cs typeface="DejaVu Sans"/>
              </a:defRPr>
            </a:lvl7pPr>
            <a:lvl8pPr>
              <a:defRPr sz="1350" b="1">
                <a:solidFill>
                  <a:srgbClr val="007D85"/>
                </a:solidFill>
                <a:latin typeface="DejaVu Sans"/>
                <a:ea typeface="DejaVu Sans"/>
                <a:cs typeface="DejaVu Sans"/>
              </a:defRPr>
            </a:lvl8pPr>
            <a:lvl9pPr>
              <a:defRPr sz="1350" b="1">
                <a:solidFill>
                  <a:srgbClr val="007D85"/>
                </a:solidFill>
                <a:latin typeface="DejaVu Sans"/>
                <a:ea typeface="DejaVu Sans"/>
                <a:cs typeface="DejaVu Sans"/>
              </a:defRPr>
            </a:lvl9pPr>
          </a:lstStyle>
          <a:p>
            <a:pPr>
              <a:defRPr sz="1350" b="1">
                <a:solidFill>
                  <a:srgbClr val="007D85"/>
                </a:solidFill>
                <a:latin typeface="DejaVu Sans"/>
                <a:ea typeface="DejaVu Sans"/>
                <a:cs typeface="DejaVu Sans"/>
              </a:defRPr>
            </a:pPr>
            <a:r>
              <a:rPr sz="1350" b="1">
                <a:solidFill>
                  <a:srgbClr val="007D85"/>
                </a:solidFill>
                <a:latin typeface="DejaVu Sans"/>
                <a:ea typeface="DejaVu Sans"/>
                <a:cs typeface="DejaVu Sans"/>
              </a:rPr>
              <a:t>BAB 4  BACKGROUND TASK</a:t>
            </a:r>
          </a:p>
        </p:txBody>
      </p:sp>
      <p:sp>
        <p:nvSpPr>
          <p:cNvPr id="2" name="text-1">
            <a:extLst>
              <a:ext uri="{FF2B5EF4-FFF2-40B4-BE49-F238E27FC236}">
                <a16:creationId xmlns:a16="http://schemas.microsoft.com/office/drawing/2014/main" id="{EEB9EAB5-D17F-47A4-BF90-314070534759}"/>
              </a:ext>
            </a:extLst>
          </p:cNvPr>
          <p:cNvSpPr>
            <a:spLocks noGrp="1"/>
          </p:cNvSpPr>
          <p:nvPr/>
        </p:nvSpPr>
        <p:spPr>
          <a:xfrm>
            <a:off x="609600" y="866775"/>
            <a:ext cx="10953750" cy="895350"/>
          </a:xfrm>
          <a:prstGeom prst="rect">
            <a:avLst/>
          </a:prstGeom>
          <a:noFill/>
          <a:ln w="0">
            <a:noFill/>
            <a:prstDash val="solid"/>
          </a:ln>
        </p:spPr>
        <p:txBody>
          <a:bodyPr lIns="0" tIns="0" rIns="0" bIns="0" anchor="t">
            <a:noAutofit/>
          </a:bodyPr>
          <a:lstStyle>
            <a:defPPr>
              <a:defRPr sz="3150" b="1">
                <a:solidFill>
                  <a:srgbClr val="10283F"/>
                </a:solidFill>
                <a:latin typeface="DejaVu Sans"/>
                <a:ea typeface="DejaVu Sans"/>
                <a:cs typeface="DejaVu Sans"/>
              </a:defRPr>
            </a:defPPr>
            <a:lvl1pPr>
              <a:defRPr sz="3150" b="1">
                <a:solidFill>
                  <a:srgbClr val="10283F"/>
                </a:solidFill>
                <a:latin typeface="DejaVu Sans"/>
                <a:ea typeface="DejaVu Sans"/>
                <a:cs typeface="DejaVu Sans"/>
              </a:defRPr>
            </a:lvl1pPr>
            <a:lvl2pPr>
              <a:defRPr sz="3150" b="1">
                <a:solidFill>
                  <a:srgbClr val="10283F"/>
                </a:solidFill>
                <a:latin typeface="DejaVu Sans"/>
                <a:ea typeface="DejaVu Sans"/>
                <a:cs typeface="DejaVu Sans"/>
              </a:defRPr>
            </a:lvl2pPr>
            <a:lvl3pPr>
              <a:defRPr sz="3150" b="1">
                <a:solidFill>
                  <a:srgbClr val="10283F"/>
                </a:solidFill>
                <a:latin typeface="DejaVu Sans"/>
                <a:ea typeface="DejaVu Sans"/>
                <a:cs typeface="DejaVu Sans"/>
              </a:defRPr>
            </a:lvl3pPr>
            <a:lvl4pPr>
              <a:defRPr sz="3150" b="1">
                <a:solidFill>
                  <a:srgbClr val="10283F"/>
                </a:solidFill>
                <a:latin typeface="DejaVu Sans"/>
                <a:ea typeface="DejaVu Sans"/>
                <a:cs typeface="DejaVu Sans"/>
              </a:defRPr>
            </a:lvl4pPr>
            <a:lvl5pPr>
              <a:defRPr sz="3150" b="1">
                <a:solidFill>
                  <a:srgbClr val="10283F"/>
                </a:solidFill>
                <a:latin typeface="DejaVu Sans"/>
                <a:ea typeface="DejaVu Sans"/>
                <a:cs typeface="DejaVu Sans"/>
              </a:defRPr>
            </a:lvl5pPr>
            <a:lvl6pPr>
              <a:defRPr sz="3150" b="1">
                <a:solidFill>
                  <a:srgbClr val="10283F"/>
                </a:solidFill>
                <a:latin typeface="DejaVu Sans"/>
                <a:ea typeface="DejaVu Sans"/>
                <a:cs typeface="DejaVu Sans"/>
              </a:defRPr>
            </a:lvl6pPr>
            <a:lvl7pPr>
              <a:defRPr sz="3150" b="1">
                <a:solidFill>
                  <a:srgbClr val="10283F"/>
                </a:solidFill>
                <a:latin typeface="DejaVu Sans"/>
                <a:ea typeface="DejaVu Sans"/>
                <a:cs typeface="DejaVu Sans"/>
              </a:defRPr>
            </a:lvl7pPr>
            <a:lvl8pPr>
              <a:defRPr sz="3150" b="1">
                <a:solidFill>
                  <a:srgbClr val="10283F"/>
                </a:solidFill>
                <a:latin typeface="DejaVu Sans"/>
                <a:ea typeface="DejaVu Sans"/>
                <a:cs typeface="DejaVu Sans"/>
              </a:defRPr>
            </a:lvl8pPr>
            <a:lvl9pPr>
              <a:defRPr sz="3150" b="1">
                <a:solidFill>
                  <a:srgbClr val="10283F"/>
                </a:solidFill>
                <a:latin typeface="DejaVu Sans"/>
                <a:ea typeface="DejaVu Sans"/>
                <a:cs typeface="DejaVu Sans"/>
              </a:defRPr>
            </a:lvl9pPr>
          </a:lstStyle>
          <a:p>
            <a:pPr>
              <a:defRPr sz="3150" b="1">
                <a:solidFill>
                  <a:srgbClr val="10283F"/>
                </a:solidFill>
                <a:latin typeface="DejaVu Sans"/>
                <a:ea typeface="DejaVu Sans"/>
                <a:cs typeface="DejaVu Sans"/>
              </a:defRPr>
            </a:pPr>
            <a:r>
              <a:rPr sz="3150" b="1">
                <a:solidFill>
                  <a:srgbClr val="10283F"/>
                </a:solidFill>
                <a:latin typeface="DejaVu Sans"/>
                <a:ea typeface="DejaVu Sans"/>
                <a:cs typeface="DejaVu Sans"/>
              </a:rPr>
              <a:t>AlarmManager untuk tugas berbasis waktu</a:t>
            </a:r>
          </a:p>
        </p:txBody>
      </p:sp>
      <p:sp>
        <p:nvSpPr>
          <p:cNvPr id="3" name="text-2">
            <a:extLst>
              <a:ext uri="{FF2B5EF4-FFF2-40B4-BE49-F238E27FC236}">
                <a16:creationId xmlns:a16="http://schemas.microsoft.com/office/drawing/2014/main" id="{62FA5800-5F88-4469-8D74-134D40C54321}"/>
              </a:ext>
            </a:extLst>
          </p:cNvPr>
          <p:cNvSpPr>
            <a:spLocks noGrp="1"/>
          </p:cNvSpPr>
          <p:nvPr/>
        </p:nvSpPr>
        <p:spPr>
          <a:xfrm>
            <a:off x="609600" y="6410325"/>
            <a:ext cx="10096500" cy="238125"/>
          </a:xfrm>
          <a:prstGeom prst="rect">
            <a:avLst/>
          </a:prstGeom>
          <a:noFill/>
          <a:ln w="0">
            <a:noFill/>
            <a:prstDash val="solid"/>
          </a:ln>
        </p:spPr>
        <p:txBody>
          <a:bodyPr lIns="0" tIns="0" rIns="0" bIns="0" anchor="t">
            <a:noAutofit/>
          </a:bodyPr>
          <a:lstStyle>
            <a:defPPr>
              <a:defRPr sz="1050" b="0">
                <a:solidFill>
                  <a:srgbClr val="506778"/>
                </a:solidFill>
                <a:latin typeface="DejaVu Sans"/>
                <a:ea typeface="DejaVu Sans"/>
                <a:cs typeface="DejaVu Sans"/>
              </a:defRPr>
            </a:defPPr>
            <a:lvl1pPr>
              <a:defRPr sz="1050" b="0">
                <a:solidFill>
                  <a:srgbClr val="506778"/>
                </a:solidFill>
                <a:latin typeface="DejaVu Sans"/>
                <a:ea typeface="DejaVu Sans"/>
                <a:cs typeface="DejaVu Sans"/>
              </a:defRPr>
            </a:lvl1pPr>
            <a:lvl2pPr>
              <a:defRPr sz="1050" b="0">
                <a:solidFill>
                  <a:srgbClr val="506778"/>
                </a:solidFill>
                <a:latin typeface="DejaVu Sans"/>
                <a:ea typeface="DejaVu Sans"/>
                <a:cs typeface="DejaVu Sans"/>
              </a:defRPr>
            </a:lvl2pPr>
            <a:lvl3pPr>
              <a:defRPr sz="1050" b="0">
                <a:solidFill>
                  <a:srgbClr val="506778"/>
                </a:solidFill>
                <a:latin typeface="DejaVu Sans"/>
                <a:ea typeface="DejaVu Sans"/>
                <a:cs typeface="DejaVu Sans"/>
              </a:defRPr>
            </a:lvl3pPr>
            <a:lvl4pPr>
              <a:defRPr sz="1050" b="0">
                <a:solidFill>
                  <a:srgbClr val="506778"/>
                </a:solidFill>
                <a:latin typeface="DejaVu Sans"/>
                <a:ea typeface="DejaVu Sans"/>
                <a:cs typeface="DejaVu Sans"/>
              </a:defRPr>
            </a:lvl4pPr>
            <a:lvl5pPr>
              <a:defRPr sz="1050" b="0">
                <a:solidFill>
                  <a:srgbClr val="506778"/>
                </a:solidFill>
                <a:latin typeface="DejaVu Sans"/>
                <a:ea typeface="DejaVu Sans"/>
                <a:cs typeface="DejaVu Sans"/>
              </a:defRPr>
            </a:lvl5pPr>
            <a:lvl6pPr>
              <a:defRPr sz="1050" b="0">
                <a:solidFill>
                  <a:srgbClr val="506778"/>
                </a:solidFill>
                <a:latin typeface="DejaVu Sans"/>
                <a:ea typeface="DejaVu Sans"/>
                <a:cs typeface="DejaVu Sans"/>
              </a:defRPr>
            </a:lvl6pPr>
            <a:lvl7pPr>
              <a:defRPr sz="1050" b="0">
                <a:solidFill>
                  <a:srgbClr val="506778"/>
                </a:solidFill>
                <a:latin typeface="DejaVu Sans"/>
                <a:ea typeface="DejaVu Sans"/>
                <a:cs typeface="DejaVu Sans"/>
              </a:defRPr>
            </a:lvl7pPr>
            <a:lvl8pPr>
              <a:defRPr sz="1050" b="0">
                <a:solidFill>
                  <a:srgbClr val="506778"/>
                </a:solidFill>
                <a:latin typeface="DejaVu Sans"/>
                <a:ea typeface="DejaVu Sans"/>
                <a:cs typeface="DejaVu Sans"/>
              </a:defRPr>
            </a:lvl8pPr>
            <a:lvl9pPr>
              <a:defRPr sz="1050" b="0">
                <a:solidFill>
                  <a:srgbClr val="506778"/>
                </a:solidFill>
                <a:latin typeface="DejaVu Sans"/>
                <a:ea typeface="DejaVu Sans"/>
                <a:cs typeface="DejaVu Sans"/>
              </a:defRPr>
            </a:lvl9pPr>
          </a:lstStyle>
          <a:p>
            <a:pPr>
              <a:defRPr sz="1050" b="0">
                <a:solidFill>
                  <a:srgbClr val="506778"/>
                </a:solidFill>
                <a:latin typeface="DejaVu Sans"/>
                <a:ea typeface="DejaVu Sans"/>
                <a:cs typeface="DejaVu Sans"/>
              </a:defRPr>
            </a:pPr>
            <a:r>
              <a:rPr sz="1050" b="0">
                <a:solidFill>
                  <a:srgbClr val="506778"/>
                </a:solidFill>
                <a:latin typeface="DejaVu Sans"/>
                <a:ea typeface="DejaVu Sans"/>
                <a:cs typeface="DejaVu Sans"/>
              </a:rPr>
              <a:t>Sumber: E-book Bab 4 (PDF hlm. 4–6)</a:t>
            </a:r>
          </a:p>
        </p:txBody>
      </p:sp>
      <p:sp>
        <p:nvSpPr>
          <p:cNvPr id="4" name="text-3">
            <a:extLst>
              <a:ext uri="{FF2B5EF4-FFF2-40B4-BE49-F238E27FC236}">
                <a16:creationId xmlns:a16="http://schemas.microsoft.com/office/drawing/2014/main" id="{59FC250B-26F3-407A-A631-29BF466F8CB4}"/>
              </a:ext>
            </a:extLst>
          </p:cNvPr>
          <p:cNvSpPr>
            <a:spLocks noGrp="1"/>
          </p:cNvSpPr>
          <p:nvPr/>
        </p:nvSpPr>
        <p:spPr>
          <a:xfrm>
            <a:off x="11106150" y="6372225"/>
            <a:ext cx="476250" cy="285750"/>
          </a:xfrm>
          <a:prstGeom prst="rect">
            <a:avLst/>
          </a:prstGeom>
          <a:noFill/>
          <a:ln w="0">
            <a:noFill/>
            <a:prstDash val="solid"/>
          </a:ln>
        </p:spPr>
        <p:txBody>
          <a:bodyPr lIns="0" tIns="0" rIns="0" bIns="0" anchor="t">
            <a:noAutofit/>
          </a:bodyPr>
          <a:lstStyle>
            <a:defPPr>
              <a:defRPr sz="1425" b="1">
                <a:solidFill>
                  <a:srgbClr val="007D85"/>
                </a:solidFill>
                <a:latin typeface="DejaVu Sans"/>
                <a:ea typeface="DejaVu Sans"/>
                <a:cs typeface="DejaVu Sans"/>
              </a:defRPr>
            </a:defPPr>
            <a:lvl1pPr>
              <a:defRPr sz="1425" b="1">
                <a:solidFill>
                  <a:srgbClr val="007D85"/>
                </a:solidFill>
                <a:latin typeface="DejaVu Sans"/>
                <a:ea typeface="DejaVu Sans"/>
                <a:cs typeface="DejaVu Sans"/>
              </a:defRPr>
            </a:lvl1pPr>
            <a:lvl2pPr>
              <a:defRPr sz="1425" b="1">
                <a:solidFill>
                  <a:srgbClr val="007D85"/>
                </a:solidFill>
                <a:latin typeface="DejaVu Sans"/>
                <a:ea typeface="DejaVu Sans"/>
                <a:cs typeface="DejaVu Sans"/>
              </a:defRPr>
            </a:lvl2pPr>
            <a:lvl3pPr>
              <a:defRPr sz="1425" b="1">
                <a:solidFill>
                  <a:srgbClr val="007D85"/>
                </a:solidFill>
                <a:latin typeface="DejaVu Sans"/>
                <a:ea typeface="DejaVu Sans"/>
                <a:cs typeface="DejaVu Sans"/>
              </a:defRPr>
            </a:lvl3pPr>
            <a:lvl4pPr>
              <a:defRPr sz="1425" b="1">
                <a:solidFill>
                  <a:srgbClr val="007D85"/>
                </a:solidFill>
                <a:latin typeface="DejaVu Sans"/>
                <a:ea typeface="DejaVu Sans"/>
                <a:cs typeface="DejaVu Sans"/>
              </a:defRPr>
            </a:lvl4pPr>
            <a:lvl5pPr>
              <a:defRPr sz="1425" b="1">
                <a:solidFill>
                  <a:srgbClr val="007D85"/>
                </a:solidFill>
                <a:latin typeface="DejaVu Sans"/>
                <a:ea typeface="DejaVu Sans"/>
                <a:cs typeface="DejaVu Sans"/>
              </a:defRPr>
            </a:lvl5pPr>
            <a:lvl6pPr>
              <a:defRPr sz="1425" b="1">
                <a:solidFill>
                  <a:srgbClr val="007D85"/>
                </a:solidFill>
                <a:latin typeface="DejaVu Sans"/>
                <a:ea typeface="DejaVu Sans"/>
                <a:cs typeface="DejaVu Sans"/>
              </a:defRPr>
            </a:lvl6pPr>
            <a:lvl7pPr>
              <a:defRPr sz="1425" b="1">
                <a:solidFill>
                  <a:srgbClr val="007D85"/>
                </a:solidFill>
                <a:latin typeface="DejaVu Sans"/>
                <a:ea typeface="DejaVu Sans"/>
                <a:cs typeface="DejaVu Sans"/>
              </a:defRPr>
            </a:lvl7pPr>
            <a:lvl8pPr>
              <a:defRPr sz="1425" b="1">
                <a:solidFill>
                  <a:srgbClr val="007D85"/>
                </a:solidFill>
                <a:latin typeface="DejaVu Sans"/>
                <a:ea typeface="DejaVu Sans"/>
                <a:cs typeface="DejaVu Sans"/>
              </a:defRPr>
            </a:lvl8pPr>
            <a:lvl9pPr>
              <a:defRPr sz="1425" b="1">
                <a:solidFill>
                  <a:srgbClr val="007D85"/>
                </a:solidFill>
                <a:latin typeface="DejaVu Sans"/>
                <a:ea typeface="DejaVu Sans"/>
                <a:cs typeface="DejaVu Sans"/>
              </a:defRPr>
            </a:lvl9pPr>
          </a:lstStyle>
          <a:p>
            <a:pPr>
              <a:defRPr sz="1425" b="1">
                <a:solidFill>
                  <a:srgbClr val="007D85"/>
                </a:solidFill>
                <a:latin typeface="DejaVu Sans"/>
                <a:ea typeface="DejaVu Sans"/>
                <a:cs typeface="DejaVu Sans"/>
              </a:defRPr>
            </a:pPr>
            <a:r>
              <a:rPr sz="1425" b="1">
                <a:solidFill>
                  <a:srgbClr val="007D85"/>
                </a:solidFill>
                <a:latin typeface="DejaVu Sans"/>
                <a:ea typeface="DejaVu Sans"/>
                <a:cs typeface="DejaVu Sans"/>
              </a:rPr>
              <a:t>23</a:t>
            </a:r>
          </a:p>
        </p:txBody>
      </p:sp>
      <p:sp>
        <p:nvSpPr>
          <p:cNvPr id="5" name="text-4">
            <a:extLst>
              <a:ext uri="{FF2B5EF4-FFF2-40B4-BE49-F238E27FC236}">
                <a16:creationId xmlns:a16="http://schemas.microsoft.com/office/drawing/2014/main" id="{E74956BE-DCEB-4A29-AC1B-FACEEADF3A76}"/>
              </a:ext>
            </a:extLst>
          </p:cNvPr>
          <p:cNvSpPr>
            <a:spLocks noGrp="1"/>
          </p:cNvSpPr>
          <p:nvPr/>
        </p:nvSpPr>
        <p:spPr>
          <a:xfrm>
            <a:off x="609600" y="195262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Tujuan</a:t>
            </a:r>
          </a:p>
        </p:txBody>
      </p:sp>
      <p:sp>
        <p:nvSpPr>
          <p:cNvPr id="6" name="text-5">
            <a:extLst>
              <a:ext uri="{FF2B5EF4-FFF2-40B4-BE49-F238E27FC236}">
                <a16:creationId xmlns:a16="http://schemas.microsoft.com/office/drawing/2014/main" id="{13F3B074-5438-4877-A751-1AC5AC1E9676}"/>
              </a:ext>
            </a:extLst>
          </p:cNvPr>
          <p:cNvSpPr>
            <a:spLocks noGrp="1"/>
          </p:cNvSpPr>
          <p:nvPr/>
        </p:nvSpPr>
        <p:spPr>
          <a:xfrm>
            <a:off x="3714750" y="195262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Menjadwalkan operasi berdasarkan waktu atau interval, termasuk pengingat kegiatan lokal.</a:t>
            </a:r>
          </a:p>
        </p:txBody>
      </p:sp>
      <p:sp>
        <p:nvSpPr>
          <p:cNvPr id="7" name="text-6">
            <a:extLst>
              <a:ext uri="{FF2B5EF4-FFF2-40B4-BE49-F238E27FC236}">
                <a16:creationId xmlns:a16="http://schemas.microsoft.com/office/drawing/2014/main" id="{7C315637-0005-4F57-9091-F52AA01E0E0F}"/>
              </a:ext>
            </a:extLst>
          </p:cNvPr>
          <p:cNvSpPr>
            <a:spLocks noGrp="1"/>
          </p:cNvSpPr>
          <p:nvPr/>
        </p:nvSpPr>
        <p:spPr>
          <a:xfrm>
            <a:off x="609600" y="300037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Cara kerja</a:t>
            </a:r>
          </a:p>
        </p:txBody>
      </p:sp>
      <p:sp>
        <p:nvSpPr>
          <p:cNvPr id="8" name="text-7">
            <a:extLst>
              <a:ext uri="{FF2B5EF4-FFF2-40B4-BE49-F238E27FC236}">
                <a16:creationId xmlns:a16="http://schemas.microsoft.com/office/drawing/2014/main" id="{931B9DB2-8E1D-4C2D-AE4F-58C6A9B2A7F7}"/>
              </a:ext>
            </a:extLst>
          </p:cNvPr>
          <p:cNvSpPr>
            <a:spLocks noGrp="1"/>
          </p:cNvSpPr>
          <p:nvPr/>
        </p:nvSpPr>
        <p:spPr>
          <a:xfrm>
            <a:off x="3714750" y="300037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Jadwal memicu Intent yang dapat diterima BroadcastReceiver untuk menjalankan tindak lanjut.</a:t>
            </a:r>
          </a:p>
        </p:txBody>
      </p:sp>
      <p:sp>
        <p:nvSpPr>
          <p:cNvPr id="9" name="text-8">
            <a:extLst>
              <a:ext uri="{FF2B5EF4-FFF2-40B4-BE49-F238E27FC236}">
                <a16:creationId xmlns:a16="http://schemas.microsoft.com/office/drawing/2014/main" id="{700F8452-276A-453B-9B35-F6EF89B0A0B1}"/>
              </a:ext>
            </a:extLst>
          </p:cNvPr>
          <p:cNvSpPr>
            <a:spLocks noGrp="1"/>
          </p:cNvSpPr>
          <p:nvPr/>
        </p:nvSpPr>
        <p:spPr>
          <a:xfrm>
            <a:off x="609600" y="404812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Di luar layar aktif</a:t>
            </a:r>
          </a:p>
        </p:txBody>
      </p:sp>
      <p:sp>
        <p:nvSpPr>
          <p:cNvPr id="10" name="text-9">
            <a:extLst>
              <a:ext uri="{FF2B5EF4-FFF2-40B4-BE49-F238E27FC236}">
                <a16:creationId xmlns:a16="http://schemas.microsoft.com/office/drawing/2014/main" id="{336BF85F-2092-4064-89EF-BAFA9F3D7A1A}"/>
              </a:ext>
            </a:extLst>
          </p:cNvPr>
          <p:cNvSpPr>
            <a:spLocks noGrp="1"/>
          </p:cNvSpPr>
          <p:nvPr/>
        </p:nvSpPr>
        <p:spPr>
          <a:xfrm>
            <a:off x="3714750" y="404812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Alarm dapat bekerja di luar lifecycle Activity. Tipe wakeup berkaitan dengan membangunkan perangkat dari tidur.</a:t>
            </a:r>
          </a:p>
        </p:txBody>
      </p:sp>
      <p:sp>
        <p:nvSpPr>
          <p:cNvPr id="11" name="text-10">
            <a:extLst>
              <a:ext uri="{FF2B5EF4-FFF2-40B4-BE49-F238E27FC236}">
                <a16:creationId xmlns:a16="http://schemas.microsoft.com/office/drawing/2014/main" id="{9EC6839A-1936-4D48-BD61-C502E886AFD0}"/>
              </a:ext>
            </a:extLst>
          </p:cNvPr>
          <p:cNvSpPr>
            <a:spLocks noGrp="1"/>
          </p:cNvSpPr>
          <p:nvPr/>
        </p:nvSpPr>
        <p:spPr>
          <a:xfrm>
            <a:off x="609600" y="509587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Pertimbangan</a:t>
            </a:r>
          </a:p>
        </p:txBody>
      </p:sp>
      <p:sp>
        <p:nvSpPr>
          <p:cNvPr id="12" name="text-11">
            <a:extLst>
              <a:ext uri="{FF2B5EF4-FFF2-40B4-BE49-F238E27FC236}">
                <a16:creationId xmlns:a16="http://schemas.microsoft.com/office/drawing/2014/main" id="{AAB1FB1E-DBB2-4F3C-B958-AEA7A050B26D}"/>
              </a:ext>
            </a:extLst>
          </p:cNvPr>
          <p:cNvSpPr>
            <a:spLocks noGrp="1"/>
          </p:cNvSpPr>
          <p:nvPr/>
        </p:nvSpPr>
        <p:spPr>
          <a:xfrm>
            <a:off x="3714750" y="509587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Hindari pemicu terlalu sering. Modul membahas dampak baterai, sinkronisasi jaringan, dan penjadwalan ulang setelah reboot.</a:t>
            </a:r>
          </a:p>
        </p:txBody>
      </p:sp>
    </p:spTree>
    <p:extLst>
      <p:ext uri="{BB962C8B-B14F-4D97-AF65-F5344CB8AC3E}">
        <p14:creationId xmlns:p14="http://schemas.microsoft.com/office/powerpoint/2010/main" val="7436527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6F9FA"/>
        </a:solidFill>
        <a:effectLst/>
      </p:bgPr>
    </p:bg>
    <p:spTree>
      <p:nvGrpSpPr>
        <p:cNvPr id="1" name=""/>
        <p:cNvGrpSpPr/>
        <p:nvPr/>
      </p:nvGrpSpPr>
      <p:grpSpPr>
        <a:xfrm>
          <a:off x="0" y="0"/>
          <a:ext cx="0" cy="0"/>
          <a:chOff x="0" y="0"/>
          <a:chExt cx="0" cy="0"/>
        </a:xfrm>
      </p:grpSpPr>
      <p:sp>
        <p:nvSpPr>
          <p:cNvPr id="13" name="text-0">
            <a:extLst>
              <a:ext uri="{FF2B5EF4-FFF2-40B4-BE49-F238E27FC236}">
                <a16:creationId xmlns:a16="http://schemas.microsoft.com/office/drawing/2014/main" id="{9375D6D0-E707-4556-84DB-306D6F9FF957}"/>
              </a:ext>
            </a:extLst>
          </p:cNvPr>
          <p:cNvSpPr>
            <a:spLocks noGrp="1"/>
          </p:cNvSpPr>
          <p:nvPr/>
        </p:nvSpPr>
        <p:spPr>
          <a:xfrm>
            <a:off x="609600" y="381000"/>
            <a:ext cx="10953750" cy="266700"/>
          </a:xfrm>
          <a:prstGeom prst="rect">
            <a:avLst/>
          </a:prstGeom>
          <a:noFill/>
          <a:ln w="0">
            <a:noFill/>
            <a:prstDash val="solid"/>
          </a:ln>
        </p:spPr>
        <p:txBody>
          <a:bodyPr lIns="0" tIns="0" rIns="0" bIns="0" anchor="t">
            <a:noAutofit/>
          </a:bodyPr>
          <a:lstStyle>
            <a:defPPr>
              <a:defRPr sz="1350" b="1">
                <a:solidFill>
                  <a:srgbClr val="007D85"/>
                </a:solidFill>
                <a:latin typeface="DejaVu Sans"/>
                <a:ea typeface="DejaVu Sans"/>
                <a:cs typeface="DejaVu Sans"/>
              </a:defRPr>
            </a:defPPr>
            <a:lvl1pPr>
              <a:defRPr sz="1350" b="1">
                <a:solidFill>
                  <a:srgbClr val="007D85"/>
                </a:solidFill>
                <a:latin typeface="DejaVu Sans"/>
                <a:ea typeface="DejaVu Sans"/>
                <a:cs typeface="DejaVu Sans"/>
              </a:defRPr>
            </a:lvl1pPr>
            <a:lvl2pPr>
              <a:defRPr sz="1350" b="1">
                <a:solidFill>
                  <a:srgbClr val="007D85"/>
                </a:solidFill>
                <a:latin typeface="DejaVu Sans"/>
                <a:ea typeface="DejaVu Sans"/>
                <a:cs typeface="DejaVu Sans"/>
              </a:defRPr>
            </a:lvl2pPr>
            <a:lvl3pPr>
              <a:defRPr sz="1350" b="1">
                <a:solidFill>
                  <a:srgbClr val="007D85"/>
                </a:solidFill>
                <a:latin typeface="DejaVu Sans"/>
                <a:ea typeface="DejaVu Sans"/>
                <a:cs typeface="DejaVu Sans"/>
              </a:defRPr>
            </a:lvl3pPr>
            <a:lvl4pPr>
              <a:defRPr sz="1350" b="1">
                <a:solidFill>
                  <a:srgbClr val="007D85"/>
                </a:solidFill>
                <a:latin typeface="DejaVu Sans"/>
                <a:ea typeface="DejaVu Sans"/>
                <a:cs typeface="DejaVu Sans"/>
              </a:defRPr>
            </a:lvl4pPr>
            <a:lvl5pPr>
              <a:defRPr sz="1350" b="1">
                <a:solidFill>
                  <a:srgbClr val="007D85"/>
                </a:solidFill>
                <a:latin typeface="DejaVu Sans"/>
                <a:ea typeface="DejaVu Sans"/>
                <a:cs typeface="DejaVu Sans"/>
              </a:defRPr>
            </a:lvl5pPr>
            <a:lvl6pPr>
              <a:defRPr sz="1350" b="1">
                <a:solidFill>
                  <a:srgbClr val="007D85"/>
                </a:solidFill>
                <a:latin typeface="DejaVu Sans"/>
                <a:ea typeface="DejaVu Sans"/>
                <a:cs typeface="DejaVu Sans"/>
              </a:defRPr>
            </a:lvl6pPr>
            <a:lvl7pPr>
              <a:defRPr sz="1350" b="1">
                <a:solidFill>
                  <a:srgbClr val="007D85"/>
                </a:solidFill>
                <a:latin typeface="DejaVu Sans"/>
                <a:ea typeface="DejaVu Sans"/>
                <a:cs typeface="DejaVu Sans"/>
              </a:defRPr>
            </a:lvl7pPr>
            <a:lvl8pPr>
              <a:defRPr sz="1350" b="1">
                <a:solidFill>
                  <a:srgbClr val="007D85"/>
                </a:solidFill>
                <a:latin typeface="DejaVu Sans"/>
                <a:ea typeface="DejaVu Sans"/>
                <a:cs typeface="DejaVu Sans"/>
              </a:defRPr>
            </a:lvl8pPr>
            <a:lvl9pPr>
              <a:defRPr sz="1350" b="1">
                <a:solidFill>
                  <a:srgbClr val="007D85"/>
                </a:solidFill>
                <a:latin typeface="DejaVu Sans"/>
                <a:ea typeface="DejaVu Sans"/>
                <a:cs typeface="DejaVu Sans"/>
              </a:defRPr>
            </a:lvl9pPr>
          </a:lstStyle>
          <a:p>
            <a:pPr>
              <a:defRPr sz="1350" b="1">
                <a:solidFill>
                  <a:srgbClr val="007D85"/>
                </a:solidFill>
                <a:latin typeface="DejaVu Sans"/>
                <a:ea typeface="DejaVu Sans"/>
                <a:cs typeface="DejaVu Sans"/>
              </a:defRPr>
            </a:pPr>
            <a:r>
              <a:rPr sz="1350" b="1">
                <a:solidFill>
                  <a:srgbClr val="007D85"/>
                </a:solidFill>
                <a:latin typeface="DejaVu Sans"/>
                <a:ea typeface="DejaVu Sans"/>
                <a:cs typeface="DejaVu Sans"/>
              </a:rPr>
              <a:t>BAB 4  BACKGROUND TASK</a:t>
            </a:r>
          </a:p>
        </p:txBody>
      </p:sp>
      <p:sp>
        <p:nvSpPr>
          <p:cNvPr id="2" name="text-1">
            <a:extLst>
              <a:ext uri="{FF2B5EF4-FFF2-40B4-BE49-F238E27FC236}">
                <a16:creationId xmlns:a16="http://schemas.microsoft.com/office/drawing/2014/main" id="{E9642B37-4AA8-4A02-90A0-7C03F0EAF1F5}"/>
              </a:ext>
            </a:extLst>
          </p:cNvPr>
          <p:cNvSpPr>
            <a:spLocks noGrp="1"/>
          </p:cNvSpPr>
          <p:nvPr/>
        </p:nvSpPr>
        <p:spPr>
          <a:xfrm>
            <a:off x="609600" y="866775"/>
            <a:ext cx="10953750" cy="895350"/>
          </a:xfrm>
          <a:prstGeom prst="rect">
            <a:avLst/>
          </a:prstGeom>
          <a:noFill/>
          <a:ln w="0">
            <a:noFill/>
            <a:prstDash val="solid"/>
          </a:ln>
        </p:spPr>
        <p:txBody>
          <a:bodyPr lIns="0" tIns="0" rIns="0" bIns="0" anchor="t">
            <a:noAutofit/>
          </a:bodyPr>
          <a:lstStyle>
            <a:defPPr>
              <a:defRPr sz="3150" b="1">
                <a:solidFill>
                  <a:srgbClr val="10283F"/>
                </a:solidFill>
                <a:latin typeface="DejaVu Sans"/>
                <a:ea typeface="DejaVu Sans"/>
                <a:cs typeface="DejaVu Sans"/>
              </a:defRPr>
            </a:defPPr>
            <a:lvl1pPr>
              <a:defRPr sz="3150" b="1">
                <a:solidFill>
                  <a:srgbClr val="10283F"/>
                </a:solidFill>
                <a:latin typeface="DejaVu Sans"/>
                <a:ea typeface="DejaVu Sans"/>
                <a:cs typeface="DejaVu Sans"/>
              </a:defRPr>
            </a:lvl1pPr>
            <a:lvl2pPr>
              <a:defRPr sz="3150" b="1">
                <a:solidFill>
                  <a:srgbClr val="10283F"/>
                </a:solidFill>
                <a:latin typeface="DejaVu Sans"/>
                <a:ea typeface="DejaVu Sans"/>
                <a:cs typeface="DejaVu Sans"/>
              </a:defRPr>
            </a:lvl2pPr>
            <a:lvl3pPr>
              <a:defRPr sz="3150" b="1">
                <a:solidFill>
                  <a:srgbClr val="10283F"/>
                </a:solidFill>
                <a:latin typeface="DejaVu Sans"/>
                <a:ea typeface="DejaVu Sans"/>
                <a:cs typeface="DejaVu Sans"/>
              </a:defRPr>
            </a:lvl3pPr>
            <a:lvl4pPr>
              <a:defRPr sz="3150" b="1">
                <a:solidFill>
                  <a:srgbClr val="10283F"/>
                </a:solidFill>
                <a:latin typeface="DejaVu Sans"/>
                <a:ea typeface="DejaVu Sans"/>
                <a:cs typeface="DejaVu Sans"/>
              </a:defRPr>
            </a:lvl4pPr>
            <a:lvl5pPr>
              <a:defRPr sz="3150" b="1">
                <a:solidFill>
                  <a:srgbClr val="10283F"/>
                </a:solidFill>
                <a:latin typeface="DejaVu Sans"/>
                <a:ea typeface="DejaVu Sans"/>
                <a:cs typeface="DejaVu Sans"/>
              </a:defRPr>
            </a:lvl5pPr>
            <a:lvl6pPr>
              <a:defRPr sz="3150" b="1">
                <a:solidFill>
                  <a:srgbClr val="10283F"/>
                </a:solidFill>
                <a:latin typeface="DejaVu Sans"/>
                <a:ea typeface="DejaVu Sans"/>
                <a:cs typeface="DejaVu Sans"/>
              </a:defRPr>
            </a:lvl6pPr>
            <a:lvl7pPr>
              <a:defRPr sz="3150" b="1">
                <a:solidFill>
                  <a:srgbClr val="10283F"/>
                </a:solidFill>
                <a:latin typeface="DejaVu Sans"/>
                <a:ea typeface="DejaVu Sans"/>
                <a:cs typeface="DejaVu Sans"/>
              </a:defRPr>
            </a:lvl7pPr>
            <a:lvl8pPr>
              <a:defRPr sz="3150" b="1">
                <a:solidFill>
                  <a:srgbClr val="10283F"/>
                </a:solidFill>
                <a:latin typeface="DejaVu Sans"/>
                <a:ea typeface="DejaVu Sans"/>
                <a:cs typeface="DejaVu Sans"/>
              </a:defRPr>
            </a:lvl8pPr>
            <a:lvl9pPr>
              <a:defRPr sz="3150" b="1">
                <a:solidFill>
                  <a:srgbClr val="10283F"/>
                </a:solidFill>
                <a:latin typeface="DejaVu Sans"/>
                <a:ea typeface="DejaVu Sans"/>
                <a:cs typeface="DejaVu Sans"/>
              </a:defRPr>
            </a:lvl9pPr>
          </a:lstStyle>
          <a:p>
            <a:pPr>
              <a:defRPr sz="3150" b="1">
                <a:solidFill>
                  <a:srgbClr val="10283F"/>
                </a:solidFill>
                <a:latin typeface="DejaVu Sans"/>
                <a:ea typeface="DejaVu Sans"/>
                <a:cs typeface="DejaVu Sans"/>
              </a:defRPr>
            </a:pPr>
            <a:r>
              <a:rPr sz="3150" b="1">
                <a:solidFill>
                  <a:srgbClr val="10283F"/>
                </a:solidFill>
                <a:latin typeface="DejaVu Sans"/>
                <a:ea typeface="DejaVu Sans"/>
                <a:cs typeface="DejaVu Sans"/>
              </a:rPr>
              <a:t>JobScheduler untuk tugas bersyarat</a:t>
            </a:r>
          </a:p>
        </p:txBody>
      </p:sp>
      <p:sp>
        <p:nvSpPr>
          <p:cNvPr id="3" name="text-2">
            <a:extLst>
              <a:ext uri="{FF2B5EF4-FFF2-40B4-BE49-F238E27FC236}">
                <a16:creationId xmlns:a16="http://schemas.microsoft.com/office/drawing/2014/main" id="{85107D9F-D84E-4312-ACFA-99C02A318381}"/>
              </a:ext>
            </a:extLst>
          </p:cNvPr>
          <p:cNvSpPr>
            <a:spLocks noGrp="1"/>
          </p:cNvSpPr>
          <p:nvPr/>
        </p:nvSpPr>
        <p:spPr>
          <a:xfrm>
            <a:off x="609600" y="6410325"/>
            <a:ext cx="10096500" cy="238125"/>
          </a:xfrm>
          <a:prstGeom prst="rect">
            <a:avLst/>
          </a:prstGeom>
          <a:noFill/>
          <a:ln w="0">
            <a:noFill/>
            <a:prstDash val="solid"/>
          </a:ln>
        </p:spPr>
        <p:txBody>
          <a:bodyPr lIns="0" tIns="0" rIns="0" bIns="0" anchor="t">
            <a:noAutofit/>
          </a:bodyPr>
          <a:lstStyle>
            <a:defPPr>
              <a:defRPr sz="1050" b="0">
                <a:solidFill>
                  <a:srgbClr val="506778"/>
                </a:solidFill>
                <a:latin typeface="DejaVu Sans"/>
                <a:ea typeface="DejaVu Sans"/>
                <a:cs typeface="DejaVu Sans"/>
              </a:defRPr>
            </a:defPPr>
            <a:lvl1pPr>
              <a:defRPr sz="1050" b="0">
                <a:solidFill>
                  <a:srgbClr val="506778"/>
                </a:solidFill>
                <a:latin typeface="DejaVu Sans"/>
                <a:ea typeface="DejaVu Sans"/>
                <a:cs typeface="DejaVu Sans"/>
              </a:defRPr>
            </a:lvl1pPr>
            <a:lvl2pPr>
              <a:defRPr sz="1050" b="0">
                <a:solidFill>
                  <a:srgbClr val="506778"/>
                </a:solidFill>
                <a:latin typeface="DejaVu Sans"/>
                <a:ea typeface="DejaVu Sans"/>
                <a:cs typeface="DejaVu Sans"/>
              </a:defRPr>
            </a:lvl2pPr>
            <a:lvl3pPr>
              <a:defRPr sz="1050" b="0">
                <a:solidFill>
                  <a:srgbClr val="506778"/>
                </a:solidFill>
                <a:latin typeface="DejaVu Sans"/>
                <a:ea typeface="DejaVu Sans"/>
                <a:cs typeface="DejaVu Sans"/>
              </a:defRPr>
            </a:lvl3pPr>
            <a:lvl4pPr>
              <a:defRPr sz="1050" b="0">
                <a:solidFill>
                  <a:srgbClr val="506778"/>
                </a:solidFill>
                <a:latin typeface="DejaVu Sans"/>
                <a:ea typeface="DejaVu Sans"/>
                <a:cs typeface="DejaVu Sans"/>
              </a:defRPr>
            </a:lvl4pPr>
            <a:lvl5pPr>
              <a:defRPr sz="1050" b="0">
                <a:solidFill>
                  <a:srgbClr val="506778"/>
                </a:solidFill>
                <a:latin typeface="DejaVu Sans"/>
                <a:ea typeface="DejaVu Sans"/>
                <a:cs typeface="DejaVu Sans"/>
              </a:defRPr>
            </a:lvl5pPr>
            <a:lvl6pPr>
              <a:defRPr sz="1050" b="0">
                <a:solidFill>
                  <a:srgbClr val="506778"/>
                </a:solidFill>
                <a:latin typeface="DejaVu Sans"/>
                <a:ea typeface="DejaVu Sans"/>
                <a:cs typeface="DejaVu Sans"/>
              </a:defRPr>
            </a:lvl6pPr>
            <a:lvl7pPr>
              <a:defRPr sz="1050" b="0">
                <a:solidFill>
                  <a:srgbClr val="506778"/>
                </a:solidFill>
                <a:latin typeface="DejaVu Sans"/>
                <a:ea typeface="DejaVu Sans"/>
                <a:cs typeface="DejaVu Sans"/>
              </a:defRPr>
            </a:lvl7pPr>
            <a:lvl8pPr>
              <a:defRPr sz="1050" b="0">
                <a:solidFill>
                  <a:srgbClr val="506778"/>
                </a:solidFill>
                <a:latin typeface="DejaVu Sans"/>
                <a:ea typeface="DejaVu Sans"/>
                <a:cs typeface="DejaVu Sans"/>
              </a:defRPr>
            </a:lvl8pPr>
            <a:lvl9pPr>
              <a:defRPr sz="1050" b="0">
                <a:solidFill>
                  <a:srgbClr val="506778"/>
                </a:solidFill>
                <a:latin typeface="DejaVu Sans"/>
                <a:ea typeface="DejaVu Sans"/>
                <a:cs typeface="DejaVu Sans"/>
              </a:defRPr>
            </a:lvl9pPr>
          </a:lstStyle>
          <a:p>
            <a:pPr>
              <a:defRPr sz="1050" b="0">
                <a:solidFill>
                  <a:srgbClr val="506778"/>
                </a:solidFill>
                <a:latin typeface="DejaVu Sans"/>
                <a:ea typeface="DejaVu Sans"/>
                <a:cs typeface="DejaVu Sans"/>
              </a:defRPr>
            </a:pPr>
            <a:r>
              <a:rPr sz="1050" b="0">
                <a:solidFill>
                  <a:srgbClr val="506778"/>
                </a:solidFill>
                <a:latin typeface="DejaVu Sans"/>
                <a:ea typeface="DejaVu Sans"/>
                <a:cs typeface="DejaVu Sans"/>
              </a:rPr>
              <a:t>Sumber: E-book Bab 4 (PDF hlm. 6–8)</a:t>
            </a:r>
          </a:p>
        </p:txBody>
      </p:sp>
      <p:sp>
        <p:nvSpPr>
          <p:cNvPr id="4" name="text-3">
            <a:extLst>
              <a:ext uri="{FF2B5EF4-FFF2-40B4-BE49-F238E27FC236}">
                <a16:creationId xmlns:a16="http://schemas.microsoft.com/office/drawing/2014/main" id="{EBD3183B-8041-42C2-825C-26D2C287F7CA}"/>
              </a:ext>
            </a:extLst>
          </p:cNvPr>
          <p:cNvSpPr>
            <a:spLocks noGrp="1"/>
          </p:cNvSpPr>
          <p:nvPr/>
        </p:nvSpPr>
        <p:spPr>
          <a:xfrm>
            <a:off x="11106150" y="6372225"/>
            <a:ext cx="476250" cy="285750"/>
          </a:xfrm>
          <a:prstGeom prst="rect">
            <a:avLst/>
          </a:prstGeom>
          <a:noFill/>
          <a:ln w="0">
            <a:noFill/>
            <a:prstDash val="solid"/>
          </a:ln>
        </p:spPr>
        <p:txBody>
          <a:bodyPr lIns="0" tIns="0" rIns="0" bIns="0" anchor="t">
            <a:noAutofit/>
          </a:bodyPr>
          <a:lstStyle>
            <a:defPPr>
              <a:defRPr sz="1425" b="1">
                <a:solidFill>
                  <a:srgbClr val="007D85"/>
                </a:solidFill>
                <a:latin typeface="DejaVu Sans"/>
                <a:ea typeface="DejaVu Sans"/>
                <a:cs typeface="DejaVu Sans"/>
              </a:defRPr>
            </a:defPPr>
            <a:lvl1pPr>
              <a:defRPr sz="1425" b="1">
                <a:solidFill>
                  <a:srgbClr val="007D85"/>
                </a:solidFill>
                <a:latin typeface="DejaVu Sans"/>
                <a:ea typeface="DejaVu Sans"/>
                <a:cs typeface="DejaVu Sans"/>
              </a:defRPr>
            </a:lvl1pPr>
            <a:lvl2pPr>
              <a:defRPr sz="1425" b="1">
                <a:solidFill>
                  <a:srgbClr val="007D85"/>
                </a:solidFill>
                <a:latin typeface="DejaVu Sans"/>
                <a:ea typeface="DejaVu Sans"/>
                <a:cs typeface="DejaVu Sans"/>
              </a:defRPr>
            </a:lvl2pPr>
            <a:lvl3pPr>
              <a:defRPr sz="1425" b="1">
                <a:solidFill>
                  <a:srgbClr val="007D85"/>
                </a:solidFill>
                <a:latin typeface="DejaVu Sans"/>
                <a:ea typeface="DejaVu Sans"/>
                <a:cs typeface="DejaVu Sans"/>
              </a:defRPr>
            </a:lvl3pPr>
            <a:lvl4pPr>
              <a:defRPr sz="1425" b="1">
                <a:solidFill>
                  <a:srgbClr val="007D85"/>
                </a:solidFill>
                <a:latin typeface="DejaVu Sans"/>
                <a:ea typeface="DejaVu Sans"/>
                <a:cs typeface="DejaVu Sans"/>
              </a:defRPr>
            </a:lvl4pPr>
            <a:lvl5pPr>
              <a:defRPr sz="1425" b="1">
                <a:solidFill>
                  <a:srgbClr val="007D85"/>
                </a:solidFill>
                <a:latin typeface="DejaVu Sans"/>
                <a:ea typeface="DejaVu Sans"/>
                <a:cs typeface="DejaVu Sans"/>
              </a:defRPr>
            </a:lvl5pPr>
            <a:lvl6pPr>
              <a:defRPr sz="1425" b="1">
                <a:solidFill>
                  <a:srgbClr val="007D85"/>
                </a:solidFill>
                <a:latin typeface="DejaVu Sans"/>
                <a:ea typeface="DejaVu Sans"/>
                <a:cs typeface="DejaVu Sans"/>
              </a:defRPr>
            </a:lvl6pPr>
            <a:lvl7pPr>
              <a:defRPr sz="1425" b="1">
                <a:solidFill>
                  <a:srgbClr val="007D85"/>
                </a:solidFill>
                <a:latin typeface="DejaVu Sans"/>
                <a:ea typeface="DejaVu Sans"/>
                <a:cs typeface="DejaVu Sans"/>
              </a:defRPr>
            </a:lvl7pPr>
            <a:lvl8pPr>
              <a:defRPr sz="1425" b="1">
                <a:solidFill>
                  <a:srgbClr val="007D85"/>
                </a:solidFill>
                <a:latin typeface="DejaVu Sans"/>
                <a:ea typeface="DejaVu Sans"/>
                <a:cs typeface="DejaVu Sans"/>
              </a:defRPr>
            </a:lvl8pPr>
            <a:lvl9pPr>
              <a:defRPr sz="1425" b="1">
                <a:solidFill>
                  <a:srgbClr val="007D85"/>
                </a:solidFill>
                <a:latin typeface="DejaVu Sans"/>
                <a:ea typeface="DejaVu Sans"/>
                <a:cs typeface="DejaVu Sans"/>
              </a:defRPr>
            </a:lvl9pPr>
          </a:lstStyle>
          <a:p>
            <a:pPr>
              <a:defRPr sz="1425" b="1">
                <a:solidFill>
                  <a:srgbClr val="007D85"/>
                </a:solidFill>
                <a:latin typeface="DejaVu Sans"/>
                <a:ea typeface="DejaVu Sans"/>
                <a:cs typeface="DejaVu Sans"/>
              </a:defRPr>
            </a:pPr>
            <a:r>
              <a:rPr sz="1425" b="1">
                <a:solidFill>
                  <a:srgbClr val="007D85"/>
                </a:solidFill>
                <a:latin typeface="DejaVu Sans"/>
                <a:ea typeface="DejaVu Sans"/>
                <a:cs typeface="DejaVu Sans"/>
              </a:rPr>
              <a:t>24</a:t>
            </a:r>
          </a:p>
        </p:txBody>
      </p:sp>
      <p:sp>
        <p:nvSpPr>
          <p:cNvPr id="5" name="text-4">
            <a:extLst>
              <a:ext uri="{FF2B5EF4-FFF2-40B4-BE49-F238E27FC236}">
                <a16:creationId xmlns:a16="http://schemas.microsoft.com/office/drawing/2014/main" id="{0BCAA606-DC30-41FF-84F0-FDEBB03A39AA}"/>
              </a:ext>
            </a:extLst>
          </p:cNvPr>
          <p:cNvSpPr>
            <a:spLocks noGrp="1"/>
          </p:cNvSpPr>
          <p:nvPr/>
        </p:nvSpPr>
        <p:spPr>
          <a:xfrm>
            <a:off x="609600" y="195262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Kondisi tugas</a:t>
            </a:r>
          </a:p>
        </p:txBody>
      </p:sp>
      <p:sp>
        <p:nvSpPr>
          <p:cNvPr id="6" name="text-5">
            <a:extLst>
              <a:ext uri="{FF2B5EF4-FFF2-40B4-BE49-F238E27FC236}">
                <a16:creationId xmlns:a16="http://schemas.microsoft.com/office/drawing/2014/main" id="{CC6E313D-1A1D-4A40-B412-BCF547F10757}"/>
              </a:ext>
            </a:extLst>
          </p:cNvPr>
          <p:cNvSpPr>
            <a:spLocks noGrp="1"/>
          </p:cNvSpPr>
          <p:nvPr/>
        </p:nvSpPr>
        <p:spPr>
          <a:xfrm>
            <a:off x="3714750" y="195262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JobInfo mendeskripsikan syarat pelaksanaan pekerjaan. JobScheduler mengatur penjadwalannya.</a:t>
            </a:r>
          </a:p>
        </p:txBody>
      </p:sp>
      <p:sp>
        <p:nvSpPr>
          <p:cNvPr id="7" name="text-6">
            <a:extLst>
              <a:ext uri="{FF2B5EF4-FFF2-40B4-BE49-F238E27FC236}">
                <a16:creationId xmlns:a16="http://schemas.microsoft.com/office/drawing/2014/main" id="{6F4F6BA3-6AE2-4B85-A46E-39EABE6E0823}"/>
              </a:ext>
            </a:extLst>
          </p:cNvPr>
          <p:cNvSpPr>
            <a:spLocks noGrp="1"/>
          </p:cNvSpPr>
          <p:nvPr/>
        </p:nvSpPr>
        <p:spPr>
          <a:xfrm>
            <a:off x="609600" y="300037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Pelaksanaan</a:t>
            </a:r>
          </a:p>
        </p:txBody>
      </p:sp>
      <p:sp>
        <p:nvSpPr>
          <p:cNvPr id="8" name="text-7">
            <a:extLst>
              <a:ext uri="{FF2B5EF4-FFF2-40B4-BE49-F238E27FC236}">
                <a16:creationId xmlns:a16="http://schemas.microsoft.com/office/drawing/2014/main" id="{C90C8A29-2033-479E-89C1-0D02969EC14E}"/>
              </a:ext>
            </a:extLst>
          </p:cNvPr>
          <p:cNvSpPr>
            <a:spLocks noGrp="1"/>
          </p:cNvSpPr>
          <p:nvPr/>
        </p:nvSpPr>
        <p:spPr>
          <a:xfrm>
            <a:off x="3714750" y="300037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JobService menerima onStartJob() ketika sistem menjalankan pekerjaan yang memenuhi syarat.</a:t>
            </a:r>
          </a:p>
        </p:txBody>
      </p:sp>
      <p:sp>
        <p:nvSpPr>
          <p:cNvPr id="9" name="text-8">
            <a:extLst>
              <a:ext uri="{FF2B5EF4-FFF2-40B4-BE49-F238E27FC236}">
                <a16:creationId xmlns:a16="http://schemas.microsoft.com/office/drawing/2014/main" id="{2F510F82-3404-47F9-9BBE-65CDC544598E}"/>
              </a:ext>
            </a:extLst>
          </p:cNvPr>
          <p:cNvSpPr>
            <a:spLocks noGrp="1"/>
          </p:cNvSpPr>
          <p:nvPr/>
        </p:nvSpPr>
        <p:spPr>
          <a:xfrm>
            <a:off x="609600" y="404812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Penyelesaian</a:t>
            </a:r>
          </a:p>
        </p:txBody>
      </p:sp>
      <p:sp>
        <p:nvSpPr>
          <p:cNvPr id="10" name="text-9">
            <a:extLst>
              <a:ext uri="{FF2B5EF4-FFF2-40B4-BE49-F238E27FC236}">
                <a16:creationId xmlns:a16="http://schemas.microsoft.com/office/drawing/2014/main" id="{1CC22AA8-ED58-456F-8963-701B9B7FAFF9}"/>
              </a:ext>
            </a:extLst>
          </p:cNvPr>
          <p:cNvSpPr>
            <a:spLocks noGrp="1"/>
          </p:cNvSpPr>
          <p:nvPr/>
        </p:nvSpPr>
        <p:spPr>
          <a:xfrm>
            <a:off x="3714750" y="404812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jobFinished() menandai selesainya pekerjaan. onStopJob() menangani penghentian pekerjaan.</a:t>
            </a:r>
          </a:p>
        </p:txBody>
      </p:sp>
      <p:sp>
        <p:nvSpPr>
          <p:cNvPr id="11" name="text-10">
            <a:extLst>
              <a:ext uri="{FF2B5EF4-FFF2-40B4-BE49-F238E27FC236}">
                <a16:creationId xmlns:a16="http://schemas.microsoft.com/office/drawing/2014/main" id="{C9019698-1DE7-4585-9D3B-8BD47AF85977}"/>
              </a:ext>
            </a:extLst>
          </p:cNvPr>
          <p:cNvSpPr>
            <a:spLocks noGrp="1"/>
          </p:cNvSpPr>
          <p:nvPr/>
        </p:nvSpPr>
        <p:spPr>
          <a:xfrm>
            <a:off x="609600" y="509587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Respons aplikasi</a:t>
            </a:r>
          </a:p>
        </p:txBody>
      </p:sp>
      <p:sp>
        <p:nvSpPr>
          <p:cNvPr id="12" name="text-11">
            <a:extLst>
              <a:ext uri="{FF2B5EF4-FFF2-40B4-BE49-F238E27FC236}">
                <a16:creationId xmlns:a16="http://schemas.microsoft.com/office/drawing/2014/main" id="{6B19B2E8-CB1C-42CC-90D5-CB64E8372CB0}"/>
              </a:ext>
            </a:extLst>
          </p:cNvPr>
          <p:cNvSpPr>
            <a:spLocks noGrp="1"/>
          </p:cNvSpPr>
          <p:nvPr/>
        </p:nvSpPr>
        <p:spPr>
          <a:xfrm>
            <a:off x="3714750" y="509587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Pekerjaan latar belakang tidak otomatis berjalan pada thread terpisah. Proses berat perlu dikelola agar UI tetap responsif.</a:t>
            </a:r>
          </a:p>
        </p:txBody>
      </p:sp>
    </p:spTree>
    <p:extLst>
      <p:ext uri="{BB962C8B-B14F-4D97-AF65-F5344CB8AC3E}">
        <p14:creationId xmlns:p14="http://schemas.microsoft.com/office/powerpoint/2010/main" val="1462820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6F9FA"/>
        </a:solidFill>
        <a:effectLst/>
      </p:bgPr>
    </p:bg>
    <p:spTree>
      <p:nvGrpSpPr>
        <p:cNvPr id="1" name=""/>
        <p:cNvGrpSpPr/>
        <p:nvPr/>
      </p:nvGrpSpPr>
      <p:grpSpPr>
        <a:xfrm>
          <a:off x="0" y="0"/>
          <a:ext cx="0" cy="0"/>
          <a:chOff x="0" y="0"/>
          <a:chExt cx="0" cy="0"/>
        </a:xfrm>
      </p:grpSpPr>
      <p:sp>
        <p:nvSpPr>
          <p:cNvPr id="12" name="text-0">
            <a:extLst>
              <a:ext uri="{FF2B5EF4-FFF2-40B4-BE49-F238E27FC236}">
                <a16:creationId xmlns:a16="http://schemas.microsoft.com/office/drawing/2014/main" id="{1621A598-131D-4353-8D64-9666BCAC88AF}"/>
              </a:ext>
            </a:extLst>
          </p:cNvPr>
          <p:cNvSpPr>
            <a:spLocks noGrp="1"/>
          </p:cNvSpPr>
          <p:nvPr/>
        </p:nvSpPr>
        <p:spPr>
          <a:xfrm>
            <a:off x="609600" y="381000"/>
            <a:ext cx="10953750" cy="266700"/>
          </a:xfrm>
          <a:prstGeom prst="rect">
            <a:avLst/>
          </a:prstGeom>
          <a:noFill/>
          <a:ln w="0">
            <a:noFill/>
            <a:prstDash val="solid"/>
          </a:ln>
        </p:spPr>
        <p:txBody>
          <a:bodyPr lIns="0" tIns="0" rIns="0" bIns="0" anchor="t">
            <a:noAutofit/>
          </a:bodyPr>
          <a:lstStyle>
            <a:defPPr>
              <a:defRPr sz="1350" b="1">
                <a:solidFill>
                  <a:srgbClr val="007D85"/>
                </a:solidFill>
                <a:latin typeface="DejaVu Sans"/>
                <a:ea typeface="DejaVu Sans"/>
                <a:cs typeface="DejaVu Sans"/>
              </a:defRPr>
            </a:defPPr>
            <a:lvl1pPr>
              <a:defRPr sz="1350" b="1">
                <a:solidFill>
                  <a:srgbClr val="007D85"/>
                </a:solidFill>
                <a:latin typeface="DejaVu Sans"/>
                <a:ea typeface="DejaVu Sans"/>
                <a:cs typeface="DejaVu Sans"/>
              </a:defRPr>
            </a:lvl1pPr>
            <a:lvl2pPr>
              <a:defRPr sz="1350" b="1">
                <a:solidFill>
                  <a:srgbClr val="007D85"/>
                </a:solidFill>
                <a:latin typeface="DejaVu Sans"/>
                <a:ea typeface="DejaVu Sans"/>
                <a:cs typeface="DejaVu Sans"/>
              </a:defRPr>
            </a:lvl2pPr>
            <a:lvl3pPr>
              <a:defRPr sz="1350" b="1">
                <a:solidFill>
                  <a:srgbClr val="007D85"/>
                </a:solidFill>
                <a:latin typeface="DejaVu Sans"/>
                <a:ea typeface="DejaVu Sans"/>
                <a:cs typeface="DejaVu Sans"/>
              </a:defRPr>
            </a:lvl3pPr>
            <a:lvl4pPr>
              <a:defRPr sz="1350" b="1">
                <a:solidFill>
                  <a:srgbClr val="007D85"/>
                </a:solidFill>
                <a:latin typeface="DejaVu Sans"/>
                <a:ea typeface="DejaVu Sans"/>
                <a:cs typeface="DejaVu Sans"/>
              </a:defRPr>
            </a:lvl4pPr>
            <a:lvl5pPr>
              <a:defRPr sz="1350" b="1">
                <a:solidFill>
                  <a:srgbClr val="007D85"/>
                </a:solidFill>
                <a:latin typeface="DejaVu Sans"/>
                <a:ea typeface="DejaVu Sans"/>
                <a:cs typeface="DejaVu Sans"/>
              </a:defRPr>
            </a:lvl5pPr>
            <a:lvl6pPr>
              <a:defRPr sz="1350" b="1">
                <a:solidFill>
                  <a:srgbClr val="007D85"/>
                </a:solidFill>
                <a:latin typeface="DejaVu Sans"/>
                <a:ea typeface="DejaVu Sans"/>
                <a:cs typeface="DejaVu Sans"/>
              </a:defRPr>
            </a:lvl6pPr>
            <a:lvl7pPr>
              <a:defRPr sz="1350" b="1">
                <a:solidFill>
                  <a:srgbClr val="007D85"/>
                </a:solidFill>
                <a:latin typeface="DejaVu Sans"/>
                <a:ea typeface="DejaVu Sans"/>
                <a:cs typeface="DejaVu Sans"/>
              </a:defRPr>
            </a:lvl7pPr>
            <a:lvl8pPr>
              <a:defRPr sz="1350" b="1">
                <a:solidFill>
                  <a:srgbClr val="007D85"/>
                </a:solidFill>
                <a:latin typeface="DejaVu Sans"/>
                <a:ea typeface="DejaVu Sans"/>
                <a:cs typeface="DejaVu Sans"/>
              </a:defRPr>
            </a:lvl8pPr>
            <a:lvl9pPr>
              <a:defRPr sz="1350" b="1">
                <a:solidFill>
                  <a:srgbClr val="007D85"/>
                </a:solidFill>
                <a:latin typeface="DejaVu Sans"/>
                <a:ea typeface="DejaVu Sans"/>
                <a:cs typeface="DejaVu Sans"/>
              </a:defRPr>
            </a:lvl9pPr>
          </a:lstStyle>
          <a:p>
            <a:pPr>
              <a:defRPr sz="1350" b="1">
                <a:solidFill>
                  <a:srgbClr val="007D85"/>
                </a:solidFill>
                <a:latin typeface="DejaVu Sans"/>
                <a:ea typeface="DejaVu Sans"/>
                <a:cs typeface="DejaVu Sans"/>
              </a:defRPr>
            </a:pPr>
            <a:r>
              <a:rPr sz="1350" b="1">
                <a:solidFill>
                  <a:srgbClr val="007D85"/>
                </a:solidFill>
                <a:latin typeface="DejaVu Sans"/>
                <a:ea typeface="DejaVu Sans"/>
                <a:cs typeface="DejaVu Sans"/>
              </a:rPr>
              <a:t>BAB 4  BACKGROUND TASK</a:t>
            </a:r>
          </a:p>
        </p:txBody>
      </p:sp>
      <p:sp>
        <p:nvSpPr>
          <p:cNvPr id="2" name="text-1">
            <a:extLst>
              <a:ext uri="{FF2B5EF4-FFF2-40B4-BE49-F238E27FC236}">
                <a16:creationId xmlns:a16="http://schemas.microsoft.com/office/drawing/2014/main" id="{B38BFC3B-5971-484B-AE55-45087FED494C}"/>
              </a:ext>
            </a:extLst>
          </p:cNvPr>
          <p:cNvSpPr>
            <a:spLocks noGrp="1"/>
          </p:cNvSpPr>
          <p:nvPr/>
        </p:nvSpPr>
        <p:spPr>
          <a:xfrm>
            <a:off x="609600" y="866775"/>
            <a:ext cx="10953750" cy="895350"/>
          </a:xfrm>
          <a:prstGeom prst="rect">
            <a:avLst/>
          </a:prstGeom>
          <a:noFill/>
          <a:ln w="0">
            <a:noFill/>
            <a:prstDash val="solid"/>
          </a:ln>
        </p:spPr>
        <p:txBody>
          <a:bodyPr lIns="0" tIns="0" rIns="0" bIns="0" anchor="t">
            <a:noAutofit/>
          </a:bodyPr>
          <a:lstStyle>
            <a:defPPr>
              <a:defRPr sz="3150" b="1">
                <a:solidFill>
                  <a:srgbClr val="10283F"/>
                </a:solidFill>
                <a:latin typeface="DejaVu Sans"/>
                <a:ea typeface="DejaVu Sans"/>
                <a:cs typeface="DejaVu Sans"/>
              </a:defRPr>
            </a:defPPr>
            <a:lvl1pPr>
              <a:defRPr sz="3150" b="1">
                <a:solidFill>
                  <a:srgbClr val="10283F"/>
                </a:solidFill>
                <a:latin typeface="DejaVu Sans"/>
                <a:ea typeface="DejaVu Sans"/>
                <a:cs typeface="DejaVu Sans"/>
              </a:defRPr>
            </a:lvl1pPr>
            <a:lvl2pPr>
              <a:defRPr sz="3150" b="1">
                <a:solidFill>
                  <a:srgbClr val="10283F"/>
                </a:solidFill>
                <a:latin typeface="DejaVu Sans"/>
                <a:ea typeface="DejaVu Sans"/>
                <a:cs typeface="DejaVu Sans"/>
              </a:defRPr>
            </a:lvl2pPr>
            <a:lvl3pPr>
              <a:defRPr sz="3150" b="1">
                <a:solidFill>
                  <a:srgbClr val="10283F"/>
                </a:solidFill>
                <a:latin typeface="DejaVu Sans"/>
                <a:ea typeface="DejaVu Sans"/>
                <a:cs typeface="DejaVu Sans"/>
              </a:defRPr>
            </a:lvl3pPr>
            <a:lvl4pPr>
              <a:defRPr sz="3150" b="1">
                <a:solidFill>
                  <a:srgbClr val="10283F"/>
                </a:solidFill>
                <a:latin typeface="DejaVu Sans"/>
                <a:ea typeface="DejaVu Sans"/>
                <a:cs typeface="DejaVu Sans"/>
              </a:defRPr>
            </a:lvl4pPr>
            <a:lvl5pPr>
              <a:defRPr sz="3150" b="1">
                <a:solidFill>
                  <a:srgbClr val="10283F"/>
                </a:solidFill>
                <a:latin typeface="DejaVu Sans"/>
                <a:ea typeface="DejaVu Sans"/>
                <a:cs typeface="DejaVu Sans"/>
              </a:defRPr>
            </a:lvl5pPr>
            <a:lvl6pPr>
              <a:defRPr sz="3150" b="1">
                <a:solidFill>
                  <a:srgbClr val="10283F"/>
                </a:solidFill>
                <a:latin typeface="DejaVu Sans"/>
                <a:ea typeface="DejaVu Sans"/>
                <a:cs typeface="DejaVu Sans"/>
              </a:defRPr>
            </a:lvl6pPr>
            <a:lvl7pPr>
              <a:defRPr sz="3150" b="1">
                <a:solidFill>
                  <a:srgbClr val="10283F"/>
                </a:solidFill>
                <a:latin typeface="DejaVu Sans"/>
                <a:ea typeface="DejaVu Sans"/>
                <a:cs typeface="DejaVu Sans"/>
              </a:defRPr>
            </a:lvl7pPr>
            <a:lvl8pPr>
              <a:defRPr sz="3150" b="1">
                <a:solidFill>
                  <a:srgbClr val="10283F"/>
                </a:solidFill>
                <a:latin typeface="DejaVu Sans"/>
                <a:ea typeface="DejaVu Sans"/>
                <a:cs typeface="DejaVu Sans"/>
              </a:defRPr>
            </a:lvl8pPr>
            <a:lvl9pPr>
              <a:defRPr sz="3150" b="1">
                <a:solidFill>
                  <a:srgbClr val="10283F"/>
                </a:solidFill>
                <a:latin typeface="DejaVu Sans"/>
                <a:ea typeface="DejaVu Sans"/>
                <a:cs typeface="DejaVu Sans"/>
              </a:defRPr>
            </a:lvl9pPr>
          </a:lstStyle>
          <a:p>
            <a:pPr>
              <a:defRPr sz="3150" b="1">
                <a:solidFill>
                  <a:srgbClr val="10283F"/>
                </a:solidFill>
                <a:latin typeface="DejaVu Sans"/>
                <a:ea typeface="DejaVu Sans"/>
                <a:cs typeface="DejaVu Sans"/>
              </a:defRPr>
            </a:pPr>
            <a:r>
              <a:rPr sz="3150" b="1">
                <a:solidFill>
                  <a:srgbClr val="10283F"/>
                </a:solidFill>
                <a:latin typeface="DejaVu Sans"/>
                <a:ea typeface="DejaVu Sans"/>
                <a:cs typeface="DejaVu Sans"/>
              </a:rPr>
              <a:t>Notifikasi dan komponen utamanya</a:t>
            </a:r>
          </a:p>
        </p:txBody>
      </p:sp>
      <p:sp>
        <p:nvSpPr>
          <p:cNvPr id="3" name="text-2">
            <a:extLst>
              <a:ext uri="{FF2B5EF4-FFF2-40B4-BE49-F238E27FC236}">
                <a16:creationId xmlns:a16="http://schemas.microsoft.com/office/drawing/2014/main" id="{EF24B6DE-758E-4F1A-9E85-2DABA85A78A2}"/>
              </a:ext>
            </a:extLst>
          </p:cNvPr>
          <p:cNvSpPr>
            <a:spLocks noGrp="1"/>
          </p:cNvSpPr>
          <p:nvPr/>
        </p:nvSpPr>
        <p:spPr>
          <a:xfrm>
            <a:off x="609600" y="6410325"/>
            <a:ext cx="10096500" cy="238125"/>
          </a:xfrm>
          <a:prstGeom prst="rect">
            <a:avLst/>
          </a:prstGeom>
          <a:noFill/>
          <a:ln w="0">
            <a:noFill/>
            <a:prstDash val="solid"/>
          </a:ln>
        </p:spPr>
        <p:txBody>
          <a:bodyPr lIns="0" tIns="0" rIns="0" bIns="0" anchor="t">
            <a:noAutofit/>
          </a:bodyPr>
          <a:lstStyle>
            <a:defPPr>
              <a:defRPr sz="1050" b="0">
                <a:solidFill>
                  <a:srgbClr val="506778"/>
                </a:solidFill>
                <a:latin typeface="DejaVu Sans"/>
                <a:ea typeface="DejaVu Sans"/>
                <a:cs typeface="DejaVu Sans"/>
              </a:defRPr>
            </a:defPPr>
            <a:lvl1pPr>
              <a:defRPr sz="1050" b="0">
                <a:solidFill>
                  <a:srgbClr val="506778"/>
                </a:solidFill>
                <a:latin typeface="DejaVu Sans"/>
                <a:ea typeface="DejaVu Sans"/>
                <a:cs typeface="DejaVu Sans"/>
              </a:defRPr>
            </a:lvl1pPr>
            <a:lvl2pPr>
              <a:defRPr sz="1050" b="0">
                <a:solidFill>
                  <a:srgbClr val="506778"/>
                </a:solidFill>
                <a:latin typeface="DejaVu Sans"/>
                <a:ea typeface="DejaVu Sans"/>
                <a:cs typeface="DejaVu Sans"/>
              </a:defRPr>
            </a:lvl2pPr>
            <a:lvl3pPr>
              <a:defRPr sz="1050" b="0">
                <a:solidFill>
                  <a:srgbClr val="506778"/>
                </a:solidFill>
                <a:latin typeface="DejaVu Sans"/>
                <a:ea typeface="DejaVu Sans"/>
                <a:cs typeface="DejaVu Sans"/>
              </a:defRPr>
            </a:lvl3pPr>
            <a:lvl4pPr>
              <a:defRPr sz="1050" b="0">
                <a:solidFill>
                  <a:srgbClr val="506778"/>
                </a:solidFill>
                <a:latin typeface="DejaVu Sans"/>
                <a:ea typeface="DejaVu Sans"/>
                <a:cs typeface="DejaVu Sans"/>
              </a:defRPr>
            </a:lvl4pPr>
            <a:lvl5pPr>
              <a:defRPr sz="1050" b="0">
                <a:solidFill>
                  <a:srgbClr val="506778"/>
                </a:solidFill>
                <a:latin typeface="DejaVu Sans"/>
                <a:ea typeface="DejaVu Sans"/>
                <a:cs typeface="DejaVu Sans"/>
              </a:defRPr>
            </a:lvl5pPr>
            <a:lvl6pPr>
              <a:defRPr sz="1050" b="0">
                <a:solidFill>
                  <a:srgbClr val="506778"/>
                </a:solidFill>
                <a:latin typeface="DejaVu Sans"/>
                <a:ea typeface="DejaVu Sans"/>
                <a:cs typeface="DejaVu Sans"/>
              </a:defRPr>
            </a:lvl6pPr>
            <a:lvl7pPr>
              <a:defRPr sz="1050" b="0">
                <a:solidFill>
                  <a:srgbClr val="506778"/>
                </a:solidFill>
                <a:latin typeface="DejaVu Sans"/>
                <a:ea typeface="DejaVu Sans"/>
                <a:cs typeface="DejaVu Sans"/>
              </a:defRPr>
            </a:lvl7pPr>
            <a:lvl8pPr>
              <a:defRPr sz="1050" b="0">
                <a:solidFill>
                  <a:srgbClr val="506778"/>
                </a:solidFill>
                <a:latin typeface="DejaVu Sans"/>
                <a:ea typeface="DejaVu Sans"/>
                <a:cs typeface="DejaVu Sans"/>
              </a:defRPr>
            </a:lvl8pPr>
            <a:lvl9pPr>
              <a:defRPr sz="1050" b="0">
                <a:solidFill>
                  <a:srgbClr val="506778"/>
                </a:solidFill>
                <a:latin typeface="DejaVu Sans"/>
                <a:ea typeface="DejaVu Sans"/>
                <a:cs typeface="DejaVu Sans"/>
              </a:defRPr>
            </a:lvl9pPr>
          </a:lstStyle>
          <a:p>
            <a:pPr>
              <a:defRPr sz="1050" b="0">
                <a:solidFill>
                  <a:srgbClr val="506778"/>
                </a:solidFill>
                <a:latin typeface="DejaVu Sans"/>
                <a:ea typeface="DejaVu Sans"/>
                <a:cs typeface="DejaVu Sans"/>
              </a:defRPr>
            </a:pPr>
            <a:r>
              <a:rPr sz="1050" b="0">
                <a:solidFill>
                  <a:srgbClr val="506778"/>
                </a:solidFill>
                <a:latin typeface="DejaVu Sans"/>
                <a:ea typeface="DejaVu Sans"/>
                <a:cs typeface="DejaVu Sans"/>
              </a:rPr>
              <a:t>Sumber: E-book Bab 4 (PDF hlm. 8–16)</a:t>
            </a:r>
          </a:p>
        </p:txBody>
      </p:sp>
      <p:sp>
        <p:nvSpPr>
          <p:cNvPr id="4" name="text-3">
            <a:extLst>
              <a:ext uri="{FF2B5EF4-FFF2-40B4-BE49-F238E27FC236}">
                <a16:creationId xmlns:a16="http://schemas.microsoft.com/office/drawing/2014/main" id="{A1BD29DE-142E-40A3-9369-383DFAB1012C}"/>
              </a:ext>
            </a:extLst>
          </p:cNvPr>
          <p:cNvSpPr>
            <a:spLocks noGrp="1"/>
          </p:cNvSpPr>
          <p:nvPr/>
        </p:nvSpPr>
        <p:spPr>
          <a:xfrm>
            <a:off x="11106150" y="6372225"/>
            <a:ext cx="476250" cy="285750"/>
          </a:xfrm>
          <a:prstGeom prst="rect">
            <a:avLst/>
          </a:prstGeom>
          <a:noFill/>
          <a:ln w="0">
            <a:noFill/>
            <a:prstDash val="solid"/>
          </a:ln>
        </p:spPr>
        <p:txBody>
          <a:bodyPr lIns="0" tIns="0" rIns="0" bIns="0" anchor="t">
            <a:noAutofit/>
          </a:bodyPr>
          <a:lstStyle>
            <a:defPPr>
              <a:defRPr sz="1425" b="1">
                <a:solidFill>
                  <a:srgbClr val="007D85"/>
                </a:solidFill>
                <a:latin typeface="DejaVu Sans"/>
                <a:ea typeface="DejaVu Sans"/>
                <a:cs typeface="DejaVu Sans"/>
              </a:defRPr>
            </a:defPPr>
            <a:lvl1pPr>
              <a:defRPr sz="1425" b="1">
                <a:solidFill>
                  <a:srgbClr val="007D85"/>
                </a:solidFill>
                <a:latin typeface="DejaVu Sans"/>
                <a:ea typeface="DejaVu Sans"/>
                <a:cs typeface="DejaVu Sans"/>
              </a:defRPr>
            </a:lvl1pPr>
            <a:lvl2pPr>
              <a:defRPr sz="1425" b="1">
                <a:solidFill>
                  <a:srgbClr val="007D85"/>
                </a:solidFill>
                <a:latin typeface="DejaVu Sans"/>
                <a:ea typeface="DejaVu Sans"/>
                <a:cs typeface="DejaVu Sans"/>
              </a:defRPr>
            </a:lvl2pPr>
            <a:lvl3pPr>
              <a:defRPr sz="1425" b="1">
                <a:solidFill>
                  <a:srgbClr val="007D85"/>
                </a:solidFill>
                <a:latin typeface="DejaVu Sans"/>
                <a:ea typeface="DejaVu Sans"/>
                <a:cs typeface="DejaVu Sans"/>
              </a:defRPr>
            </a:lvl3pPr>
            <a:lvl4pPr>
              <a:defRPr sz="1425" b="1">
                <a:solidFill>
                  <a:srgbClr val="007D85"/>
                </a:solidFill>
                <a:latin typeface="DejaVu Sans"/>
                <a:ea typeface="DejaVu Sans"/>
                <a:cs typeface="DejaVu Sans"/>
              </a:defRPr>
            </a:lvl4pPr>
            <a:lvl5pPr>
              <a:defRPr sz="1425" b="1">
                <a:solidFill>
                  <a:srgbClr val="007D85"/>
                </a:solidFill>
                <a:latin typeface="DejaVu Sans"/>
                <a:ea typeface="DejaVu Sans"/>
                <a:cs typeface="DejaVu Sans"/>
              </a:defRPr>
            </a:lvl5pPr>
            <a:lvl6pPr>
              <a:defRPr sz="1425" b="1">
                <a:solidFill>
                  <a:srgbClr val="007D85"/>
                </a:solidFill>
                <a:latin typeface="DejaVu Sans"/>
                <a:ea typeface="DejaVu Sans"/>
                <a:cs typeface="DejaVu Sans"/>
              </a:defRPr>
            </a:lvl6pPr>
            <a:lvl7pPr>
              <a:defRPr sz="1425" b="1">
                <a:solidFill>
                  <a:srgbClr val="007D85"/>
                </a:solidFill>
                <a:latin typeface="DejaVu Sans"/>
                <a:ea typeface="DejaVu Sans"/>
                <a:cs typeface="DejaVu Sans"/>
              </a:defRPr>
            </a:lvl7pPr>
            <a:lvl8pPr>
              <a:defRPr sz="1425" b="1">
                <a:solidFill>
                  <a:srgbClr val="007D85"/>
                </a:solidFill>
                <a:latin typeface="DejaVu Sans"/>
                <a:ea typeface="DejaVu Sans"/>
                <a:cs typeface="DejaVu Sans"/>
              </a:defRPr>
            </a:lvl8pPr>
            <a:lvl9pPr>
              <a:defRPr sz="1425" b="1">
                <a:solidFill>
                  <a:srgbClr val="007D85"/>
                </a:solidFill>
                <a:latin typeface="DejaVu Sans"/>
                <a:ea typeface="DejaVu Sans"/>
                <a:cs typeface="DejaVu Sans"/>
              </a:defRPr>
            </a:lvl9pPr>
          </a:lstStyle>
          <a:p>
            <a:pPr>
              <a:defRPr sz="1425" b="1">
                <a:solidFill>
                  <a:srgbClr val="007D85"/>
                </a:solidFill>
                <a:latin typeface="DejaVu Sans"/>
                <a:ea typeface="DejaVu Sans"/>
                <a:cs typeface="DejaVu Sans"/>
              </a:defRPr>
            </a:pPr>
            <a:r>
              <a:rPr sz="1425" b="1">
                <a:solidFill>
                  <a:srgbClr val="007D85"/>
                </a:solidFill>
                <a:latin typeface="DejaVu Sans"/>
                <a:ea typeface="DejaVu Sans"/>
                <a:cs typeface="DejaVu Sans"/>
              </a:rPr>
              <a:t>25</a:t>
            </a:r>
          </a:p>
        </p:txBody>
      </p:sp>
      <p:sp>
        <p:nvSpPr>
          <p:cNvPr id="5" name="text-4">
            <a:extLst>
              <a:ext uri="{FF2B5EF4-FFF2-40B4-BE49-F238E27FC236}">
                <a16:creationId xmlns:a16="http://schemas.microsoft.com/office/drawing/2014/main" id="{693B4746-22EE-4481-82E4-8BC95FBC97BA}"/>
              </a:ext>
            </a:extLst>
          </p:cNvPr>
          <p:cNvSpPr>
            <a:spLocks noGrp="1"/>
          </p:cNvSpPr>
          <p:nvPr/>
        </p:nvSpPr>
        <p:spPr>
          <a:xfrm>
            <a:off x="609600" y="1952625"/>
            <a:ext cx="5905500" cy="3238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Pesan di luar UI</a:t>
            </a:r>
          </a:p>
        </p:txBody>
      </p:sp>
      <p:sp>
        <p:nvSpPr>
          <p:cNvPr id="6" name="text-5">
            <a:extLst>
              <a:ext uri="{FF2B5EF4-FFF2-40B4-BE49-F238E27FC236}">
                <a16:creationId xmlns:a16="http://schemas.microsoft.com/office/drawing/2014/main" id="{69493476-7E2F-467A-8500-ACFE157CF36E}"/>
              </a:ext>
            </a:extLst>
          </p:cNvPr>
          <p:cNvSpPr>
            <a:spLocks noGrp="1"/>
          </p:cNvSpPr>
          <p:nvPr/>
        </p:nvSpPr>
        <p:spPr>
          <a:xfrm>
            <a:off x="609600" y="2352675"/>
            <a:ext cx="5905500" cy="876300"/>
          </a:xfrm>
          <a:prstGeom prst="rect">
            <a:avLst/>
          </a:prstGeom>
          <a:noFill/>
          <a:ln w="0">
            <a:noFill/>
            <a:prstDash val="solid"/>
          </a:ln>
        </p:spPr>
        <p:txBody>
          <a:bodyPr lIns="0" tIns="0" rIns="0" bIns="0" anchor="t">
            <a:noAutofit/>
          </a:bodyPr>
          <a:lstStyle>
            <a:defPPr>
              <a:defRPr sz="1875" b="0">
                <a:solidFill>
                  <a:srgbClr val="183349"/>
                </a:solidFill>
                <a:latin typeface="DejaVu Sans"/>
                <a:ea typeface="DejaVu Sans"/>
                <a:cs typeface="DejaVu Sans"/>
              </a:defRPr>
            </a:defPPr>
            <a:lvl1pPr>
              <a:defRPr sz="1875" b="0">
                <a:solidFill>
                  <a:srgbClr val="183349"/>
                </a:solidFill>
                <a:latin typeface="DejaVu Sans"/>
                <a:ea typeface="DejaVu Sans"/>
                <a:cs typeface="DejaVu Sans"/>
              </a:defRPr>
            </a:lvl1pPr>
            <a:lvl2pPr>
              <a:defRPr sz="1875" b="0">
                <a:solidFill>
                  <a:srgbClr val="183349"/>
                </a:solidFill>
                <a:latin typeface="DejaVu Sans"/>
                <a:ea typeface="DejaVu Sans"/>
                <a:cs typeface="DejaVu Sans"/>
              </a:defRPr>
            </a:lvl2pPr>
            <a:lvl3pPr>
              <a:defRPr sz="1875" b="0">
                <a:solidFill>
                  <a:srgbClr val="183349"/>
                </a:solidFill>
                <a:latin typeface="DejaVu Sans"/>
                <a:ea typeface="DejaVu Sans"/>
                <a:cs typeface="DejaVu Sans"/>
              </a:defRPr>
            </a:lvl3pPr>
            <a:lvl4pPr>
              <a:defRPr sz="1875" b="0">
                <a:solidFill>
                  <a:srgbClr val="183349"/>
                </a:solidFill>
                <a:latin typeface="DejaVu Sans"/>
                <a:ea typeface="DejaVu Sans"/>
                <a:cs typeface="DejaVu Sans"/>
              </a:defRPr>
            </a:lvl4pPr>
            <a:lvl5pPr>
              <a:defRPr sz="1875" b="0">
                <a:solidFill>
                  <a:srgbClr val="183349"/>
                </a:solidFill>
                <a:latin typeface="DejaVu Sans"/>
                <a:ea typeface="DejaVu Sans"/>
                <a:cs typeface="DejaVu Sans"/>
              </a:defRPr>
            </a:lvl5pPr>
            <a:lvl6pPr>
              <a:defRPr sz="1875" b="0">
                <a:solidFill>
                  <a:srgbClr val="183349"/>
                </a:solidFill>
                <a:latin typeface="DejaVu Sans"/>
                <a:ea typeface="DejaVu Sans"/>
                <a:cs typeface="DejaVu Sans"/>
              </a:defRPr>
            </a:lvl6pPr>
            <a:lvl7pPr>
              <a:defRPr sz="1875" b="0">
                <a:solidFill>
                  <a:srgbClr val="183349"/>
                </a:solidFill>
                <a:latin typeface="DejaVu Sans"/>
                <a:ea typeface="DejaVu Sans"/>
                <a:cs typeface="DejaVu Sans"/>
              </a:defRPr>
            </a:lvl7pPr>
            <a:lvl8pPr>
              <a:defRPr sz="1875" b="0">
                <a:solidFill>
                  <a:srgbClr val="183349"/>
                </a:solidFill>
                <a:latin typeface="DejaVu Sans"/>
                <a:ea typeface="DejaVu Sans"/>
                <a:cs typeface="DejaVu Sans"/>
              </a:defRPr>
            </a:lvl8pPr>
            <a:lvl9pPr>
              <a:defRPr sz="1875" b="0">
                <a:solidFill>
                  <a:srgbClr val="183349"/>
                </a:solidFill>
                <a:latin typeface="DejaVu Sans"/>
                <a:ea typeface="DejaVu Sans"/>
                <a:cs typeface="DejaVu Sans"/>
              </a:defRPr>
            </a:lvl9pPr>
          </a:lstStyle>
          <a:p>
            <a:pPr>
              <a:defRPr sz="1875" b="0">
                <a:solidFill>
                  <a:srgbClr val="183349"/>
                </a:solidFill>
                <a:latin typeface="DejaVu Sans"/>
                <a:ea typeface="DejaVu Sans"/>
                <a:cs typeface="DejaVu Sans"/>
              </a:defRPr>
            </a:pPr>
            <a:r>
              <a:rPr sz="1875" b="0">
                <a:solidFill>
                  <a:srgbClr val="183349"/>
                </a:solidFill>
                <a:latin typeface="DejaVu Sans"/>
                <a:ea typeface="DejaVu Sans"/>
                <a:cs typeface="DejaVu Sans"/>
              </a:rPr>
              <a:t>Notifikasi memberi informasi melalui status bar dan notification drawer.</a:t>
            </a:r>
          </a:p>
        </p:txBody>
      </p:sp>
      <p:sp>
        <p:nvSpPr>
          <p:cNvPr id="7" name="text-6">
            <a:extLst>
              <a:ext uri="{FF2B5EF4-FFF2-40B4-BE49-F238E27FC236}">
                <a16:creationId xmlns:a16="http://schemas.microsoft.com/office/drawing/2014/main" id="{1907B37C-AD3B-4703-BC5D-D589E86870F2}"/>
              </a:ext>
            </a:extLst>
          </p:cNvPr>
          <p:cNvSpPr>
            <a:spLocks noGrp="1"/>
          </p:cNvSpPr>
          <p:nvPr/>
        </p:nvSpPr>
        <p:spPr>
          <a:xfrm>
            <a:off x="609600" y="3305175"/>
            <a:ext cx="5905500" cy="3238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Channel</a:t>
            </a:r>
          </a:p>
        </p:txBody>
      </p:sp>
      <p:sp>
        <p:nvSpPr>
          <p:cNvPr id="8" name="text-7">
            <a:extLst>
              <a:ext uri="{FF2B5EF4-FFF2-40B4-BE49-F238E27FC236}">
                <a16:creationId xmlns:a16="http://schemas.microsoft.com/office/drawing/2014/main" id="{69991BFE-716C-4C3A-9C69-64A3FDC64B3D}"/>
              </a:ext>
            </a:extLst>
          </p:cNvPr>
          <p:cNvSpPr>
            <a:spLocks noGrp="1"/>
          </p:cNvSpPr>
          <p:nvPr/>
        </p:nvSpPr>
        <p:spPr>
          <a:xfrm>
            <a:off x="609600" y="3705225"/>
            <a:ext cx="5905500" cy="876300"/>
          </a:xfrm>
          <a:prstGeom prst="rect">
            <a:avLst/>
          </a:prstGeom>
          <a:noFill/>
          <a:ln w="0">
            <a:noFill/>
            <a:prstDash val="solid"/>
          </a:ln>
        </p:spPr>
        <p:txBody>
          <a:bodyPr lIns="0" tIns="0" rIns="0" bIns="0" anchor="t">
            <a:noAutofit/>
          </a:bodyPr>
          <a:lstStyle>
            <a:defPPr>
              <a:defRPr sz="1875" b="0">
                <a:solidFill>
                  <a:srgbClr val="183349"/>
                </a:solidFill>
                <a:latin typeface="DejaVu Sans"/>
                <a:ea typeface="DejaVu Sans"/>
                <a:cs typeface="DejaVu Sans"/>
              </a:defRPr>
            </a:defPPr>
            <a:lvl1pPr>
              <a:defRPr sz="1875" b="0">
                <a:solidFill>
                  <a:srgbClr val="183349"/>
                </a:solidFill>
                <a:latin typeface="DejaVu Sans"/>
                <a:ea typeface="DejaVu Sans"/>
                <a:cs typeface="DejaVu Sans"/>
              </a:defRPr>
            </a:lvl1pPr>
            <a:lvl2pPr>
              <a:defRPr sz="1875" b="0">
                <a:solidFill>
                  <a:srgbClr val="183349"/>
                </a:solidFill>
                <a:latin typeface="DejaVu Sans"/>
                <a:ea typeface="DejaVu Sans"/>
                <a:cs typeface="DejaVu Sans"/>
              </a:defRPr>
            </a:lvl2pPr>
            <a:lvl3pPr>
              <a:defRPr sz="1875" b="0">
                <a:solidFill>
                  <a:srgbClr val="183349"/>
                </a:solidFill>
                <a:latin typeface="DejaVu Sans"/>
                <a:ea typeface="DejaVu Sans"/>
                <a:cs typeface="DejaVu Sans"/>
              </a:defRPr>
            </a:lvl3pPr>
            <a:lvl4pPr>
              <a:defRPr sz="1875" b="0">
                <a:solidFill>
                  <a:srgbClr val="183349"/>
                </a:solidFill>
                <a:latin typeface="DejaVu Sans"/>
                <a:ea typeface="DejaVu Sans"/>
                <a:cs typeface="DejaVu Sans"/>
              </a:defRPr>
            </a:lvl4pPr>
            <a:lvl5pPr>
              <a:defRPr sz="1875" b="0">
                <a:solidFill>
                  <a:srgbClr val="183349"/>
                </a:solidFill>
                <a:latin typeface="DejaVu Sans"/>
                <a:ea typeface="DejaVu Sans"/>
                <a:cs typeface="DejaVu Sans"/>
              </a:defRPr>
            </a:lvl5pPr>
            <a:lvl6pPr>
              <a:defRPr sz="1875" b="0">
                <a:solidFill>
                  <a:srgbClr val="183349"/>
                </a:solidFill>
                <a:latin typeface="DejaVu Sans"/>
                <a:ea typeface="DejaVu Sans"/>
                <a:cs typeface="DejaVu Sans"/>
              </a:defRPr>
            </a:lvl6pPr>
            <a:lvl7pPr>
              <a:defRPr sz="1875" b="0">
                <a:solidFill>
                  <a:srgbClr val="183349"/>
                </a:solidFill>
                <a:latin typeface="DejaVu Sans"/>
                <a:ea typeface="DejaVu Sans"/>
                <a:cs typeface="DejaVu Sans"/>
              </a:defRPr>
            </a:lvl7pPr>
            <a:lvl8pPr>
              <a:defRPr sz="1875" b="0">
                <a:solidFill>
                  <a:srgbClr val="183349"/>
                </a:solidFill>
                <a:latin typeface="DejaVu Sans"/>
                <a:ea typeface="DejaVu Sans"/>
                <a:cs typeface="DejaVu Sans"/>
              </a:defRPr>
            </a:lvl8pPr>
            <a:lvl9pPr>
              <a:defRPr sz="1875" b="0">
                <a:solidFill>
                  <a:srgbClr val="183349"/>
                </a:solidFill>
                <a:latin typeface="DejaVu Sans"/>
                <a:ea typeface="DejaVu Sans"/>
                <a:cs typeface="DejaVu Sans"/>
              </a:defRPr>
            </a:lvl9pPr>
          </a:lstStyle>
          <a:p>
            <a:pPr>
              <a:defRPr sz="1875" b="0">
                <a:solidFill>
                  <a:srgbClr val="183349"/>
                </a:solidFill>
                <a:latin typeface="DejaVu Sans"/>
                <a:ea typeface="DejaVu Sans"/>
                <a:cs typeface="DejaVu Sans"/>
              </a:defRPr>
            </a:pPr>
            <a:r>
              <a:rPr sz="1875" b="0">
                <a:solidFill>
                  <a:srgbClr val="183349"/>
                </a:solidFill>
                <a:latin typeface="DejaVu Sans"/>
                <a:ea typeface="DejaVu Sans"/>
                <a:cs typeface="DejaVu Sans"/>
              </a:rPr>
              <a:t>Materi membahas channel untuk Android 8.0/API 26 ke atas, termasuk kategori dan tingkat kepentingan.</a:t>
            </a:r>
          </a:p>
        </p:txBody>
      </p:sp>
      <p:sp>
        <p:nvSpPr>
          <p:cNvPr id="9" name="text-8">
            <a:extLst>
              <a:ext uri="{FF2B5EF4-FFF2-40B4-BE49-F238E27FC236}">
                <a16:creationId xmlns:a16="http://schemas.microsoft.com/office/drawing/2014/main" id="{2BBAA2FF-39DA-4818-B0F9-BCEF5275182C}"/>
              </a:ext>
            </a:extLst>
          </p:cNvPr>
          <p:cNvSpPr>
            <a:spLocks noGrp="1"/>
          </p:cNvSpPr>
          <p:nvPr/>
        </p:nvSpPr>
        <p:spPr>
          <a:xfrm>
            <a:off x="609600" y="4657725"/>
            <a:ext cx="5905500" cy="3238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Isi dan aksi</a:t>
            </a:r>
          </a:p>
        </p:txBody>
      </p:sp>
      <p:sp>
        <p:nvSpPr>
          <p:cNvPr id="10" name="text-9">
            <a:extLst>
              <a:ext uri="{FF2B5EF4-FFF2-40B4-BE49-F238E27FC236}">
                <a16:creationId xmlns:a16="http://schemas.microsoft.com/office/drawing/2014/main" id="{6E2D0A05-CE51-4A09-A8AE-A1B26D5275CD}"/>
              </a:ext>
            </a:extLst>
          </p:cNvPr>
          <p:cNvSpPr>
            <a:spLocks noGrp="1"/>
          </p:cNvSpPr>
          <p:nvPr/>
        </p:nvSpPr>
        <p:spPr>
          <a:xfrm>
            <a:off x="609600" y="5057775"/>
            <a:ext cx="5905500" cy="876300"/>
          </a:xfrm>
          <a:prstGeom prst="rect">
            <a:avLst/>
          </a:prstGeom>
          <a:noFill/>
          <a:ln w="0">
            <a:noFill/>
            <a:prstDash val="solid"/>
          </a:ln>
        </p:spPr>
        <p:txBody>
          <a:bodyPr lIns="0" tIns="0" rIns="0" bIns="0" anchor="t">
            <a:noAutofit/>
          </a:bodyPr>
          <a:lstStyle>
            <a:defPPr>
              <a:defRPr sz="1875" b="0">
                <a:solidFill>
                  <a:srgbClr val="183349"/>
                </a:solidFill>
                <a:latin typeface="DejaVu Sans"/>
                <a:ea typeface="DejaVu Sans"/>
                <a:cs typeface="DejaVu Sans"/>
              </a:defRPr>
            </a:defPPr>
            <a:lvl1pPr>
              <a:defRPr sz="1875" b="0">
                <a:solidFill>
                  <a:srgbClr val="183349"/>
                </a:solidFill>
                <a:latin typeface="DejaVu Sans"/>
                <a:ea typeface="DejaVu Sans"/>
                <a:cs typeface="DejaVu Sans"/>
              </a:defRPr>
            </a:lvl1pPr>
            <a:lvl2pPr>
              <a:defRPr sz="1875" b="0">
                <a:solidFill>
                  <a:srgbClr val="183349"/>
                </a:solidFill>
                <a:latin typeface="DejaVu Sans"/>
                <a:ea typeface="DejaVu Sans"/>
                <a:cs typeface="DejaVu Sans"/>
              </a:defRPr>
            </a:lvl2pPr>
            <a:lvl3pPr>
              <a:defRPr sz="1875" b="0">
                <a:solidFill>
                  <a:srgbClr val="183349"/>
                </a:solidFill>
                <a:latin typeface="DejaVu Sans"/>
                <a:ea typeface="DejaVu Sans"/>
                <a:cs typeface="DejaVu Sans"/>
              </a:defRPr>
            </a:lvl3pPr>
            <a:lvl4pPr>
              <a:defRPr sz="1875" b="0">
                <a:solidFill>
                  <a:srgbClr val="183349"/>
                </a:solidFill>
                <a:latin typeface="DejaVu Sans"/>
                <a:ea typeface="DejaVu Sans"/>
                <a:cs typeface="DejaVu Sans"/>
              </a:defRPr>
            </a:lvl4pPr>
            <a:lvl5pPr>
              <a:defRPr sz="1875" b="0">
                <a:solidFill>
                  <a:srgbClr val="183349"/>
                </a:solidFill>
                <a:latin typeface="DejaVu Sans"/>
                <a:ea typeface="DejaVu Sans"/>
                <a:cs typeface="DejaVu Sans"/>
              </a:defRPr>
            </a:lvl5pPr>
            <a:lvl6pPr>
              <a:defRPr sz="1875" b="0">
                <a:solidFill>
                  <a:srgbClr val="183349"/>
                </a:solidFill>
                <a:latin typeface="DejaVu Sans"/>
                <a:ea typeface="DejaVu Sans"/>
                <a:cs typeface="DejaVu Sans"/>
              </a:defRPr>
            </a:lvl6pPr>
            <a:lvl7pPr>
              <a:defRPr sz="1875" b="0">
                <a:solidFill>
                  <a:srgbClr val="183349"/>
                </a:solidFill>
                <a:latin typeface="DejaVu Sans"/>
                <a:ea typeface="DejaVu Sans"/>
                <a:cs typeface="DejaVu Sans"/>
              </a:defRPr>
            </a:lvl7pPr>
            <a:lvl8pPr>
              <a:defRPr sz="1875" b="0">
                <a:solidFill>
                  <a:srgbClr val="183349"/>
                </a:solidFill>
                <a:latin typeface="DejaVu Sans"/>
                <a:ea typeface="DejaVu Sans"/>
                <a:cs typeface="DejaVu Sans"/>
              </a:defRPr>
            </a:lvl8pPr>
            <a:lvl9pPr>
              <a:defRPr sz="1875" b="0">
                <a:solidFill>
                  <a:srgbClr val="183349"/>
                </a:solidFill>
                <a:latin typeface="DejaVu Sans"/>
                <a:ea typeface="DejaVu Sans"/>
                <a:cs typeface="DejaVu Sans"/>
              </a:defRPr>
            </a:lvl9pPr>
          </a:lstStyle>
          <a:p>
            <a:pPr>
              <a:defRPr sz="1875" b="0">
                <a:solidFill>
                  <a:srgbClr val="183349"/>
                </a:solidFill>
                <a:latin typeface="DejaVu Sans"/>
                <a:ea typeface="DejaVu Sans"/>
                <a:cs typeface="DejaVu Sans"/>
              </a:defRPr>
            </a:pPr>
            <a:r>
              <a:rPr sz="1875" b="0">
                <a:solidFill>
                  <a:srgbClr val="183349"/>
                </a:solidFill>
                <a:latin typeface="DejaVu Sans"/>
                <a:ea typeface="DejaVu Sans"/>
                <a:cs typeface="DejaVu Sans"/>
              </a:rPr>
              <a:t>Ikon kecil, judul, pesan, serta PendingIntent untuk membuka tujuan saat notifikasi ditekan.</a:t>
            </a:r>
          </a:p>
        </p:txBody>
      </p:sp>
      <p:pic>
        <p:nvPicPr>
          <p:cNvPr id="11" name="Picture 10">
            <a:extLst>
              <a:ext uri="{FF2B5EF4-FFF2-40B4-BE49-F238E27FC236}">
                <a16:creationId xmlns:a16="http://schemas.microsoft.com/office/drawing/2014/main" id="{724F73B6-495A-4131-8ABA-DE66E266C685}"/>
              </a:ext>
            </a:extLst>
          </p:cNvPr>
          <p:cNvPicPr>
            <a:picLocks noChangeAspect="1"/>
          </p:cNvPicPr>
          <p:nvPr/>
        </p:nvPicPr>
        <p:blipFill>
          <a:blip r:embed="rId3"/>
          <a:stretch/>
        </p:blipFill>
        <p:spPr>
          <a:xfrm>
            <a:off x="8051098" y="1828800"/>
            <a:ext cx="2433454" cy="4324350"/>
          </a:xfrm>
          <a:prstGeom prst="rect">
            <a:avLst/>
          </a:prstGeom>
        </p:spPr>
      </p:pic>
    </p:spTree>
    <p:extLst>
      <p:ext uri="{BB962C8B-B14F-4D97-AF65-F5344CB8AC3E}">
        <p14:creationId xmlns:p14="http://schemas.microsoft.com/office/powerpoint/2010/main" val="4620778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6F9FA"/>
        </a:solidFill>
        <a:effectLst/>
      </p:bgPr>
    </p:bg>
    <p:spTree>
      <p:nvGrpSpPr>
        <p:cNvPr id="1" name=""/>
        <p:cNvGrpSpPr/>
        <p:nvPr/>
      </p:nvGrpSpPr>
      <p:grpSpPr>
        <a:xfrm>
          <a:off x="0" y="0"/>
          <a:ext cx="0" cy="0"/>
          <a:chOff x="0" y="0"/>
          <a:chExt cx="0" cy="0"/>
        </a:xfrm>
      </p:grpSpPr>
      <p:sp>
        <p:nvSpPr>
          <p:cNvPr id="13" name="text-0">
            <a:extLst>
              <a:ext uri="{FF2B5EF4-FFF2-40B4-BE49-F238E27FC236}">
                <a16:creationId xmlns:a16="http://schemas.microsoft.com/office/drawing/2014/main" id="{3F2BB08F-F551-4784-9FC5-F323A5999927}"/>
              </a:ext>
            </a:extLst>
          </p:cNvPr>
          <p:cNvSpPr>
            <a:spLocks noGrp="1"/>
          </p:cNvSpPr>
          <p:nvPr/>
        </p:nvSpPr>
        <p:spPr>
          <a:xfrm>
            <a:off x="609600" y="381000"/>
            <a:ext cx="10953750" cy="266700"/>
          </a:xfrm>
          <a:prstGeom prst="rect">
            <a:avLst/>
          </a:prstGeom>
          <a:noFill/>
          <a:ln w="0">
            <a:noFill/>
            <a:prstDash val="solid"/>
          </a:ln>
        </p:spPr>
        <p:txBody>
          <a:bodyPr lIns="0" tIns="0" rIns="0" bIns="0" anchor="t">
            <a:noAutofit/>
          </a:bodyPr>
          <a:lstStyle>
            <a:defPPr>
              <a:defRPr sz="1350" b="1">
                <a:solidFill>
                  <a:srgbClr val="007D85"/>
                </a:solidFill>
                <a:latin typeface="DejaVu Sans"/>
                <a:ea typeface="DejaVu Sans"/>
                <a:cs typeface="DejaVu Sans"/>
              </a:defRPr>
            </a:defPPr>
            <a:lvl1pPr>
              <a:defRPr sz="1350" b="1">
                <a:solidFill>
                  <a:srgbClr val="007D85"/>
                </a:solidFill>
                <a:latin typeface="DejaVu Sans"/>
                <a:ea typeface="DejaVu Sans"/>
                <a:cs typeface="DejaVu Sans"/>
              </a:defRPr>
            </a:lvl1pPr>
            <a:lvl2pPr>
              <a:defRPr sz="1350" b="1">
                <a:solidFill>
                  <a:srgbClr val="007D85"/>
                </a:solidFill>
                <a:latin typeface="DejaVu Sans"/>
                <a:ea typeface="DejaVu Sans"/>
                <a:cs typeface="DejaVu Sans"/>
              </a:defRPr>
            </a:lvl2pPr>
            <a:lvl3pPr>
              <a:defRPr sz="1350" b="1">
                <a:solidFill>
                  <a:srgbClr val="007D85"/>
                </a:solidFill>
                <a:latin typeface="DejaVu Sans"/>
                <a:ea typeface="DejaVu Sans"/>
                <a:cs typeface="DejaVu Sans"/>
              </a:defRPr>
            </a:lvl3pPr>
            <a:lvl4pPr>
              <a:defRPr sz="1350" b="1">
                <a:solidFill>
                  <a:srgbClr val="007D85"/>
                </a:solidFill>
                <a:latin typeface="DejaVu Sans"/>
                <a:ea typeface="DejaVu Sans"/>
                <a:cs typeface="DejaVu Sans"/>
              </a:defRPr>
            </a:lvl4pPr>
            <a:lvl5pPr>
              <a:defRPr sz="1350" b="1">
                <a:solidFill>
                  <a:srgbClr val="007D85"/>
                </a:solidFill>
                <a:latin typeface="DejaVu Sans"/>
                <a:ea typeface="DejaVu Sans"/>
                <a:cs typeface="DejaVu Sans"/>
              </a:defRPr>
            </a:lvl5pPr>
            <a:lvl6pPr>
              <a:defRPr sz="1350" b="1">
                <a:solidFill>
                  <a:srgbClr val="007D85"/>
                </a:solidFill>
                <a:latin typeface="DejaVu Sans"/>
                <a:ea typeface="DejaVu Sans"/>
                <a:cs typeface="DejaVu Sans"/>
              </a:defRPr>
            </a:lvl6pPr>
            <a:lvl7pPr>
              <a:defRPr sz="1350" b="1">
                <a:solidFill>
                  <a:srgbClr val="007D85"/>
                </a:solidFill>
                <a:latin typeface="DejaVu Sans"/>
                <a:ea typeface="DejaVu Sans"/>
                <a:cs typeface="DejaVu Sans"/>
              </a:defRPr>
            </a:lvl7pPr>
            <a:lvl8pPr>
              <a:defRPr sz="1350" b="1">
                <a:solidFill>
                  <a:srgbClr val="007D85"/>
                </a:solidFill>
                <a:latin typeface="DejaVu Sans"/>
                <a:ea typeface="DejaVu Sans"/>
                <a:cs typeface="DejaVu Sans"/>
              </a:defRPr>
            </a:lvl8pPr>
            <a:lvl9pPr>
              <a:defRPr sz="1350" b="1">
                <a:solidFill>
                  <a:srgbClr val="007D85"/>
                </a:solidFill>
                <a:latin typeface="DejaVu Sans"/>
                <a:ea typeface="DejaVu Sans"/>
                <a:cs typeface="DejaVu Sans"/>
              </a:defRPr>
            </a:lvl9pPr>
          </a:lstStyle>
          <a:p>
            <a:pPr>
              <a:defRPr sz="1350" b="1">
                <a:solidFill>
                  <a:srgbClr val="007D85"/>
                </a:solidFill>
                <a:latin typeface="DejaVu Sans"/>
                <a:ea typeface="DejaVu Sans"/>
                <a:cs typeface="DejaVu Sans"/>
              </a:defRPr>
            </a:pPr>
            <a:r>
              <a:rPr sz="1350" b="1">
                <a:solidFill>
                  <a:srgbClr val="007D85"/>
                </a:solidFill>
                <a:latin typeface="DejaVu Sans"/>
                <a:ea typeface="DejaVu Sans"/>
                <a:cs typeface="DejaVu Sans"/>
              </a:rPr>
              <a:t>BAB 4  BACKGROUND TASK</a:t>
            </a:r>
          </a:p>
        </p:txBody>
      </p:sp>
      <p:sp>
        <p:nvSpPr>
          <p:cNvPr id="2" name="text-1">
            <a:extLst>
              <a:ext uri="{FF2B5EF4-FFF2-40B4-BE49-F238E27FC236}">
                <a16:creationId xmlns:a16="http://schemas.microsoft.com/office/drawing/2014/main" id="{E15ED7FC-7CE0-4BD7-9527-1D683D0C92AF}"/>
              </a:ext>
            </a:extLst>
          </p:cNvPr>
          <p:cNvSpPr>
            <a:spLocks noGrp="1"/>
          </p:cNvSpPr>
          <p:nvPr/>
        </p:nvSpPr>
        <p:spPr>
          <a:xfrm>
            <a:off x="609600" y="866775"/>
            <a:ext cx="10953750" cy="895350"/>
          </a:xfrm>
          <a:prstGeom prst="rect">
            <a:avLst/>
          </a:prstGeom>
          <a:noFill/>
          <a:ln w="0">
            <a:noFill/>
            <a:prstDash val="solid"/>
          </a:ln>
        </p:spPr>
        <p:txBody>
          <a:bodyPr lIns="0" tIns="0" rIns="0" bIns="0" anchor="t">
            <a:noAutofit/>
          </a:bodyPr>
          <a:lstStyle>
            <a:defPPr>
              <a:defRPr sz="3150" b="1">
                <a:solidFill>
                  <a:srgbClr val="10283F"/>
                </a:solidFill>
                <a:latin typeface="DejaVu Sans"/>
                <a:ea typeface="DejaVu Sans"/>
                <a:cs typeface="DejaVu Sans"/>
              </a:defRPr>
            </a:defPPr>
            <a:lvl1pPr>
              <a:defRPr sz="3150" b="1">
                <a:solidFill>
                  <a:srgbClr val="10283F"/>
                </a:solidFill>
                <a:latin typeface="DejaVu Sans"/>
                <a:ea typeface="DejaVu Sans"/>
                <a:cs typeface="DejaVu Sans"/>
              </a:defRPr>
            </a:lvl1pPr>
            <a:lvl2pPr>
              <a:defRPr sz="3150" b="1">
                <a:solidFill>
                  <a:srgbClr val="10283F"/>
                </a:solidFill>
                <a:latin typeface="DejaVu Sans"/>
                <a:ea typeface="DejaVu Sans"/>
                <a:cs typeface="DejaVu Sans"/>
              </a:defRPr>
            </a:lvl2pPr>
            <a:lvl3pPr>
              <a:defRPr sz="3150" b="1">
                <a:solidFill>
                  <a:srgbClr val="10283F"/>
                </a:solidFill>
                <a:latin typeface="DejaVu Sans"/>
                <a:ea typeface="DejaVu Sans"/>
                <a:cs typeface="DejaVu Sans"/>
              </a:defRPr>
            </a:lvl3pPr>
            <a:lvl4pPr>
              <a:defRPr sz="3150" b="1">
                <a:solidFill>
                  <a:srgbClr val="10283F"/>
                </a:solidFill>
                <a:latin typeface="DejaVu Sans"/>
                <a:ea typeface="DejaVu Sans"/>
                <a:cs typeface="DejaVu Sans"/>
              </a:defRPr>
            </a:lvl4pPr>
            <a:lvl5pPr>
              <a:defRPr sz="3150" b="1">
                <a:solidFill>
                  <a:srgbClr val="10283F"/>
                </a:solidFill>
                <a:latin typeface="DejaVu Sans"/>
                <a:ea typeface="DejaVu Sans"/>
                <a:cs typeface="DejaVu Sans"/>
              </a:defRPr>
            </a:lvl5pPr>
            <a:lvl6pPr>
              <a:defRPr sz="3150" b="1">
                <a:solidFill>
                  <a:srgbClr val="10283F"/>
                </a:solidFill>
                <a:latin typeface="DejaVu Sans"/>
                <a:ea typeface="DejaVu Sans"/>
                <a:cs typeface="DejaVu Sans"/>
              </a:defRPr>
            </a:lvl6pPr>
            <a:lvl7pPr>
              <a:defRPr sz="3150" b="1">
                <a:solidFill>
                  <a:srgbClr val="10283F"/>
                </a:solidFill>
                <a:latin typeface="DejaVu Sans"/>
                <a:ea typeface="DejaVu Sans"/>
                <a:cs typeface="DejaVu Sans"/>
              </a:defRPr>
            </a:lvl7pPr>
            <a:lvl8pPr>
              <a:defRPr sz="3150" b="1">
                <a:solidFill>
                  <a:srgbClr val="10283F"/>
                </a:solidFill>
                <a:latin typeface="DejaVu Sans"/>
                <a:ea typeface="DejaVu Sans"/>
                <a:cs typeface="DejaVu Sans"/>
              </a:defRPr>
            </a:lvl8pPr>
            <a:lvl9pPr>
              <a:defRPr sz="3150" b="1">
                <a:solidFill>
                  <a:srgbClr val="10283F"/>
                </a:solidFill>
                <a:latin typeface="DejaVu Sans"/>
                <a:ea typeface="DejaVu Sans"/>
                <a:cs typeface="DejaVu Sans"/>
              </a:defRPr>
            </a:lvl9pPr>
          </a:lstStyle>
          <a:p>
            <a:pPr>
              <a:defRPr sz="3150" b="1">
                <a:solidFill>
                  <a:srgbClr val="10283F"/>
                </a:solidFill>
                <a:latin typeface="DejaVu Sans"/>
                <a:ea typeface="DejaVu Sans"/>
                <a:cs typeface="DejaVu Sans"/>
              </a:defRPr>
            </a:pPr>
            <a:r>
              <a:rPr sz="3150" b="1">
                <a:solidFill>
                  <a:srgbClr val="10283F"/>
                </a:solidFill>
                <a:latin typeface="DejaVu Sans"/>
                <a:ea typeface="DejaVu Sans"/>
                <a:cs typeface="DejaVu Sans"/>
              </a:rPr>
              <a:t>Alur praktik pembuatan notifikasi</a:t>
            </a:r>
          </a:p>
        </p:txBody>
      </p:sp>
      <p:sp>
        <p:nvSpPr>
          <p:cNvPr id="3" name="text-2">
            <a:extLst>
              <a:ext uri="{FF2B5EF4-FFF2-40B4-BE49-F238E27FC236}">
                <a16:creationId xmlns:a16="http://schemas.microsoft.com/office/drawing/2014/main" id="{84E852C2-440E-44F5-9A18-33B69936FE1B}"/>
              </a:ext>
            </a:extLst>
          </p:cNvPr>
          <p:cNvSpPr>
            <a:spLocks noGrp="1"/>
          </p:cNvSpPr>
          <p:nvPr/>
        </p:nvSpPr>
        <p:spPr>
          <a:xfrm>
            <a:off x="609600" y="6410325"/>
            <a:ext cx="10096500" cy="238125"/>
          </a:xfrm>
          <a:prstGeom prst="rect">
            <a:avLst/>
          </a:prstGeom>
          <a:noFill/>
          <a:ln w="0">
            <a:noFill/>
            <a:prstDash val="solid"/>
          </a:ln>
        </p:spPr>
        <p:txBody>
          <a:bodyPr lIns="0" tIns="0" rIns="0" bIns="0" anchor="t">
            <a:noAutofit/>
          </a:bodyPr>
          <a:lstStyle>
            <a:defPPr>
              <a:defRPr sz="1050" b="0">
                <a:solidFill>
                  <a:srgbClr val="506778"/>
                </a:solidFill>
                <a:latin typeface="DejaVu Sans"/>
                <a:ea typeface="DejaVu Sans"/>
                <a:cs typeface="DejaVu Sans"/>
              </a:defRPr>
            </a:defPPr>
            <a:lvl1pPr>
              <a:defRPr sz="1050" b="0">
                <a:solidFill>
                  <a:srgbClr val="506778"/>
                </a:solidFill>
                <a:latin typeface="DejaVu Sans"/>
                <a:ea typeface="DejaVu Sans"/>
                <a:cs typeface="DejaVu Sans"/>
              </a:defRPr>
            </a:lvl1pPr>
            <a:lvl2pPr>
              <a:defRPr sz="1050" b="0">
                <a:solidFill>
                  <a:srgbClr val="506778"/>
                </a:solidFill>
                <a:latin typeface="DejaVu Sans"/>
                <a:ea typeface="DejaVu Sans"/>
                <a:cs typeface="DejaVu Sans"/>
              </a:defRPr>
            </a:lvl2pPr>
            <a:lvl3pPr>
              <a:defRPr sz="1050" b="0">
                <a:solidFill>
                  <a:srgbClr val="506778"/>
                </a:solidFill>
                <a:latin typeface="DejaVu Sans"/>
                <a:ea typeface="DejaVu Sans"/>
                <a:cs typeface="DejaVu Sans"/>
              </a:defRPr>
            </a:lvl3pPr>
            <a:lvl4pPr>
              <a:defRPr sz="1050" b="0">
                <a:solidFill>
                  <a:srgbClr val="506778"/>
                </a:solidFill>
                <a:latin typeface="DejaVu Sans"/>
                <a:ea typeface="DejaVu Sans"/>
                <a:cs typeface="DejaVu Sans"/>
              </a:defRPr>
            </a:lvl4pPr>
            <a:lvl5pPr>
              <a:defRPr sz="1050" b="0">
                <a:solidFill>
                  <a:srgbClr val="506778"/>
                </a:solidFill>
                <a:latin typeface="DejaVu Sans"/>
                <a:ea typeface="DejaVu Sans"/>
                <a:cs typeface="DejaVu Sans"/>
              </a:defRPr>
            </a:lvl5pPr>
            <a:lvl6pPr>
              <a:defRPr sz="1050" b="0">
                <a:solidFill>
                  <a:srgbClr val="506778"/>
                </a:solidFill>
                <a:latin typeface="DejaVu Sans"/>
                <a:ea typeface="DejaVu Sans"/>
                <a:cs typeface="DejaVu Sans"/>
              </a:defRPr>
            </a:lvl6pPr>
            <a:lvl7pPr>
              <a:defRPr sz="1050" b="0">
                <a:solidFill>
                  <a:srgbClr val="506778"/>
                </a:solidFill>
                <a:latin typeface="DejaVu Sans"/>
                <a:ea typeface="DejaVu Sans"/>
                <a:cs typeface="DejaVu Sans"/>
              </a:defRPr>
            </a:lvl7pPr>
            <a:lvl8pPr>
              <a:defRPr sz="1050" b="0">
                <a:solidFill>
                  <a:srgbClr val="506778"/>
                </a:solidFill>
                <a:latin typeface="DejaVu Sans"/>
                <a:ea typeface="DejaVu Sans"/>
                <a:cs typeface="DejaVu Sans"/>
              </a:defRPr>
            </a:lvl8pPr>
            <a:lvl9pPr>
              <a:defRPr sz="1050" b="0">
                <a:solidFill>
                  <a:srgbClr val="506778"/>
                </a:solidFill>
                <a:latin typeface="DejaVu Sans"/>
                <a:ea typeface="DejaVu Sans"/>
                <a:cs typeface="DejaVu Sans"/>
              </a:defRPr>
            </a:lvl9pPr>
          </a:lstStyle>
          <a:p>
            <a:pPr>
              <a:defRPr sz="1050" b="0">
                <a:solidFill>
                  <a:srgbClr val="506778"/>
                </a:solidFill>
                <a:latin typeface="DejaVu Sans"/>
                <a:ea typeface="DejaVu Sans"/>
                <a:cs typeface="DejaVu Sans"/>
              </a:defRPr>
            </a:pPr>
            <a:r>
              <a:rPr sz="1050" b="0">
                <a:solidFill>
                  <a:srgbClr val="506778"/>
                </a:solidFill>
                <a:latin typeface="DejaVu Sans"/>
                <a:ea typeface="DejaVu Sans"/>
                <a:cs typeface="DejaVu Sans"/>
              </a:rPr>
              <a:t>Sumber: E-book Bab 4 (PDF hlm. 9–21)</a:t>
            </a:r>
          </a:p>
        </p:txBody>
      </p:sp>
      <p:sp>
        <p:nvSpPr>
          <p:cNvPr id="4" name="text-3">
            <a:extLst>
              <a:ext uri="{FF2B5EF4-FFF2-40B4-BE49-F238E27FC236}">
                <a16:creationId xmlns:a16="http://schemas.microsoft.com/office/drawing/2014/main" id="{2273844B-B4CC-4DE9-8235-2DC2A8345AA2}"/>
              </a:ext>
            </a:extLst>
          </p:cNvPr>
          <p:cNvSpPr>
            <a:spLocks noGrp="1"/>
          </p:cNvSpPr>
          <p:nvPr/>
        </p:nvSpPr>
        <p:spPr>
          <a:xfrm>
            <a:off x="11106150" y="6372225"/>
            <a:ext cx="476250" cy="285750"/>
          </a:xfrm>
          <a:prstGeom prst="rect">
            <a:avLst/>
          </a:prstGeom>
          <a:noFill/>
          <a:ln w="0">
            <a:noFill/>
            <a:prstDash val="solid"/>
          </a:ln>
        </p:spPr>
        <p:txBody>
          <a:bodyPr lIns="0" tIns="0" rIns="0" bIns="0" anchor="t">
            <a:noAutofit/>
          </a:bodyPr>
          <a:lstStyle>
            <a:defPPr>
              <a:defRPr sz="1425" b="1">
                <a:solidFill>
                  <a:srgbClr val="007D85"/>
                </a:solidFill>
                <a:latin typeface="DejaVu Sans"/>
                <a:ea typeface="DejaVu Sans"/>
                <a:cs typeface="DejaVu Sans"/>
              </a:defRPr>
            </a:defPPr>
            <a:lvl1pPr>
              <a:defRPr sz="1425" b="1">
                <a:solidFill>
                  <a:srgbClr val="007D85"/>
                </a:solidFill>
                <a:latin typeface="DejaVu Sans"/>
                <a:ea typeface="DejaVu Sans"/>
                <a:cs typeface="DejaVu Sans"/>
              </a:defRPr>
            </a:lvl1pPr>
            <a:lvl2pPr>
              <a:defRPr sz="1425" b="1">
                <a:solidFill>
                  <a:srgbClr val="007D85"/>
                </a:solidFill>
                <a:latin typeface="DejaVu Sans"/>
                <a:ea typeface="DejaVu Sans"/>
                <a:cs typeface="DejaVu Sans"/>
              </a:defRPr>
            </a:lvl2pPr>
            <a:lvl3pPr>
              <a:defRPr sz="1425" b="1">
                <a:solidFill>
                  <a:srgbClr val="007D85"/>
                </a:solidFill>
                <a:latin typeface="DejaVu Sans"/>
                <a:ea typeface="DejaVu Sans"/>
                <a:cs typeface="DejaVu Sans"/>
              </a:defRPr>
            </a:lvl3pPr>
            <a:lvl4pPr>
              <a:defRPr sz="1425" b="1">
                <a:solidFill>
                  <a:srgbClr val="007D85"/>
                </a:solidFill>
                <a:latin typeface="DejaVu Sans"/>
                <a:ea typeface="DejaVu Sans"/>
                <a:cs typeface="DejaVu Sans"/>
              </a:defRPr>
            </a:lvl4pPr>
            <a:lvl5pPr>
              <a:defRPr sz="1425" b="1">
                <a:solidFill>
                  <a:srgbClr val="007D85"/>
                </a:solidFill>
                <a:latin typeface="DejaVu Sans"/>
                <a:ea typeface="DejaVu Sans"/>
                <a:cs typeface="DejaVu Sans"/>
              </a:defRPr>
            </a:lvl5pPr>
            <a:lvl6pPr>
              <a:defRPr sz="1425" b="1">
                <a:solidFill>
                  <a:srgbClr val="007D85"/>
                </a:solidFill>
                <a:latin typeface="DejaVu Sans"/>
                <a:ea typeface="DejaVu Sans"/>
                <a:cs typeface="DejaVu Sans"/>
              </a:defRPr>
            </a:lvl6pPr>
            <a:lvl7pPr>
              <a:defRPr sz="1425" b="1">
                <a:solidFill>
                  <a:srgbClr val="007D85"/>
                </a:solidFill>
                <a:latin typeface="DejaVu Sans"/>
                <a:ea typeface="DejaVu Sans"/>
                <a:cs typeface="DejaVu Sans"/>
              </a:defRPr>
            </a:lvl7pPr>
            <a:lvl8pPr>
              <a:defRPr sz="1425" b="1">
                <a:solidFill>
                  <a:srgbClr val="007D85"/>
                </a:solidFill>
                <a:latin typeface="DejaVu Sans"/>
                <a:ea typeface="DejaVu Sans"/>
                <a:cs typeface="DejaVu Sans"/>
              </a:defRPr>
            </a:lvl8pPr>
            <a:lvl9pPr>
              <a:defRPr sz="1425" b="1">
                <a:solidFill>
                  <a:srgbClr val="007D85"/>
                </a:solidFill>
                <a:latin typeface="DejaVu Sans"/>
                <a:ea typeface="DejaVu Sans"/>
                <a:cs typeface="DejaVu Sans"/>
              </a:defRPr>
            </a:lvl9pPr>
          </a:lstStyle>
          <a:p>
            <a:pPr>
              <a:defRPr sz="1425" b="1">
                <a:solidFill>
                  <a:srgbClr val="007D85"/>
                </a:solidFill>
                <a:latin typeface="DejaVu Sans"/>
                <a:ea typeface="DejaVu Sans"/>
                <a:cs typeface="DejaVu Sans"/>
              </a:defRPr>
            </a:pPr>
            <a:r>
              <a:rPr sz="1425" b="1">
                <a:solidFill>
                  <a:srgbClr val="007D85"/>
                </a:solidFill>
                <a:latin typeface="DejaVu Sans"/>
                <a:ea typeface="DejaVu Sans"/>
                <a:cs typeface="DejaVu Sans"/>
              </a:rPr>
              <a:t>26</a:t>
            </a:r>
          </a:p>
        </p:txBody>
      </p:sp>
      <p:sp>
        <p:nvSpPr>
          <p:cNvPr id="5" name="text-4">
            <a:extLst>
              <a:ext uri="{FF2B5EF4-FFF2-40B4-BE49-F238E27FC236}">
                <a16:creationId xmlns:a16="http://schemas.microsoft.com/office/drawing/2014/main" id="{1C3D03EF-0FFC-4D61-B684-8A1CD87A64D9}"/>
              </a:ext>
            </a:extLst>
          </p:cNvPr>
          <p:cNvSpPr>
            <a:spLocks noGrp="1"/>
          </p:cNvSpPr>
          <p:nvPr/>
        </p:nvSpPr>
        <p:spPr>
          <a:xfrm>
            <a:off x="609600" y="195262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01  Persiapan</a:t>
            </a:r>
          </a:p>
        </p:txBody>
      </p:sp>
      <p:sp>
        <p:nvSpPr>
          <p:cNvPr id="6" name="text-5">
            <a:extLst>
              <a:ext uri="{FF2B5EF4-FFF2-40B4-BE49-F238E27FC236}">
                <a16:creationId xmlns:a16="http://schemas.microsoft.com/office/drawing/2014/main" id="{FC524864-7148-414E-BF1B-299087B8200A}"/>
              </a:ext>
            </a:extLst>
          </p:cNvPr>
          <p:cNvSpPr>
            <a:spLocks noGrp="1"/>
          </p:cNvSpPr>
          <p:nvPr/>
        </p:nvSpPr>
        <p:spPr>
          <a:xfrm>
            <a:off x="3714750" y="195262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Buat tombol pemicu, NotificationManager, ID channel, dan ID notifikasi.</a:t>
            </a:r>
          </a:p>
        </p:txBody>
      </p:sp>
      <p:sp>
        <p:nvSpPr>
          <p:cNvPr id="7" name="text-6">
            <a:extLst>
              <a:ext uri="{FF2B5EF4-FFF2-40B4-BE49-F238E27FC236}">
                <a16:creationId xmlns:a16="http://schemas.microsoft.com/office/drawing/2014/main" id="{0816DA5B-5D02-4C17-9028-336857C8B1D4}"/>
              </a:ext>
            </a:extLst>
          </p:cNvPr>
          <p:cNvSpPr>
            <a:spLocks noGrp="1"/>
          </p:cNvSpPr>
          <p:nvPr/>
        </p:nvSpPr>
        <p:spPr>
          <a:xfrm>
            <a:off x="609600" y="300037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02  Penyusunan</a:t>
            </a:r>
          </a:p>
        </p:txBody>
      </p:sp>
      <p:sp>
        <p:nvSpPr>
          <p:cNvPr id="8" name="text-7">
            <a:extLst>
              <a:ext uri="{FF2B5EF4-FFF2-40B4-BE49-F238E27FC236}">
                <a16:creationId xmlns:a16="http://schemas.microsoft.com/office/drawing/2014/main" id="{307A4CF3-9408-4F7D-A941-21C918448143}"/>
              </a:ext>
            </a:extLst>
          </p:cNvPr>
          <p:cNvSpPr>
            <a:spLocks noGrp="1"/>
          </p:cNvSpPr>
          <p:nvPr/>
        </p:nvSpPr>
        <p:spPr>
          <a:xfrm>
            <a:off x="3714750" y="300037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Buat channel sesuai versi, lalu susun isi dengan NotificationCompat.Builder.</a:t>
            </a:r>
          </a:p>
        </p:txBody>
      </p:sp>
      <p:sp>
        <p:nvSpPr>
          <p:cNvPr id="9" name="text-8">
            <a:extLst>
              <a:ext uri="{FF2B5EF4-FFF2-40B4-BE49-F238E27FC236}">
                <a16:creationId xmlns:a16="http://schemas.microsoft.com/office/drawing/2014/main" id="{506FCD5D-A4F8-473E-873A-5BEBD542294E}"/>
              </a:ext>
            </a:extLst>
          </p:cNvPr>
          <p:cNvSpPr>
            <a:spLocks noGrp="1"/>
          </p:cNvSpPr>
          <p:nvPr/>
        </p:nvSpPr>
        <p:spPr>
          <a:xfrm>
            <a:off x="609600" y="404812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03  Pengiriman</a:t>
            </a:r>
          </a:p>
        </p:txBody>
      </p:sp>
      <p:sp>
        <p:nvSpPr>
          <p:cNvPr id="10" name="text-9">
            <a:extLst>
              <a:ext uri="{FF2B5EF4-FFF2-40B4-BE49-F238E27FC236}">
                <a16:creationId xmlns:a16="http://schemas.microsoft.com/office/drawing/2014/main" id="{E45864A7-4A38-4E57-A333-5EA1A9753AF5}"/>
              </a:ext>
            </a:extLst>
          </p:cNvPr>
          <p:cNvSpPr>
            <a:spLocks noGrp="1"/>
          </p:cNvSpPr>
          <p:nvPr/>
        </p:nvSpPr>
        <p:spPr>
          <a:xfrm>
            <a:off x="3714750" y="404812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Pasang PendingIntent dan auto-cancel, lalu kirim dengan notify(id, notification).</a:t>
            </a:r>
          </a:p>
        </p:txBody>
      </p:sp>
      <p:sp>
        <p:nvSpPr>
          <p:cNvPr id="11" name="text-10">
            <a:extLst>
              <a:ext uri="{FF2B5EF4-FFF2-40B4-BE49-F238E27FC236}">
                <a16:creationId xmlns:a16="http://schemas.microsoft.com/office/drawing/2014/main" id="{277741D3-4120-49D5-AF78-7EF0A3A9E204}"/>
              </a:ext>
            </a:extLst>
          </p:cNvPr>
          <p:cNvSpPr>
            <a:spLocks noGrp="1"/>
          </p:cNvSpPr>
          <p:nvPr/>
        </p:nvSpPr>
        <p:spPr>
          <a:xfrm>
            <a:off x="609600" y="509587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04  Pengelolaan</a:t>
            </a:r>
          </a:p>
        </p:txBody>
      </p:sp>
      <p:sp>
        <p:nvSpPr>
          <p:cNvPr id="12" name="text-11">
            <a:extLst>
              <a:ext uri="{FF2B5EF4-FFF2-40B4-BE49-F238E27FC236}">
                <a16:creationId xmlns:a16="http://schemas.microsoft.com/office/drawing/2014/main" id="{2990AFA9-0FFC-461B-8DE8-0F476A2D6BB1}"/>
              </a:ext>
            </a:extLst>
          </p:cNvPr>
          <p:cNvSpPr>
            <a:spLocks noGrp="1"/>
          </p:cNvSpPr>
          <p:nvPr/>
        </p:nvSpPr>
        <p:spPr>
          <a:xfrm>
            <a:off x="3714750" y="509587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Konsep latihan mencakup pembaruan atau pembatalan notifikasi serta pengaturan prioritas dan indikator.</a:t>
            </a:r>
          </a:p>
        </p:txBody>
      </p:sp>
    </p:spTree>
    <p:extLst>
      <p:ext uri="{BB962C8B-B14F-4D97-AF65-F5344CB8AC3E}">
        <p14:creationId xmlns:p14="http://schemas.microsoft.com/office/powerpoint/2010/main" val="313467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6F9FA"/>
        </a:solidFill>
        <a:effectLst/>
      </p:bgPr>
    </p:bg>
    <p:spTree>
      <p:nvGrpSpPr>
        <p:cNvPr id="1" name=""/>
        <p:cNvGrpSpPr/>
        <p:nvPr/>
      </p:nvGrpSpPr>
      <p:grpSpPr>
        <a:xfrm>
          <a:off x="0" y="0"/>
          <a:ext cx="0" cy="0"/>
          <a:chOff x="0" y="0"/>
          <a:chExt cx="0" cy="0"/>
        </a:xfrm>
      </p:grpSpPr>
      <p:sp>
        <p:nvSpPr>
          <p:cNvPr id="6" name="text-0">
            <a:extLst>
              <a:ext uri="{FF2B5EF4-FFF2-40B4-BE49-F238E27FC236}">
                <a16:creationId xmlns:a16="http://schemas.microsoft.com/office/drawing/2014/main" id="{F6B5A34C-D6C9-40E2-986D-2945B5A90432}"/>
              </a:ext>
            </a:extLst>
          </p:cNvPr>
          <p:cNvSpPr>
            <a:spLocks noGrp="1"/>
          </p:cNvSpPr>
          <p:nvPr/>
        </p:nvSpPr>
        <p:spPr>
          <a:xfrm>
            <a:off x="609600" y="381000"/>
            <a:ext cx="10953750" cy="266700"/>
          </a:xfrm>
          <a:prstGeom prst="rect">
            <a:avLst/>
          </a:prstGeom>
          <a:noFill/>
          <a:ln w="0">
            <a:noFill/>
            <a:prstDash val="solid"/>
          </a:ln>
        </p:spPr>
        <p:txBody>
          <a:bodyPr lIns="0" tIns="0" rIns="0" bIns="0" anchor="t">
            <a:noAutofit/>
          </a:bodyPr>
          <a:lstStyle>
            <a:defPPr>
              <a:defRPr sz="1350" b="1">
                <a:solidFill>
                  <a:srgbClr val="007D85"/>
                </a:solidFill>
                <a:latin typeface="DejaVu Sans"/>
                <a:ea typeface="DejaVu Sans"/>
                <a:cs typeface="DejaVu Sans"/>
              </a:defRPr>
            </a:defPPr>
            <a:lvl1pPr>
              <a:defRPr sz="1350" b="1">
                <a:solidFill>
                  <a:srgbClr val="007D85"/>
                </a:solidFill>
                <a:latin typeface="DejaVu Sans"/>
                <a:ea typeface="DejaVu Sans"/>
                <a:cs typeface="DejaVu Sans"/>
              </a:defRPr>
            </a:lvl1pPr>
            <a:lvl2pPr>
              <a:defRPr sz="1350" b="1">
                <a:solidFill>
                  <a:srgbClr val="007D85"/>
                </a:solidFill>
                <a:latin typeface="DejaVu Sans"/>
                <a:ea typeface="DejaVu Sans"/>
                <a:cs typeface="DejaVu Sans"/>
              </a:defRPr>
            </a:lvl2pPr>
            <a:lvl3pPr>
              <a:defRPr sz="1350" b="1">
                <a:solidFill>
                  <a:srgbClr val="007D85"/>
                </a:solidFill>
                <a:latin typeface="DejaVu Sans"/>
                <a:ea typeface="DejaVu Sans"/>
                <a:cs typeface="DejaVu Sans"/>
              </a:defRPr>
            </a:lvl3pPr>
            <a:lvl4pPr>
              <a:defRPr sz="1350" b="1">
                <a:solidFill>
                  <a:srgbClr val="007D85"/>
                </a:solidFill>
                <a:latin typeface="DejaVu Sans"/>
                <a:ea typeface="DejaVu Sans"/>
                <a:cs typeface="DejaVu Sans"/>
              </a:defRPr>
            </a:lvl4pPr>
            <a:lvl5pPr>
              <a:defRPr sz="1350" b="1">
                <a:solidFill>
                  <a:srgbClr val="007D85"/>
                </a:solidFill>
                <a:latin typeface="DejaVu Sans"/>
                <a:ea typeface="DejaVu Sans"/>
                <a:cs typeface="DejaVu Sans"/>
              </a:defRPr>
            </a:lvl5pPr>
            <a:lvl6pPr>
              <a:defRPr sz="1350" b="1">
                <a:solidFill>
                  <a:srgbClr val="007D85"/>
                </a:solidFill>
                <a:latin typeface="DejaVu Sans"/>
                <a:ea typeface="DejaVu Sans"/>
                <a:cs typeface="DejaVu Sans"/>
              </a:defRPr>
            </a:lvl6pPr>
            <a:lvl7pPr>
              <a:defRPr sz="1350" b="1">
                <a:solidFill>
                  <a:srgbClr val="007D85"/>
                </a:solidFill>
                <a:latin typeface="DejaVu Sans"/>
                <a:ea typeface="DejaVu Sans"/>
                <a:cs typeface="DejaVu Sans"/>
              </a:defRPr>
            </a:lvl7pPr>
            <a:lvl8pPr>
              <a:defRPr sz="1350" b="1">
                <a:solidFill>
                  <a:srgbClr val="007D85"/>
                </a:solidFill>
                <a:latin typeface="DejaVu Sans"/>
                <a:ea typeface="DejaVu Sans"/>
                <a:cs typeface="DejaVu Sans"/>
              </a:defRPr>
            </a:lvl8pPr>
            <a:lvl9pPr>
              <a:defRPr sz="1350" b="1">
                <a:solidFill>
                  <a:srgbClr val="007D85"/>
                </a:solidFill>
                <a:latin typeface="DejaVu Sans"/>
                <a:ea typeface="DejaVu Sans"/>
                <a:cs typeface="DejaVu Sans"/>
              </a:defRPr>
            </a:lvl9pPr>
          </a:lstStyle>
          <a:p>
            <a:pPr>
              <a:defRPr sz="1350" b="1">
                <a:solidFill>
                  <a:srgbClr val="007D85"/>
                </a:solidFill>
                <a:latin typeface="DejaVu Sans"/>
                <a:ea typeface="DejaVu Sans"/>
                <a:cs typeface="DejaVu Sans"/>
              </a:defRPr>
            </a:pPr>
            <a:r>
              <a:rPr sz="1350" b="1">
                <a:solidFill>
                  <a:srgbClr val="007D85"/>
                </a:solidFill>
                <a:latin typeface="DejaVu Sans"/>
                <a:ea typeface="DejaVu Sans"/>
                <a:cs typeface="DejaVu Sans"/>
              </a:rPr>
              <a:t>BAB 5  PENYIMPANAN LOKAL</a:t>
            </a:r>
          </a:p>
        </p:txBody>
      </p:sp>
      <p:sp>
        <p:nvSpPr>
          <p:cNvPr id="2" name="text-1">
            <a:extLst>
              <a:ext uri="{FF2B5EF4-FFF2-40B4-BE49-F238E27FC236}">
                <a16:creationId xmlns:a16="http://schemas.microsoft.com/office/drawing/2014/main" id="{DAAB2FB8-D129-46D4-A15A-CD3C2D9D666A}"/>
              </a:ext>
            </a:extLst>
          </p:cNvPr>
          <p:cNvSpPr>
            <a:spLocks noGrp="1"/>
          </p:cNvSpPr>
          <p:nvPr/>
        </p:nvSpPr>
        <p:spPr>
          <a:xfrm>
            <a:off x="609600" y="866775"/>
            <a:ext cx="10953750" cy="895350"/>
          </a:xfrm>
          <a:prstGeom prst="rect">
            <a:avLst/>
          </a:prstGeom>
          <a:noFill/>
          <a:ln w="0">
            <a:noFill/>
            <a:prstDash val="solid"/>
          </a:ln>
        </p:spPr>
        <p:txBody>
          <a:bodyPr lIns="0" tIns="0" rIns="0" bIns="0" anchor="t">
            <a:noAutofit/>
          </a:bodyPr>
          <a:lstStyle>
            <a:defPPr>
              <a:defRPr sz="3150" b="1">
                <a:solidFill>
                  <a:srgbClr val="10283F"/>
                </a:solidFill>
                <a:latin typeface="DejaVu Sans"/>
                <a:ea typeface="DejaVu Sans"/>
                <a:cs typeface="DejaVu Sans"/>
              </a:defRPr>
            </a:defPPr>
            <a:lvl1pPr>
              <a:defRPr sz="3150" b="1">
                <a:solidFill>
                  <a:srgbClr val="10283F"/>
                </a:solidFill>
                <a:latin typeface="DejaVu Sans"/>
                <a:ea typeface="DejaVu Sans"/>
                <a:cs typeface="DejaVu Sans"/>
              </a:defRPr>
            </a:lvl1pPr>
            <a:lvl2pPr>
              <a:defRPr sz="3150" b="1">
                <a:solidFill>
                  <a:srgbClr val="10283F"/>
                </a:solidFill>
                <a:latin typeface="DejaVu Sans"/>
                <a:ea typeface="DejaVu Sans"/>
                <a:cs typeface="DejaVu Sans"/>
              </a:defRPr>
            </a:lvl2pPr>
            <a:lvl3pPr>
              <a:defRPr sz="3150" b="1">
                <a:solidFill>
                  <a:srgbClr val="10283F"/>
                </a:solidFill>
                <a:latin typeface="DejaVu Sans"/>
                <a:ea typeface="DejaVu Sans"/>
                <a:cs typeface="DejaVu Sans"/>
              </a:defRPr>
            </a:lvl3pPr>
            <a:lvl4pPr>
              <a:defRPr sz="3150" b="1">
                <a:solidFill>
                  <a:srgbClr val="10283F"/>
                </a:solidFill>
                <a:latin typeface="DejaVu Sans"/>
                <a:ea typeface="DejaVu Sans"/>
                <a:cs typeface="DejaVu Sans"/>
              </a:defRPr>
            </a:lvl4pPr>
            <a:lvl5pPr>
              <a:defRPr sz="3150" b="1">
                <a:solidFill>
                  <a:srgbClr val="10283F"/>
                </a:solidFill>
                <a:latin typeface="DejaVu Sans"/>
                <a:ea typeface="DejaVu Sans"/>
                <a:cs typeface="DejaVu Sans"/>
              </a:defRPr>
            </a:lvl5pPr>
            <a:lvl6pPr>
              <a:defRPr sz="3150" b="1">
                <a:solidFill>
                  <a:srgbClr val="10283F"/>
                </a:solidFill>
                <a:latin typeface="DejaVu Sans"/>
                <a:ea typeface="DejaVu Sans"/>
                <a:cs typeface="DejaVu Sans"/>
              </a:defRPr>
            </a:lvl6pPr>
            <a:lvl7pPr>
              <a:defRPr sz="3150" b="1">
                <a:solidFill>
                  <a:srgbClr val="10283F"/>
                </a:solidFill>
                <a:latin typeface="DejaVu Sans"/>
                <a:ea typeface="DejaVu Sans"/>
                <a:cs typeface="DejaVu Sans"/>
              </a:defRPr>
            </a:lvl7pPr>
            <a:lvl8pPr>
              <a:defRPr sz="3150" b="1">
                <a:solidFill>
                  <a:srgbClr val="10283F"/>
                </a:solidFill>
                <a:latin typeface="DejaVu Sans"/>
                <a:ea typeface="DejaVu Sans"/>
                <a:cs typeface="DejaVu Sans"/>
              </a:defRPr>
            </a:lvl8pPr>
            <a:lvl9pPr>
              <a:defRPr sz="3150" b="1">
                <a:solidFill>
                  <a:srgbClr val="10283F"/>
                </a:solidFill>
                <a:latin typeface="DejaVu Sans"/>
                <a:ea typeface="DejaVu Sans"/>
                <a:cs typeface="DejaVu Sans"/>
              </a:defRPr>
            </a:lvl9pPr>
          </a:lstStyle>
          <a:p>
            <a:pPr>
              <a:defRPr sz="3150" b="1">
                <a:solidFill>
                  <a:srgbClr val="10283F"/>
                </a:solidFill>
                <a:latin typeface="DejaVu Sans"/>
                <a:ea typeface="DejaVu Sans"/>
                <a:cs typeface="DejaVu Sans"/>
              </a:defRPr>
            </a:pPr>
            <a:r>
              <a:rPr sz="3150" b="1">
                <a:solidFill>
                  <a:srgbClr val="10283F"/>
                </a:solidFill>
                <a:latin typeface="DejaVu Sans"/>
                <a:ea typeface="DejaVu Sans"/>
                <a:cs typeface="DejaVu Sans"/>
              </a:rPr>
              <a:t>Pilihan penyimpanan data Android</a:t>
            </a:r>
          </a:p>
        </p:txBody>
      </p:sp>
      <p:sp>
        <p:nvSpPr>
          <p:cNvPr id="3" name="text-2">
            <a:extLst>
              <a:ext uri="{FF2B5EF4-FFF2-40B4-BE49-F238E27FC236}">
                <a16:creationId xmlns:a16="http://schemas.microsoft.com/office/drawing/2014/main" id="{74413100-B2FD-4E9F-BB56-5F2394F112DB}"/>
              </a:ext>
            </a:extLst>
          </p:cNvPr>
          <p:cNvSpPr>
            <a:spLocks noGrp="1"/>
          </p:cNvSpPr>
          <p:nvPr/>
        </p:nvSpPr>
        <p:spPr>
          <a:xfrm>
            <a:off x="609600" y="6410325"/>
            <a:ext cx="10096500" cy="238125"/>
          </a:xfrm>
          <a:prstGeom prst="rect">
            <a:avLst/>
          </a:prstGeom>
          <a:noFill/>
          <a:ln w="0">
            <a:noFill/>
            <a:prstDash val="solid"/>
          </a:ln>
        </p:spPr>
        <p:txBody>
          <a:bodyPr lIns="0" tIns="0" rIns="0" bIns="0" anchor="t">
            <a:noAutofit/>
          </a:bodyPr>
          <a:lstStyle>
            <a:defPPr>
              <a:defRPr sz="1050" b="0">
                <a:solidFill>
                  <a:srgbClr val="506778"/>
                </a:solidFill>
                <a:latin typeface="DejaVu Sans"/>
                <a:ea typeface="DejaVu Sans"/>
                <a:cs typeface="DejaVu Sans"/>
              </a:defRPr>
            </a:defPPr>
            <a:lvl1pPr>
              <a:defRPr sz="1050" b="0">
                <a:solidFill>
                  <a:srgbClr val="506778"/>
                </a:solidFill>
                <a:latin typeface="DejaVu Sans"/>
                <a:ea typeface="DejaVu Sans"/>
                <a:cs typeface="DejaVu Sans"/>
              </a:defRPr>
            </a:lvl1pPr>
            <a:lvl2pPr>
              <a:defRPr sz="1050" b="0">
                <a:solidFill>
                  <a:srgbClr val="506778"/>
                </a:solidFill>
                <a:latin typeface="DejaVu Sans"/>
                <a:ea typeface="DejaVu Sans"/>
                <a:cs typeface="DejaVu Sans"/>
              </a:defRPr>
            </a:lvl2pPr>
            <a:lvl3pPr>
              <a:defRPr sz="1050" b="0">
                <a:solidFill>
                  <a:srgbClr val="506778"/>
                </a:solidFill>
                <a:latin typeface="DejaVu Sans"/>
                <a:ea typeface="DejaVu Sans"/>
                <a:cs typeface="DejaVu Sans"/>
              </a:defRPr>
            </a:lvl3pPr>
            <a:lvl4pPr>
              <a:defRPr sz="1050" b="0">
                <a:solidFill>
                  <a:srgbClr val="506778"/>
                </a:solidFill>
                <a:latin typeface="DejaVu Sans"/>
                <a:ea typeface="DejaVu Sans"/>
                <a:cs typeface="DejaVu Sans"/>
              </a:defRPr>
            </a:lvl4pPr>
            <a:lvl5pPr>
              <a:defRPr sz="1050" b="0">
                <a:solidFill>
                  <a:srgbClr val="506778"/>
                </a:solidFill>
                <a:latin typeface="DejaVu Sans"/>
                <a:ea typeface="DejaVu Sans"/>
                <a:cs typeface="DejaVu Sans"/>
              </a:defRPr>
            </a:lvl5pPr>
            <a:lvl6pPr>
              <a:defRPr sz="1050" b="0">
                <a:solidFill>
                  <a:srgbClr val="506778"/>
                </a:solidFill>
                <a:latin typeface="DejaVu Sans"/>
                <a:ea typeface="DejaVu Sans"/>
                <a:cs typeface="DejaVu Sans"/>
              </a:defRPr>
            </a:lvl6pPr>
            <a:lvl7pPr>
              <a:defRPr sz="1050" b="0">
                <a:solidFill>
                  <a:srgbClr val="506778"/>
                </a:solidFill>
                <a:latin typeface="DejaVu Sans"/>
                <a:ea typeface="DejaVu Sans"/>
                <a:cs typeface="DejaVu Sans"/>
              </a:defRPr>
            </a:lvl7pPr>
            <a:lvl8pPr>
              <a:defRPr sz="1050" b="0">
                <a:solidFill>
                  <a:srgbClr val="506778"/>
                </a:solidFill>
                <a:latin typeface="DejaVu Sans"/>
                <a:ea typeface="DejaVu Sans"/>
                <a:cs typeface="DejaVu Sans"/>
              </a:defRPr>
            </a:lvl8pPr>
            <a:lvl9pPr>
              <a:defRPr sz="1050" b="0">
                <a:solidFill>
                  <a:srgbClr val="506778"/>
                </a:solidFill>
                <a:latin typeface="DejaVu Sans"/>
                <a:ea typeface="DejaVu Sans"/>
                <a:cs typeface="DejaVu Sans"/>
              </a:defRPr>
            </a:lvl9pPr>
          </a:lstStyle>
          <a:p>
            <a:pPr>
              <a:defRPr sz="1050" b="0">
                <a:solidFill>
                  <a:srgbClr val="506778"/>
                </a:solidFill>
                <a:latin typeface="DejaVu Sans"/>
                <a:ea typeface="DejaVu Sans"/>
                <a:cs typeface="DejaVu Sans"/>
              </a:defRPr>
            </a:pPr>
            <a:r>
              <a:rPr sz="1050" b="0">
                <a:solidFill>
                  <a:srgbClr val="506778"/>
                </a:solidFill>
                <a:latin typeface="DejaVu Sans"/>
                <a:ea typeface="DejaVu Sans"/>
                <a:cs typeface="DejaVu Sans"/>
              </a:rPr>
              <a:t>Sumber: E-book Bab 5 (PDF hlm. 4–6)</a:t>
            </a:r>
          </a:p>
        </p:txBody>
      </p:sp>
      <p:sp>
        <p:nvSpPr>
          <p:cNvPr id="4" name="text-3">
            <a:extLst>
              <a:ext uri="{FF2B5EF4-FFF2-40B4-BE49-F238E27FC236}">
                <a16:creationId xmlns:a16="http://schemas.microsoft.com/office/drawing/2014/main" id="{605152B5-572B-4A1D-AB8A-0CDAD75B45E1}"/>
              </a:ext>
            </a:extLst>
          </p:cNvPr>
          <p:cNvSpPr>
            <a:spLocks noGrp="1"/>
          </p:cNvSpPr>
          <p:nvPr/>
        </p:nvSpPr>
        <p:spPr>
          <a:xfrm>
            <a:off x="11106150" y="6372225"/>
            <a:ext cx="476250" cy="285750"/>
          </a:xfrm>
          <a:prstGeom prst="rect">
            <a:avLst/>
          </a:prstGeom>
          <a:noFill/>
          <a:ln w="0">
            <a:noFill/>
            <a:prstDash val="solid"/>
          </a:ln>
        </p:spPr>
        <p:txBody>
          <a:bodyPr lIns="0" tIns="0" rIns="0" bIns="0" anchor="t">
            <a:noAutofit/>
          </a:bodyPr>
          <a:lstStyle>
            <a:defPPr>
              <a:defRPr sz="1425" b="1">
                <a:solidFill>
                  <a:srgbClr val="007D85"/>
                </a:solidFill>
                <a:latin typeface="DejaVu Sans"/>
                <a:ea typeface="DejaVu Sans"/>
                <a:cs typeface="DejaVu Sans"/>
              </a:defRPr>
            </a:defPPr>
            <a:lvl1pPr>
              <a:defRPr sz="1425" b="1">
                <a:solidFill>
                  <a:srgbClr val="007D85"/>
                </a:solidFill>
                <a:latin typeface="DejaVu Sans"/>
                <a:ea typeface="DejaVu Sans"/>
                <a:cs typeface="DejaVu Sans"/>
              </a:defRPr>
            </a:lvl1pPr>
            <a:lvl2pPr>
              <a:defRPr sz="1425" b="1">
                <a:solidFill>
                  <a:srgbClr val="007D85"/>
                </a:solidFill>
                <a:latin typeface="DejaVu Sans"/>
                <a:ea typeface="DejaVu Sans"/>
                <a:cs typeface="DejaVu Sans"/>
              </a:defRPr>
            </a:lvl2pPr>
            <a:lvl3pPr>
              <a:defRPr sz="1425" b="1">
                <a:solidFill>
                  <a:srgbClr val="007D85"/>
                </a:solidFill>
                <a:latin typeface="DejaVu Sans"/>
                <a:ea typeface="DejaVu Sans"/>
                <a:cs typeface="DejaVu Sans"/>
              </a:defRPr>
            </a:lvl3pPr>
            <a:lvl4pPr>
              <a:defRPr sz="1425" b="1">
                <a:solidFill>
                  <a:srgbClr val="007D85"/>
                </a:solidFill>
                <a:latin typeface="DejaVu Sans"/>
                <a:ea typeface="DejaVu Sans"/>
                <a:cs typeface="DejaVu Sans"/>
              </a:defRPr>
            </a:lvl4pPr>
            <a:lvl5pPr>
              <a:defRPr sz="1425" b="1">
                <a:solidFill>
                  <a:srgbClr val="007D85"/>
                </a:solidFill>
                <a:latin typeface="DejaVu Sans"/>
                <a:ea typeface="DejaVu Sans"/>
                <a:cs typeface="DejaVu Sans"/>
              </a:defRPr>
            </a:lvl5pPr>
            <a:lvl6pPr>
              <a:defRPr sz="1425" b="1">
                <a:solidFill>
                  <a:srgbClr val="007D85"/>
                </a:solidFill>
                <a:latin typeface="DejaVu Sans"/>
                <a:ea typeface="DejaVu Sans"/>
                <a:cs typeface="DejaVu Sans"/>
              </a:defRPr>
            </a:lvl6pPr>
            <a:lvl7pPr>
              <a:defRPr sz="1425" b="1">
                <a:solidFill>
                  <a:srgbClr val="007D85"/>
                </a:solidFill>
                <a:latin typeface="DejaVu Sans"/>
                <a:ea typeface="DejaVu Sans"/>
                <a:cs typeface="DejaVu Sans"/>
              </a:defRPr>
            </a:lvl7pPr>
            <a:lvl8pPr>
              <a:defRPr sz="1425" b="1">
                <a:solidFill>
                  <a:srgbClr val="007D85"/>
                </a:solidFill>
                <a:latin typeface="DejaVu Sans"/>
                <a:ea typeface="DejaVu Sans"/>
                <a:cs typeface="DejaVu Sans"/>
              </a:defRPr>
            </a:lvl8pPr>
            <a:lvl9pPr>
              <a:defRPr sz="1425" b="1">
                <a:solidFill>
                  <a:srgbClr val="007D85"/>
                </a:solidFill>
                <a:latin typeface="DejaVu Sans"/>
                <a:ea typeface="DejaVu Sans"/>
                <a:cs typeface="DejaVu Sans"/>
              </a:defRPr>
            </a:lvl9pPr>
          </a:lstStyle>
          <a:p>
            <a:pPr>
              <a:defRPr sz="1425" b="1">
                <a:solidFill>
                  <a:srgbClr val="007D85"/>
                </a:solidFill>
                <a:latin typeface="DejaVu Sans"/>
                <a:ea typeface="DejaVu Sans"/>
                <a:cs typeface="DejaVu Sans"/>
              </a:defRPr>
            </a:pPr>
            <a:r>
              <a:rPr sz="1425" b="1">
                <a:solidFill>
                  <a:srgbClr val="007D85"/>
                </a:solidFill>
                <a:latin typeface="DejaVu Sans"/>
                <a:ea typeface="DejaVu Sans"/>
                <a:cs typeface="DejaVu Sans"/>
              </a:rPr>
              <a:t>27</a:t>
            </a:r>
          </a:p>
        </p:txBody>
      </p:sp>
      <p:graphicFrame>
        <p:nvGraphicFramePr>
          <p:cNvPr id="5" name="Table 4">
            <a:extLst>
              <a:ext uri="{FF2B5EF4-FFF2-40B4-BE49-F238E27FC236}">
                <a16:creationId xmlns:a16="http://schemas.microsoft.com/office/drawing/2014/main" id="{034F72BC-C87D-4CB6-A372-57A037FA3EC2}"/>
              </a:ext>
            </a:extLst>
          </p:cNvPr>
          <p:cNvGraphicFramePr/>
          <p:nvPr/>
        </p:nvGraphicFramePr>
        <p:xfrm>
          <a:off x="609600" y="1924050"/>
          <a:ext cx="10972800" cy="4171950"/>
        </p:xfrm>
        <a:graphic>
          <a:graphicData uri="http://schemas.openxmlformats.org/drawingml/2006/table">
            <a:tbl>
              <a:tblPr/>
              <a:tblGrid>
                <a:gridCol w="4333875">
                  <a:extLst>
                    <a:ext uri="{9D8B030D-6E8A-4147-A177-3AD203B41FA5}">
                      <a16:colId xmlns:a16="http://schemas.microsoft.com/office/drawing/2014/main" val="20000"/>
                    </a:ext>
                  </a:extLst>
                </a:gridCol>
                <a:gridCol w="6638925">
                  <a:extLst>
                    <a:ext uri="{9D8B030D-6E8A-4147-A177-3AD203B41FA5}">
                      <a16:colId xmlns:a16="http://schemas.microsoft.com/office/drawing/2014/main" val="20001"/>
                    </a:ext>
                  </a:extLst>
                </a:gridCol>
              </a:tblGrid>
              <a:tr h="595993">
                <a:tc>
                  <a:txBody>
                    <a:bodyPr/>
                    <a:lstStyle/>
                    <a:p>
                      <a:r>
                        <a:rPr sz="1800" b="1">
                          <a:solidFill>
                            <a:srgbClr val="FFFFFF"/>
                          </a:solidFill>
                          <a:latin typeface="DejaVu Sans"/>
                          <a:ea typeface="DejaVu Sans"/>
                          <a:cs typeface="DejaVu Sans"/>
                        </a:rPr>
                        <a:t>Pilihan</a:t>
                      </a:r>
                    </a:p>
                  </a:txBody>
                  <a:tcPr>
                    <a:lnL w="9525">
                      <a:solidFill>
                        <a:srgbClr val="D9E3E8"/>
                      </a:solidFill>
                      <a:prstDash val="solid"/>
                    </a:lnL>
                    <a:lnR w="9525">
                      <a:solidFill>
                        <a:srgbClr val="D9E3E8"/>
                      </a:solidFill>
                      <a:prstDash val="solid"/>
                    </a:lnR>
                    <a:lnT w="9525">
                      <a:solidFill>
                        <a:srgbClr val="D9E3E8"/>
                      </a:solidFill>
                      <a:prstDash val="solid"/>
                    </a:lnT>
                    <a:lnB w="9525">
                      <a:solidFill>
                        <a:srgbClr val="D9E3E8"/>
                      </a:solidFill>
                      <a:prstDash val="solid"/>
                    </a:lnB>
                    <a:solidFill>
                      <a:srgbClr val="10283F"/>
                    </a:solidFill>
                  </a:tcPr>
                </a:tc>
                <a:tc>
                  <a:txBody>
                    <a:bodyPr/>
                    <a:lstStyle/>
                    <a:p>
                      <a:r>
                        <a:rPr sz="1800" b="1">
                          <a:solidFill>
                            <a:srgbClr val="FFFFFF"/>
                          </a:solidFill>
                          <a:latin typeface="DejaVu Sans"/>
                          <a:ea typeface="DejaVu Sans"/>
                          <a:cs typeface="DejaVu Sans"/>
                        </a:rPr>
                        <a:t>Jenis kebutuhan</a:t>
                      </a:r>
                    </a:p>
                  </a:txBody>
                  <a:tcPr>
                    <a:lnL w="9525" cap="flat" cmpd="sng" algn="ctr">
                      <a:solidFill>
                        <a:srgbClr val="D9E3E8"/>
                      </a:solidFill>
                      <a:prstDash val="solid"/>
                      <a:round/>
                      <a:headEnd type="none" w="med" len="med"/>
                      <a:tailEnd type="none" w="med" len="med"/>
                    </a:lnL>
                    <a:lnR w="9525">
                      <a:solidFill>
                        <a:srgbClr val="D9E3E8"/>
                      </a:solidFill>
                      <a:prstDash val="solid"/>
                    </a:lnR>
                    <a:lnT w="9525">
                      <a:solidFill>
                        <a:srgbClr val="D9E3E8"/>
                      </a:solidFill>
                      <a:prstDash val="solid"/>
                    </a:lnT>
                    <a:lnB w="9525">
                      <a:solidFill>
                        <a:srgbClr val="D9E3E8"/>
                      </a:solidFill>
                      <a:prstDash val="solid"/>
                    </a:lnB>
                    <a:solidFill>
                      <a:srgbClr val="10283F"/>
                    </a:solidFill>
                  </a:tcPr>
                </a:tc>
                <a:extLst>
                  <a:ext uri="{0D108BD9-81ED-4DB2-BD59-A6C34878D82A}">
                    <a16:rowId xmlns:a16="http://schemas.microsoft.com/office/drawing/2014/main" val="10000"/>
                  </a:ext>
                </a:extLst>
              </a:tr>
              <a:tr h="595993">
                <a:tc>
                  <a:txBody>
                    <a:bodyPr/>
                    <a:lstStyle/>
                    <a:p>
                      <a:r>
                        <a:rPr sz="1725" b="0">
                          <a:solidFill>
                            <a:srgbClr val="183349"/>
                          </a:solidFill>
                          <a:latin typeface="DejaVu Sans"/>
                          <a:ea typeface="DejaVu Sans"/>
                          <a:cs typeface="DejaVu Sans"/>
                        </a:rPr>
                        <a:t>SharedPreferences</a:t>
                      </a:r>
                    </a:p>
                  </a:txBody>
                  <a:tcPr>
                    <a:lnL w="9525">
                      <a:solidFill>
                        <a:srgbClr val="D9E3E8"/>
                      </a:solidFill>
                      <a:prstDash val="soli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FFFFFF"/>
                    </a:solidFill>
                  </a:tcPr>
                </a:tc>
                <a:tc>
                  <a:txBody>
                    <a:bodyPr/>
                    <a:lstStyle/>
                    <a:p>
                      <a:r>
                        <a:rPr sz="1725" b="0">
                          <a:solidFill>
                            <a:srgbClr val="183349"/>
                          </a:solidFill>
                          <a:latin typeface="DejaVu Sans"/>
                          <a:ea typeface="DejaVu Sans"/>
                          <a:cs typeface="DejaVu Sans"/>
                        </a:rPr>
                        <a:t>Nilai sederhana dengan pasangan key-value.</a:t>
                      </a:r>
                    </a:p>
                  </a:txBody>
                  <a:tcPr>
                    <a:lnL w="9525" cap="flat" cmpd="sng" algn="ctr">
                      <a:solidFill>
                        <a:srgbClr val="D9E3E8"/>
                      </a:solidFill>
                      <a:prstDash val="solid"/>
                      <a:round/>
                      <a:headEnd type="none" w="med" len="med"/>
                      <a:tailEnd type="none" w="med" len="me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FFFFFF"/>
                    </a:solidFill>
                  </a:tcPr>
                </a:tc>
                <a:extLst>
                  <a:ext uri="{0D108BD9-81ED-4DB2-BD59-A6C34878D82A}">
                    <a16:rowId xmlns:a16="http://schemas.microsoft.com/office/drawing/2014/main" val="10001"/>
                  </a:ext>
                </a:extLst>
              </a:tr>
              <a:tr h="595993">
                <a:tc>
                  <a:txBody>
                    <a:bodyPr/>
                    <a:lstStyle/>
                    <a:p>
                      <a:r>
                        <a:rPr sz="1725" b="0">
                          <a:solidFill>
                            <a:srgbClr val="183349"/>
                          </a:solidFill>
                          <a:latin typeface="DejaVu Sans"/>
                          <a:ea typeface="DejaVu Sans"/>
                          <a:cs typeface="DejaVu Sans"/>
                        </a:rPr>
                        <a:t>Internal storage</a:t>
                      </a:r>
                    </a:p>
                  </a:txBody>
                  <a:tcPr>
                    <a:lnL w="9525">
                      <a:solidFill>
                        <a:srgbClr val="D9E3E8"/>
                      </a:solidFill>
                      <a:prstDash val="soli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EAF1F4"/>
                    </a:solidFill>
                  </a:tcPr>
                </a:tc>
                <a:tc>
                  <a:txBody>
                    <a:bodyPr/>
                    <a:lstStyle/>
                    <a:p>
                      <a:r>
                        <a:rPr sz="1725" b="0">
                          <a:solidFill>
                            <a:srgbClr val="183349"/>
                          </a:solidFill>
                          <a:latin typeface="DejaVu Sans"/>
                          <a:ea typeface="DejaVu Sans"/>
                          <a:cs typeface="DejaVu Sans"/>
                        </a:rPr>
                        <a:t>Berkas privat aplikasi pada perangkat.</a:t>
                      </a:r>
                    </a:p>
                  </a:txBody>
                  <a:tcPr>
                    <a:lnL w="9525" cap="flat" cmpd="sng" algn="ctr">
                      <a:solidFill>
                        <a:srgbClr val="D9E3E8"/>
                      </a:solidFill>
                      <a:prstDash val="solid"/>
                      <a:round/>
                      <a:headEnd type="none" w="med" len="med"/>
                      <a:tailEnd type="none" w="med" len="me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EAF1F4"/>
                    </a:solidFill>
                  </a:tcPr>
                </a:tc>
                <a:extLst>
                  <a:ext uri="{0D108BD9-81ED-4DB2-BD59-A6C34878D82A}">
                    <a16:rowId xmlns:a16="http://schemas.microsoft.com/office/drawing/2014/main" val="10002"/>
                  </a:ext>
                </a:extLst>
              </a:tr>
              <a:tr h="595993">
                <a:tc>
                  <a:txBody>
                    <a:bodyPr/>
                    <a:lstStyle/>
                    <a:p>
                      <a:r>
                        <a:rPr sz="1725" b="0">
                          <a:solidFill>
                            <a:srgbClr val="183349"/>
                          </a:solidFill>
                          <a:latin typeface="DejaVu Sans"/>
                          <a:ea typeface="DejaVu Sans"/>
                          <a:cs typeface="DejaVu Sans"/>
                        </a:rPr>
                        <a:t>External storage</a:t>
                      </a:r>
                    </a:p>
                  </a:txBody>
                  <a:tcPr>
                    <a:lnL w="9525">
                      <a:solidFill>
                        <a:srgbClr val="D9E3E8"/>
                      </a:solidFill>
                      <a:prstDash val="soli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FFFFFF"/>
                    </a:solidFill>
                  </a:tcPr>
                </a:tc>
                <a:tc>
                  <a:txBody>
                    <a:bodyPr/>
                    <a:lstStyle/>
                    <a:p>
                      <a:r>
                        <a:rPr sz="1725" b="0">
                          <a:solidFill>
                            <a:srgbClr val="183349"/>
                          </a:solidFill>
                          <a:latin typeface="DejaVu Sans"/>
                          <a:ea typeface="DejaVu Sans"/>
                          <a:cs typeface="DejaVu Sans"/>
                        </a:rPr>
                        <a:t>Berkas pada area eksternal atau area berbagi.</a:t>
                      </a:r>
                    </a:p>
                  </a:txBody>
                  <a:tcPr>
                    <a:lnL w="9525" cap="flat" cmpd="sng" algn="ctr">
                      <a:solidFill>
                        <a:srgbClr val="D9E3E8"/>
                      </a:solidFill>
                      <a:prstDash val="solid"/>
                      <a:round/>
                      <a:headEnd type="none" w="med" len="med"/>
                      <a:tailEnd type="none" w="med" len="me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FFFFFF"/>
                    </a:solidFill>
                  </a:tcPr>
                </a:tc>
                <a:extLst>
                  <a:ext uri="{0D108BD9-81ED-4DB2-BD59-A6C34878D82A}">
                    <a16:rowId xmlns:a16="http://schemas.microsoft.com/office/drawing/2014/main" val="10003"/>
                  </a:ext>
                </a:extLst>
              </a:tr>
              <a:tr h="595993">
                <a:tc>
                  <a:txBody>
                    <a:bodyPr/>
                    <a:lstStyle/>
                    <a:p>
                      <a:r>
                        <a:rPr sz="1725" b="0">
                          <a:solidFill>
                            <a:srgbClr val="183349"/>
                          </a:solidFill>
                          <a:latin typeface="DejaVu Sans"/>
                          <a:ea typeface="DejaVu Sans"/>
                          <a:cs typeface="DejaVu Sans"/>
                        </a:rPr>
                        <a:t>SQLite</a:t>
                      </a:r>
                    </a:p>
                  </a:txBody>
                  <a:tcPr>
                    <a:lnL w="9525">
                      <a:solidFill>
                        <a:srgbClr val="D9E3E8"/>
                      </a:solidFill>
                      <a:prstDash val="soli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EAF1F4"/>
                    </a:solidFill>
                  </a:tcPr>
                </a:tc>
                <a:tc>
                  <a:txBody>
                    <a:bodyPr/>
                    <a:lstStyle/>
                    <a:p>
                      <a:r>
                        <a:rPr sz="1725" b="0">
                          <a:solidFill>
                            <a:srgbClr val="183349"/>
                          </a:solidFill>
                          <a:latin typeface="DejaVu Sans"/>
                          <a:ea typeface="DejaVu Sans"/>
                          <a:cs typeface="DejaVu Sans"/>
                        </a:rPr>
                        <a:t>Data terstruktur dalam tabel lokal.</a:t>
                      </a:r>
                    </a:p>
                  </a:txBody>
                  <a:tcPr>
                    <a:lnL w="9525" cap="flat" cmpd="sng" algn="ctr">
                      <a:solidFill>
                        <a:srgbClr val="D9E3E8"/>
                      </a:solidFill>
                      <a:prstDash val="solid"/>
                      <a:round/>
                      <a:headEnd type="none" w="med" len="med"/>
                      <a:tailEnd type="none" w="med" len="me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EAF1F4"/>
                    </a:solidFill>
                  </a:tcPr>
                </a:tc>
                <a:extLst>
                  <a:ext uri="{0D108BD9-81ED-4DB2-BD59-A6C34878D82A}">
                    <a16:rowId xmlns:a16="http://schemas.microsoft.com/office/drawing/2014/main" val="10004"/>
                  </a:ext>
                </a:extLst>
              </a:tr>
              <a:tr h="595993">
                <a:tc>
                  <a:txBody>
                    <a:bodyPr/>
                    <a:lstStyle/>
                    <a:p>
                      <a:r>
                        <a:rPr sz="1725" b="0">
                          <a:solidFill>
                            <a:srgbClr val="183349"/>
                          </a:solidFill>
                          <a:latin typeface="DejaVu Sans"/>
                          <a:ea typeface="DejaVu Sans"/>
                          <a:cs typeface="DejaVu Sans"/>
                        </a:rPr>
                        <a:t>ContentProvider</a:t>
                      </a:r>
                    </a:p>
                  </a:txBody>
                  <a:tcPr>
                    <a:lnL w="9525">
                      <a:solidFill>
                        <a:srgbClr val="D9E3E8"/>
                      </a:solidFill>
                      <a:prstDash val="soli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FFFFFF"/>
                    </a:solidFill>
                  </a:tcPr>
                </a:tc>
                <a:tc>
                  <a:txBody>
                    <a:bodyPr/>
                    <a:lstStyle/>
                    <a:p>
                      <a:r>
                        <a:rPr sz="1725" b="0">
                          <a:solidFill>
                            <a:srgbClr val="183349"/>
                          </a:solidFill>
                          <a:latin typeface="DejaVu Sans"/>
                          <a:ea typeface="DejaVu Sans"/>
                          <a:cs typeface="DejaVu Sans"/>
                        </a:rPr>
                        <a:t>Akses data melalui komponen penyedia data.</a:t>
                      </a:r>
                    </a:p>
                  </a:txBody>
                  <a:tcPr>
                    <a:lnL w="9525" cap="flat" cmpd="sng" algn="ctr">
                      <a:solidFill>
                        <a:srgbClr val="D9E3E8"/>
                      </a:solidFill>
                      <a:prstDash val="solid"/>
                      <a:round/>
                      <a:headEnd type="none" w="med" len="med"/>
                      <a:tailEnd type="none" w="med" len="me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FFFFFF"/>
                    </a:solidFill>
                  </a:tcPr>
                </a:tc>
                <a:extLst>
                  <a:ext uri="{0D108BD9-81ED-4DB2-BD59-A6C34878D82A}">
                    <a16:rowId xmlns:a16="http://schemas.microsoft.com/office/drawing/2014/main" val="10005"/>
                  </a:ext>
                </a:extLst>
              </a:tr>
              <a:tr h="595993">
                <a:tc>
                  <a:txBody>
                    <a:bodyPr/>
                    <a:lstStyle/>
                    <a:p>
                      <a:r>
                        <a:rPr sz="1725" b="0">
                          <a:solidFill>
                            <a:srgbClr val="183349"/>
                          </a:solidFill>
                          <a:latin typeface="DejaVu Sans"/>
                          <a:ea typeface="DejaVu Sans"/>
                          <a:cs typeface="DejaVu Sans"/>
                        </a:rPr>
                        <a:t>Server / cloud / Firebase</a:t>
                      </a:r>
                    </a:p>
                  </a:txBody>
                  <a:tcPr>
                    <a:lnL w="9525">
                      <a:solidFill>
                        <a:srgbClr val="D9E3E8"/>
                      </a:solidFill>
                      <a:prstDash val="soli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EAF1F4"/>
                    </a:solidFill>
                  </a:tcPr>
                </a:tc>
                <a:tc>
                  <a:txBody>
                    <a:bodyPr/>
                    <a:lstStyle/>
                    <a:p>
                      <a:r>
                        <a:rPr sz="1725" b="0">
                          <a:solidFill>
                            <a:srgbClr val="183349"/>
                          </a:solidFill>
                          <a:latin typeface="DejaVu Sans"/>
                          <a:ea typeface="DejaVu Sans"/>
                          <a:cs typeface="DejaVu Sans"/>
                        </a:rPr>
                        <a:t>Data jarak jauh, cadangan, atau sinkronisasi antar-client.</a:t>
                      </a:r>
                    </a:p>
                  </a:txBody>
                  <a:tcPr>
                    <a:lnL w="9525" cap="flat" cmpd="sng" algn="ctr">
                      <a:solidFill>
                        <a:srgbClr val="D9E3E8"/>
                      </a:solidFill>
                      <a:prstDash val="solid"/>
                      <a:round/>
                      <a:headEnd type="none" w="med" len="med"/>
                      <a:tailEnd type="none" w="med" len="me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EAF1F4"/>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0215839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6F9FA"/>
        </a:solidFill>
        <a:effectLst/>
      </p:bgPr>
    </p:bg>
    <p:spTree>
      <p:nvGrpSpPr>
        <p:cNvPr id="1" name=""/>
        <p:cNvGrpSpPr/>
        <p:nvPr/>
      </p:nvGrpSpPr>
      <p:grpSpPr>
        <a:xfrm>
          <a:off x="0" y="0"/>
          <a:ext cx="0" cy="0"/>
          <a:chOff x="0" y="0"/>
          <a:chExt cx="0" cy="0"/>
        </a:xfrm>
      </p:grpSpPr>
      <p:sp>
        <p:nvSpPr>
          <p:cNvPr id="13" name="text-0">
            <a:extLst>
              <a:ext uri="{FF2B5EF4-FFF2-40B4-BE49-F238E27FC236}">
                <a16:creationId xmlns:a16="http://schemas.microsoft.com/office/drawing/2014/main" id="{F5C1BA28-FE4E-4642-92BE-B220223AFAC5}"/>
              </a:ext>
            </a:extLst>
          </p:cNvPr>
          <p:cNvSpPr>
            <a:spLocks noGrp="1"/>
          </p:cNvSpPr>
          <p:nvPr/>
        </p:nvSpPr>
        <p:spPr>
          <a:xfrm>
            <a:off x="609600" y="381000"/>
            <a:ext cx="10953750" cy="266700"/>
          </a:xfrm>
          <a:prstGeom prst="rect">
            <a:avLst/>
          </a:prstGeom>
          <a:noFill/>
          <a:ln w="0">
            <a:noFill/>
            <a:prstDash val="solid"/>
          </a:ln>
        </p:spPr>
        <p:txBody>
          <a:bodyPr lIns="0" tIns="0" rIns="0" bIns="0" anchor="t">
            <a:noAutofit/>
          </a:bodyPr>
          <a:lstStyle>
            <a:defPPr>
              <a:defRPr sz="1350" b="1">
                <a:solidFill>
                  <a:srgbClr val="007D85"/>
                </a:solidFill>
                <a:latin typeface="DejaVu Sans"/>
                <a:ea typeface="DejaVu Sans"/>
                <a:cs typeface="DejaVu Sans"/>
              </a:defRPr>
            </a:defPPr>
            <a:lvl1pPr>
              <a:defRPr sz="1350" b="1">
                <a:solidFill>
                  <a:srgbClr val="007D85"/>
                </a:solidFill>
                <a:latin typeface="DejaVu Sans"/>
                <a:ea typeface="DejaVu Sans"/>
                <a:cs typeface="DejaVu Sans"/>
              </a:defRPr>
            </a:lvl1pPr>
            <a:lvl2pPr>
              <a:defRPr sz="1350" b="1">
                <a:solidFill>
                  <a:srgbClr val="007D85"/>
                </a:solidFill>
                <a:latin typeface="DejaVu Sans"/>
                <a:ea typeface="DejaVu Sans"/>
                <a:cs typeface="DejaVu Sans"/>
              </a:defRPr>
            </a:lvl2pPr>
            <a:lvl3pPr>
              <a:defRPr sz="1350" b="1">
                <a:solidFill>
                  <a:srgbClr val="007D85"/>
                </a:solidFill>
                <a:latin typeface="DejaVu Sans"/>
                <a:ea typeface="DejaVu Sans"/>
                <a:cs typeface="DejaVu Sans"/>
              </a:defRPr>
            </a:lvl3pPr>
            <a:lvl4pPr>
              <a:defRPr sz="1350" b="1">
                <a:solidFill>
                  <a:srgbClr val="007D85"/>
                </a:solidFill>
                <a:latin typeface="DejaVu Sans"/>
                <a:ea typeface="DejaVu Sans"/>
                <a:cs typeface="DejaVu Sans"/>
              </a:defRPr>
            </a:lvl4pPr>
            <a:lvl5pPr>
              <a:defRPr sz="1350" b="1">
                <a:solidFill>
                  <a:srgbClr val="007D85"/>
                </a:solidFill>
                <a:latin typeface="DejaVu Sans"/>
                <a:ea typeface="DejaVu Sans"/>
                <a:cs typeface="DejaVu Sans"/>
              </a:defRPr>
            </a:lvl5pPr>
            <a:lvl6pPr>
              <a:defRPr sz="1350" b="1">
                <a:solidFill>
                  <a:srgbClr val="007D85"/>
                </a:solidFill>
                <a:latin typeface="DejaVu Sans"/>
                <a:ea typeface="DejaVu Sans"/>
                <a:cs typeface="DejaVu Sans"/>
              </a:defRPr>
            </a:lvl6pPr>
            <a:lvl7pPr>
              <a:defRPr sz="1350" b="1">
                <a:solidFill>
                  <a:srgbClr val="007D85"/>
                </a:solidFill>
                <a:latin typeface="DejaVu Sans"/>
                <a:ea typeface="DejaVu Sans"/>
                <a:cs typeface="DejaVu Sans"/>
              </a:defRPr>
            </a:lvl7pPr>
            <a:lvl8pPr>
              <a:defRPr sz="1350" b="1">
                <a:solidFill>
                  <a:srgbClr val="007D85"/>
                </a:solidFill>
                <a:latin typeface="DejaVu Sans"/>
                <a:ea typeface="DejaVu Sans"/>
                <a:cs typeface="DejaVu Sans"/>
              </a:defRPr>
            </a:lvl8pPr>
            <a:lvl9pPr>
              <a:defRPr sz="1350" b="1">
                <a:solidFill>
                  <a:srgbClr val="007D85"/>
                </a:solidFill>
                <a:latin typeface="DejaVu Sans"/>
                <a:ea typeface="DejaVu Sans"/>
                <a:cs typeface="DejaVu Sans"/>
              </a:defRPr>
            </a:lvl9pPr>
          </a:lstStyle>
          <a:p>
            <a:pPr>
              <a:defRPr sz="1350" b="1">
                <a:solidFill>
                  <a:srgbClr val="007D85"/>
                </a:solidFill>
                <a:latin typeface="DejaVu Sans"/>
                <a:ea typeface="DejaVu Sans"/>
                <a:cs typeface="DejaVu Sans"/>
              </a:defRPr>
            </a:pPr>
            <a:r>
              <a:rPr sz="1350" b="1">
                <a:solidFill>
                  <a:srgbClr val="007D85"/>
                </a:solidFill>
                <a:latin typeface="DejaVu Sans"/>
                <a:ea typeface="DejaVu Sans"/>
                <a:cs typeface="DejaVu Sans"/>
              </a:rPr>
              <a:t>BAB 5  PENYIMPANAN LOKAL</a:t>
            </a:r>
          </a:p>
        </p:txBody>
      </p:sp>
      <p:sp>
        <p:nvSpPr>
          <p:cNvPr id="2" name="text-1">
            <a:extLst>
              <a:ext uri="{FF2B5EF4-FFF2-40B4-BE49-F238E27FC236}">
                <a16:creationId xmlns:a16="http://schemas.microsoft.com/office/drawing/2014/main" id="{6A7462D4-6DF8-43A5-BD5A-68D087DF7635}"/>
              </a:ext>
            </a:extLst>
          </p:cNvPr>
          <p:cNvSpPr>
            <a:spLocks noGrp="1"/>
          </p:cNvSpPr>
          <p:nvPr/>
        </p:nvSpPr>
        <p:spPr>
          <a:xfrm>
            <a:off x="609600" y="866775"/>
            <a:ext cx="10953750" cy="895350"/>
          </a:xfrm>
          <a:prstGeom prst="rect">
            <a:avLst/>
          </a:prstGeom>
          <a:noFill/>
          <a:ln w="0">
            <a:noFill/>
            <a:prstDash val="solid"/>
          </a:ln>
        </p:spPr>
        <p:txBody>
          <a:bodyPr lIns="0" tIns="0" rIns="0" bIns="0" anchor="t">
            <a:noAutofit/>
          </a:bodyPr>
          <a:lstStyle>
            <a:defPPr>
              <a:defRPr sz="3150" b="1">
                <a:solidFill>
                  <a:srgbClr val="10283F"/>
                </a:solidFill>
                <a:latin typeface="DejaVu Sans"/>
                <a:ea typeface="DejaVu Sans"/>
                <a:cs typeface="DejaVu Sans"/>
              </a:defRPr>
            </a:defPPr>
            <a:lvl1pPr>
              <a:defRPr sz="3150" b="1">
                <a:solidFill>
                  <a:srgbClr val="10283F"/>
                </a:solidFill>
                <a:latin typeface="DejaVu Sans"/>
                <a:ea typeface="DejaVu Sans"/>
                <a:cs typeface="DejaVu Sans"/>
              </a:defRPr>
            </a:lvl1pPr>
            <a:lvl2pPr>
              <a:defRPr sz="3150" b="1">
                <a:solidFill>
                  <a:srgbClr val="10283F"/>
                </a:solidFill>
                <a:latin typeface="DejaVu Sans"/>
                <a:ea typeface="DejaVu Sans"/>
                <a:cs typeface="DejaVu Sans"/>
              </a:defRPr>
            </a:lvl2pPr>
            <a:lvl3pPr>
              <a:defRPr sz="3150" b="1">
                <a:solidFill>
                  <a:srgbClr val="10283F"/>
                </a:solidFill>
                <a:latin typeface="DejaVu Sans"/>
                <a:ea typeface="DejaVu Sans"/>
                <a:cs typeface="DejaVu Sans"/>
              </a:defRPr>
            </a:lvl3pPr>
            <a:lvl4pPr>
              <a:defRPr sz="3150" b="1">
                <a:solidFill>
                  <a:srgbClr val="10283F"/>
                </a:solidFill>
                <a:latin typeface="DejaVu Sans"/>
                <a:ea typeface="DejaVu Sans"/>
                <a:cs typeface="DejaVu Sans"/>
              </a:defRPr>
            </a:lvl4pPr>
            <a:lvl5pPr>
              <a:defRPr sz="3150" b="1">
                <a:solidFill>
                  <a:srgbClr val="10283F"/>
                </a:solidFill>
                <a:latin typeface="DejaVu Sans"/>
                <a:ea typeface="DejaVu Sans"/>
                <a:cs typeface="DejaVu Sans"/>
              </a:defRPr>
            </a:lvl5pPr>
            <a:lvl6pPr>
              <a:defRPr sz="3150" b="1">
                <a:solidFill>
                  <a:srgbClr val="10283F"/>
                </a:solidFill>
                <a:latin typeface="DejaVu Sans"/>
                <a:ea typeface="DejaVu Sans"/>
                <a:cs typeface="DejaVu Sans"/>
              </a:defRPr>
            </a:lvl6pPr>
            <a:lvl7pPr>
              <a:defRPr sz="3150" b="1">
                <a:solidFill>
                  <a:srgbClr val="10283F"/>
                </a:solidFill>
                <a:latin typeface="DejaVu Sans"/>
                <a:ea typeface="DejaVu Sans"/>
                <a:cs typeface="DejaVu Sans"/>
              </a:defRPr>
            </a:lvl7pPr>
            <a:lvl8pPr>
              <a:defRPr sz="3150" b="1">
                <a:solidFill>
                  <a:srgbClr val="10283F"/>
                </a:solidFill>
                <a:latin typeface="DejaVu Sans"/>
                <a:ea typeface="DejaVu Sans"/>
                <a:cs typeface="DejaVu Sans"/>
              </a:defRPr>
            </a:lvl8pPr>
            <a:lvl9pPr>
              <a:defRPr sz="3150" b="1">
                <a:solidFill>
                  <a:srgbClr val="10283F"/>
                </a:solidFill>
                <a:latin typeface="DejaVu Sans"/>
                <a:ea typeface="DejaVu Sans"/>
                <a:cs typeface="DejaVu Sans"/>
              </a:defRPr>
            </a:lvl9pPr>
          </a:lstStyle>
          <a:p>
            <a:pPr>
              <a:defRPr sz="3150" b="1">
                <a:solidFill>
                  <a:srgbClr val="10283F"/>
                </a:solidFill>
                <a:latin typeface="DejaVu Sans"/>
                <a:ea typeface="DejaVu Sans"/>
                <a:cs typeface="DejaVu Sans"/>
              </a:defRPr>
            </a:pPr>
            <a:r>
              <a:rPr sz="3150" b="1">
                <a:solidFill>
                  <a:srgbClr val="10283F"/>
                </a:solidFill>
                <a:latin typeface="DejaVu Sans"/>
                <a:ea typeface="DejaVu Sans"/>
                <a:cs typeface="DejaVu Sans"/>
              </a:rPr>
              <a:t>Penyimpanan internal dan eksternal</a:t>
            </a:r>
          </a:p>
        </p:txBody>
      </p:sp>
      <p:sp>
        <p:nvSpPr>
          <p:cNvPr id="3" name="text-2">
            <a:extLst>
              <a:ext uri="{FF2B5EF4-FFF2-40B4-BE49-F238E27FC236}">
                <a16:creationId xmlns:a16="http://schemas.microsoft.com/office/drawing/2014/main" id="{385758BA-BCD2-4AF4-9224-B0AA63A3263B}"/>
              </a:ext>
            </a:extLst>
          </p:cNvPr>
          <p:cNvSpPr>
            <a:spLocks noGrp="1"/>
          </p:cNvSpPr>
          <p:nvPr/>
        </p:nvSpPr>
        <p:spPr>
          <a:xfrm>
            <a:off x="609600" y="6410325"/>
            <a:ext cx="10096500" cy="238125"/>
          </a:xfrm>
          <a:prstGeom prst="rect">
            <a:avLst/>
          </a:prstGeom>
          <a:noFill/>
          <a:ln w="0">
            <a:noFill/>
            <a:prstDash val="solid"/>
          </a:ln>
        </p:spPr>
        <p:txBody>
          <a:bodyPr lIns="0" tIns="0" rIns="0" bIns="0" anchor="t">
            <a:noAutofit/>
          </a:bodyPr>
          <a:lstStyle>
            <a:defPPr>
              <a:defRPr sz="1050" b="0">
                <a:solidFill>
                  <a:srgbClr val="506778"/>
                </a:solidFill>
                <a:latin typeface="DejaVu Sans"/>
                <a:ea typeface="DejaVu Sans"/>
                <a:cs typeface="DejaVu Sans"/>
              </a:defRPr>
            </a:defPPr>
            <a:lvl1pPr>
              <a:defRPr sz="1050" b="0">
                <a:solidFill>
                  <a:srgbClr val="506778"/>
                </a:solidFill>
                <a:latin typeface="DejaVu Sans"/>
                <a:ea typeface="DejaVu Sans"/>
                <a:cs typeface="DejaVu Sans"/>
              </a:defRPr>
            </a:lvl1pPr>
            <a:lvl2pPr>
              <a:defRPr sz="1050" b="0">
                <a:solidFill>
                  <a:srgbClr val="506778"/>
                </a:solidFill>
                <a:latin typeface="DejaVu Sans"/>
                <a:ea typeface="DejaVu Sans"/>
                <a:cs typeface="DejaVu Sans"/>
              </a:defRPr>
            </a:lvl2pPr>
            <a:lvl3pPr>
              <a:defRPr sz="1050" b="0">
                <a:solidFill>
                  <a:srgbClr val="506778"/>
                </a:solidFill>
                <a:latin typeface="DejaVu Sans"/>
                <a:ea typeface="DejaVu Sans"/>
                <a:cs typeface="DejaVu Sans"/>
              </a:defRPr>
            </a:lvl3pPr>
            <a:lvl4pPr>
              <a:defRPr sz="1050" b="0">
                <a:solidFill>
                  <a:srgbClr val="506778"/>
                </a:solidFill>
                <a:latin typeface="DejaVu Sans"/>
                <a:ea typeface="DejaVu Sans"/>
                <a:cs typeface="DejaVu Sans"/>
              </a:defRPr>
            </a:lvl4pPr>
            <a:lvl5pPr>
              <a:defRPr sz="1050" b="0">
                <a:solidFill>
                  <a:srgbClr val="506778"/>
                </a:solidFill>
                <a:latin typeface="DejaVu Sans"/>
                <a:ea typeface="DejaVu Sans"/>
                <a:cs typeface="DejaVu Sans"/>
              </a:defRPr>
            </a:lvl5pPr>
            <a:lvl6pPr>
              <a:defRPr sz="1050" b="0">
                <a:solidFill>
                  <a:srgbClr val="506778"/>
                </a:solidFill>
                <a:latin typeface="DejaVu Sans"/>
                <a:ea typeface="DejaVu Sans"/>
                <a:cs typeface="DejaVu Sans"/>
              </a:defRPr>
            </a:lvl6pPr>
            <a:lvl7pPr>
              <a:defRPr sz="1050" b="0">
                <a:solidFill>
                  <a:srgbClr val="506778"/>
                </a:solidFill>
                <a:latin typeface="DejaVu Sans"/>
                <a:ea typeface="DejaVu Sans"/>
                <a:cs typeface="DejaVu Sans"/>
              </a:defRPr>
            </a:lvl7pPr>
            <a:lvl8pPr>
              <a:defRPr sz="1050" b="0">
                <a:solidFill>
                  <a:srgbClr val="506778"/>
                </a:solidFill>
                <a:latin typeface="DejaVu Sans"/>
                <a:ea typeface="DejaVu Sans"/>
                <a:cs typeface="DejaVu Sans"/>
              </a:defRPr>
            </a:lvl8pPr>
            <a:lvl9pPr>
              <a:defRPr sz="1050" b="0">
                <a:solidFill>
                  <a:srgbClr val="506778"/>
                </a:solidFill>
                <a:latin typeface="DejaVu Sans"/>
                <a:ea typeface="DejaVu Sans"/>
                <a:cs typeface="DejaVu Sans"/>
              </a:defRPr>
            </a:lvl9pPr>
          </a:lstStyle>
          <a:p>
            <a:pPr>
              <a:defRPr sz="1050" b="0">
                <a:solidFill>
                  <a:srgbClr val="506778"/>
                </a:solidFill>
                <a:latin typeface="DejaVu Sans"/>
                <a:ea typeface="DejaVu Sans"/>
                <a:cs typeface="DejaVu Sans"/>
              </a:defRPr>
            </a:pPr>
            <a:r>
              <a:rPr sz="1050" b="0">
                <a:solidFill>
                  <a:srgbClr val="506778"/>
                </a:solidFill>
                <a:latin typeface="DejaVu Sans"/>
                <a:ea typeface="DejaVu Sans"/>
                <a:cs typeface="DejaVu Sans"/>
              </a:rPr>
              <a:t>Sumber: E-book Bab 5 (PDF hlm. 4–6)</a:t>
            </a:r>
          </a:p>
        </p:txBody>
      </p:sp>
      <p:sp>
        <p:nvSpPr>
          <p:cNvPr id="4" name="text-3">
            <a:extLst>
              <a:ext uri="{FF2B5EF4-FFF2-40B4-BE49-F238E27FC236}">
                <a16:creationId xmlns:a16="http://schemas.microsoft.com/office/drawing/2014/main" id="{9110BC23-FDED-4983-BB62-DBAFD222C2A0}"/>
              </a:ext>
            </a:extLst>
          </p:cNvPr>
          <p:cNvSpPr>
            <a:spLocks noGrp="1"/>
          </p:cNvSpPr>
          <p:nvPr/>
        </p:nvSpPr>
        <p:spPr>
          <a:xfrm>
            <a:off x="11106150" y="6372225"/>
            <a:ext cx="476250" cy="285750"/>
          </a:xfrm>
          <a:prstGeom prst="rect">
            <a:avLst/>
          </a:prstGeom>
          <a:noFill/>
          <a:ln w="0">
            <a:noFill/>
            <a:prstDash val="solid"/>
          </a:ln>
        </p:spPr>
        <p:txBody>
          <a:bodyPr lIns="0" tIns="0" rIns="0" bIns="0" anchor="t">
            <a:noAutofit/>
          </a:bodyPr>
          <a:lstStyle>
            <a:defPPr>
              <a:defRPr sz="1425" b="1">
                <a:solidFill>
                  <a:srgbClr val="007D85"/>
                </a:solidFill>
                <a:latin typeface="DejaVu Sans"/>
                <a:ea typeface="DejaVu Sans"/>
                <a:cs typeface="DejaVu Sans"/>
              </a:defRPr>
            </a:defPPr>
            <a:lvl1pPr>
              <a:defRPr sz="1425" b="1">
                <a:solidFill>
                  <a:srgbClr val="007D85"/>
                </a:solidFill>
                <a:latin typeface="DejaVu Sans"/>
                <a:ea typeface="DejaVu Sans"/>
                <a:cs typeface="DejaVu Sans"/>
              </a:defRPr>
            </a:lvl1pPr>
            <a:lvl2pPr>
              <a:defRPr sz="1425" b="1">
                <a:solidFill>
                  <a:srgbClr val="007D85"/>
                </a:solidFill>
                <a:latin typeface="DejaVu Sans"/>
                <a:ea typeface="DejaVu Sans"/>
                <a:cs typeface="DejaVu Sans"/>
              </a:defRPr>
            </a:lvl2pPr>
            <a:lvl3pPr>
              <a:defRPr sz="1425" b="1">
                <a:solidFill>
                  <a:srgbClr val="007D85"/>
                </a:solidFill>
                <a:latin typeface="DejaVu Sans"/>
                <a:ea typeface="DejaVu Sans"/>
                <a:cs typeface="DejaVu Sans"/>
              </a:defRPr>
            </a:lvl3pPr>
            <a:lvl4pPr>
              <a:defRPr sz="1425" b="1">
                <a:solidFill>
                  <a:srgbClr val="007D85"/>
                </a:solidFill>
                <a:latin typeface="DejaVu Sans"/>
                <a:ea typeface="DejaVu Sans"/>
                <a:cs typeface="DejaVu Sans"/>
              </a:defRPr>
            </a:lvl4pPr>
            <a:lvl5pPr>
              <a:defRPr sz="1425" b="1">
                <a:solidFill>
                  <a:srgbClr val="007D85"/>
                </a:solidFill>
                <a:latin typeface="DejaVu Sans"/>
                <a:ea typeface="DejaVu Sans"/>
                <a:cs typeface="DejaVu Sans"/>
              </a:defRPr>
            </a:lvl5pPr>
            <a:lvl6pPr>
              <a:defRPr sz="1425" b="1">
                <a:solidFill>
                  <a:srgbClr val="007D85"/>
                </a:solidFill>
                <a:latin typeface="DejaVu Sans"/>
                <a:ea typeface="DejaVu Sans"/>
                <a:cs typeface="DejaVu Sans"/>
              </a:defRPr>
            </a:lvl6pPr>
            <a:lvl7pPr>
              <a:defRPr sz="1425" b="1">
                <a:solidFill>
                  <a:srgbClr val="007D85"/>
                </a:solidFill>
                <a:latin typeface="DejaVu Sans"/>
                <a:ea typeface="DejaVu Sans"/>
                <a:cs typeface="DejaVu Sans"/>
              </a:defRPr>
            </a:lvl7pPr>
            <a:lvl8pPr>
              <a:defRPr sz="1425" b="1">
                <a:solidFill>
                  <a:srgbClr val="007D85"/>
                </a:solidFill>
                <a:latin typeface="DejaVu Sans"/>
                <a:ea typeface="DejaVu Sans"/>
                <a:cs typeface="DejaVu Sans"/>
              </a:defRPr>
            </a:lvl8pPr>
            <a:lvl9pPr>
              <a:defRPr sz="1425" b="1">
                <a:solidFill>
                  <a:srgbClr val="007D85"/>
                </a:solidFill>
                <a:latin typeface="DejaVu Sans"/>
                <a:ea typeface="DejaVu Sans"/>
                <a:cs typeface="DejaVu Sans"/>
              </a:defRPr>
            </a:lvl9pPr>
          </a:lstStyle>
          <a:p>
            <a:pPr>
              <a:defRPr sz="1425" b="1">
                <a:solidFill>
                  <a:srgbClr val="007D85"/>
                </a:solidFill>
                <a:latin typeface="DejaVu Sans"/>
                <a:ea typeface="DejaVu Sans"/>
                <a:cs typeface="DejaVu Sans"/>
              </a:defRPr>
            </a:pPr>
            <a:r>
              <a:rPr sz="1425" b="1">
                <a:solidFill>
                  <a:srgbClr val="007D85"/>
                </a:solidFill>
                <a:latin typeface="DejaVu Sans"/>
                <a:ea typeface="DejaVu Sans"/>
                <a:cs typeface="DejaVu Sans"/>
              </a:rPr>
              <a:t>28</a:t>
            </a:r>
          </a:p>
        </p:txBody>
      </p:sp>
      <p:sp>
        <p:nvSpPr>
          <p:cNvPr id="5" name="text-4">
            <a:extLst>
              <a:ext uri="{FF2B5EF4-FFF2-40B4-BE49-F238E27FC236}">
                <a16:creationId xmlns:a16="http://schemas.microsoft.com/office/drawing/2014/main" id="{CBC710E0-CA5B-4557-A745-B1E24E2C6D4F}"/>
              </a:ext>
            </a:extLst>
          </p:cNvPr>
          <p:cNvSpPr>
            <a:spLocks noGrp="1"/>
          </p:cNvSpPr>
          <p:nvPr/>
        </p:nvSpPr>
        <p:spPr>
          <a:xfrm>
            <a:off x="609600" y="195262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Internal storage</a:t>
            </a:r>
          </a:p>
        </p:txBody>
      </p:sp>
      <p:sp>
        <p:nvSpPr>
          <p:cNvPr id="6" name="text-5">
            <a:extLst>
              <a:ext uri="{FF2B5EF4-FFF2-40B4-BE49-F238E27FC236}">
                <a16:creationId xmlns:a16="http://schemas.microsoft.com/office/drawing/2014/main" id="{1EE39C46-D497-4E83-AA3D-0B7D70472AB8}"/>
              </a:ext>
            </a:extLst>
          </p:cNvPr>
          <p:cNvSpPr>
            <a:spLocks noGrp="1"/>
          </p:cNvSpPr>
          <p:nvPr/>
        </p:nvSpPr>
        <p:spPr>
          <a:xfrm>
            <a:off x="3714750" y="195262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Cocok untuk berkas privat aplikasi. Modul menjelaskan bahwa data aplikasi di area ini dihapus ketika aplikasi di-uninstall.</a:t>
            </a:r>
          </a:p>
        </p:txBody>
      </p:sp>
      <p:sp>
        <p:nvSpPr>
          <p:cNvPr id="7" name="text-6">
            <a:extLst>
              <a:ext uri="{FF2B5EF4-FFF2-40B4-BE49-F238E27FC236}">
                <a16:creationId xmlns:a16="http://schemas.microsoft.com/office/drawing/2014/main" id="{52F1F723-357C-4A79-8394-9E91D3AB8AFE}"/>
              </a:ext>
            </a:extLst>
          </p:cNvPr>
          <p:cNvSpPr>
            <a:spLocks noGrp="1"/>
          </p:cNvSpPr>
          <p:nvPr/>
        </p:nvSpPr>
        <p:spPr>
          <a:xfrm>
            <a:off x="609600" y="300037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External storage</a:t>
            </a:r>
          </a:p>
        </p:txBody>
      </p:sp>
      <p:sp>
        <p:nvSpPr>
          <p:cNvPr id="8" name="text-7">
            <a:extLst>
              <a:ext uri="{FF2B5EF4-FFF2-40B4-BE49-F238E27FC236}">
                <a16:creationId xmlns:a16="http://schemas.microsoft.com/office/drawing/2014/main" id="{F7979867-3EC5-4559-A046-102C6EAA327C}"/>
              </a:ext>
            </a:extLst>
          </p:cNvPr>
          <p:cNvSpPr>
            <a:spLocks noGrp="1"/>
          </p:cNvSpPr>
          <p:nvPr/>
        </p:nvSpPr>
        <p:spPr>
          <a:xfrm>
            <a:off x="3714750" y="300037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Dibahas untuk berkas yang perlu dibagi atau diakses melalui perangkat lain, dengan ketersediaan yang perlu diperiksa.</a:t>
            </a:r>
          </a:p>
        </p:txBody>
      </p:sp>
      <p:sp>
        <p:nvSpPr>
          <p:cNvPr id="9" name="text-8">
            <a:extLst>
              <a:ext uri="{FF2B5EF4-FFF2-40B4-BE49-F238E27FC236}">
                <a16:creationId xmlns:a16="http://schemas.microsoft.com/office/drawing/2014/main" id="{3376513A-DDDF-4C02-B790-45C23C25AD0A}"/>
              </a:ext>
            </a:extLst>
          </p:cNvPr>
          <p:cNvSpPr>
            <a:spLocks noGrp="1"/>
          </p:cNvSpPr>
          <p:nvPr/>
        </p:nvSpPr>
        <p:spPr>
          <a:xfrm>
            <a:off x="609600" y="404812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Pertimbangan pemilihan</a:t>
            </a:r>
          </a:p>
        </p:txBody>
      </p:sp>
      <p:sp>
        <p:nvSpPr>
          <p:cNvPr id="10" name="text-9">
            <a:extLst>
              <a:ext uri="{FF2B5EF4-FFF2-40B4-BE49-F238E27FC236}">
                <a16:creationId xmlns:a16="http://schemas.microsoft.com/office/drawing/2014/main" id="{CD424D36-3057-4D2B-8D01-9884F89C2DCA}"/>
              </a:ext>
            </a:extLst>
          </p:cNvPr>
          <p:cNvSpPr>
            <a:spLocks noGrp="1"/>
          </p:cNvSpPr>
          <p:nvPr/>
        </p:nvSpPr>
        <p:spPr>
          <a:xfrm>
            <a:off x="3714750" y="404812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Tentukan kebutuhan privasi, berbagi data, ketersediaan media, dan masa simpan berkas.</a:t>
            </a:r>
          </a:p>
        </p:txBody>
      </p:sp>
      <p:sp>
        <p:nvSpPr>
          <p:cNvPr id="11" name="text-10">
            <a:extLst>
              <a:ext uri="{FF2B5EF4-FFF2-40B4-BE49-F238E27FC236}">
                <a16:creationId xmlns:a16="http://schemas.microsoft.com/office/drawing/2014/main" id="{643C697A-8E81-4A89-9FC5-7989DCF72AB3}"/>
              </a:ext>
            </a:extLst>
          </p:cNvPr>
          <p:cNvSpPr>
            <a:spLocks noGrp="1"/>
          </p:cNvSpPr>
          <p:nvPr/>
        </p:nvSpPr>
        <p:spPr>
          <a:xfrm>
            <a:off x="609600" y="509587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Izin dalam contoh sumber</a:t>
            </a:r>
          </a:p>
        </p:txBody>
      </p:sp>
      <p:sp>
        <p:nvSpPr>
          <p:cNvPr id="12" name="text-11">
            <a:extLst>
              <a:ext uri="{FF2B5EF4-FFF2-40B4-BE49-F238E27FC236}">
                <a16:creationId xmlns:a16="http://schemas.microsoft.com/office/drawing/2014/main" id="{DA7B1BCB-1745-4984-A626-A4A7975E78B5}"/>
              </a:ext>
            </a:extLst>
          </p:cNvPr>
          <p:cNvSpPr>
            <a:spLocks noGrp="1"/>
          </p:cNvSpPr>
          <p:nvPr/>
        </p:nvSpPr>
        <p:spPr>
          <a:xfrm>
            <a:off x="3714750" y="509587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Modul membahas READ_EXTERNAL_STORAGE dan WRITE_EXTERNAL_STORAGE dalam konteks Android saat itu.</a:t>
            </a:r>
          </a:p>
        </p:txBody>
      </p:sp>
    </p:spTree>
    <p:extLst>
      <p:ext uri="{BB962C8B-B14F-4D97-AF65-F5344CB8AC3E}">
        <p14:creationId xmlns:p14="http://schemas.microsoft.com/office/powerpoint/2010/main" val="14268924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6F9FA"/>
        </a:solidFill>
        <a:effectLst/>
      </p:bgPr>
    </p:bg>
    <p:spTree>
      <p:nvGrpSpPr>
        <p:cNvPr id="1" name=""/>
        <p:cNvGrpSpPr/>
        <p:nvPr/>
      </p:nvGrpSpPr>
      <p:grpSpPr>
        <a:xfrm>
          <a:off x="0" y="0"/>
          <a:ext cx="0" cy="0"/>
          <a:chOff x="0" y="0"/>
          <a:chExt cx="0" cy="0"/>
        </a:xfrm>
      </p:grpSpPr>
      <p:sp>
        <p:nvSpPr>
          <p:cNvPr id="6" name="text-0">
            <a:extLst>
              <a:ext uri="{FF2B5EF4-FFF2-40B4-BE49-F238E27FC236}">
                <a16:creationId xmlns:a16="http://schemas.microsoft.com/office/drawing/2014/main" id="{3EB92CA9-8CB0-4667-A123-E8F3B0DFEFD5}"/>
              </a:ext>
            </a:extLst>
          </p:cNvPr>
          <p:cNvSpPr>
            <a:spLocks noGrp="1"/>
          </p:cNvSpPr>
          <p:nvPr/>
        </p:nvSpPr>
        <p:spPr>
          <a:xfrm>
            <a:off x="609600" y="381000"/>
            <a:ext cx="10953750" cy="266700"/>
          </a:xfrm>
          <a:prstGeom prst="rect">
            <a:avLst/>
          </a:prstGeom>
          <a:noFill/>
          <a:ln w="0">
            <a:noFill/>
            <a:prstDash val="solid"/>
          </a:ln>
        </p:spPr>
        <p:txBody>
          <a:bodyPr lIns="0" tIns="0" rIns="0" bIns="0" anchor="t">
            <a:noAutofit/>
          </a:bodyPr>
          <a:lstStyle>
            <a:defPPr>
              <a:defRPr sz="1350" b="1">
                <a:solidFill>
                  <a:srgbClr val="007D85"/>
                </a:solidFill>
                <a:latin typeface="DejaVu Sans"/>
                <a:ea typeface="DejaVu Sans"/>
                <a:cs typeface="DejaVu Sans"/>
              </a:defRPr>
            </a:defPPr>
            <a:lvl1pPr>
              <a:defRPr sz="1350" b="1">
                <a:solidFill>
                  <a:srgbClr val="007D85"/>
                </a:solidFill>
                <a:latin typeface="DejaVu Sans"/>
                <a:ea typeface="DejaVu Sans"/>
                <a:cs typeface="DejaVu Sans"/>
              </a:defRPr>
            </a:lvl1pPr>
            <a:lvl2pPr>
              <a:defRPr sz="1350" b="1">
                <a:solidFill>
                  <a:srgbClr val="007D85"/>
                </a:solidFill>
                <a:latin typeface="DejaVu Sans"/>
                <a:ea typeface="DejaVu Sans"/>
                <a:cs typeface="DejaVu Sans"/>
              </a:defRPr>
            </a:lvl2pPr>
            <a:lvl3pPr>
              <a:defRPr sz="1350" b="1">
                <a:solidFill>
                  <a:srgbClr val="007D85"/>
                </a:solidFill>
                <a:latin typeface="DejaVu Sans"/>
                <a:ea typeface="DejaVu Sans"/>
                <a:cs typeface="DejaVu Sans"/>
              </a:defRPr>
            </a:lvl3pPr>
            <a:lvl4pPr>
              <a:defRPr sz="1350" b="1">
                <a:solidFill>
                  <a:srgbClr val="007D85"/>
                </a:solidFill>
                <a:latin typeface="DejaVu Sans"/>
                <a:ea typeface="DejaVu Sans"/>
                <a:cs typeface="DejaVu Sans"/>
              </a:defRPr>
            </a:lvl4pPr>
            <a:lvl5pPr>
              <a:defRPr sz="1350" b="1">
                <a:solidFill>
                  <a:srgbClr val="007D85"/>
                </a:solidFill>
                <a:latin typeface="DejaVu Sans"/>
                <a:ea typeface="DejaVu Sans"/>
                <a:cs typeface="DejaVu Sans"/>
              </a:defRPr>
            </a:lvl5pPr>
            <a:lvl6pPr>
              <a:defRPr sz="1350" b="1">
                <a:solidFill>
                  <a:srgbClr val="007D85"/>
                </a:solidFill>
                <a:latin typeface="DejaVu Sans"/>
                <a:ea typeface="DejaVu Sans"/>
                <a:cs typeface="DejaVu Sans"/>
              </a:defRPr>
            </a:lvl6pPr>
            <a:lvl7pPr>
              <a:defRPr sz="1350" b="1">
                <a:solidFill>
                  <a:srgbClr val="007D85"/>
                </a:solidFill>
                <a:latin typeface="DejaVu Sans"/>
                <a:ea typeface="DejaVu Sans"/>
                <a:cs typeface="DejaVu Sans"/>
              </a:defRPr>
            </a:lvl7pPr>
            <a:lvl8pPr>
              <a:defRPr sz="1350" b="1">
                <a:solidFill>
                  <a:srgbClr val="007D85"/>
                </a:solidFill>
                <a:latin typeface="DejaVu Sans"/>
                <a:ea typeface="DejaVu Sans"/>
                <a:cs typeface="DejaVu Sans"/>
              </a:defRPr>
            </a:lvl8pPr>
            <a:lvl9pPr>
              <a:defRPr sz="1350" b="1">
                <a:solidFill>
                  <a:srgbClr val="007D85"/>
                </a:solidFill>
                <a:latin typeface="DejaVu Sans"/>
                <a:ea typeface="DejaVu Sans"/>
                <a:cs typeface="DejaVu Sans"/>
              </a:defRPr>
            </a:lvl9pPr>
          </a:lstStyle>
          <a:p>
            <a:pPr>
              <a:defRPr sz="1350" b="1">
                <a:solidFill>
                  <a:srgbClr val="007D85"/>
                </a:solidFill>
                <a:latin typeface="DejaVu Sans"/>
                <a:ea typeface="DejaVu Sans"/>
                <a:cs typeface="DejaVu Sans"/>
              </a:defRPr>
            </a:pPr>
            <a:r>
              <a:rPr sz="1350" b="1">
                <a:solidFill>
                  <a:srgbClr val="007D85"/>
                </a:solidFill>
                <a:latin typeface="DejaVu Sans"/>
                <a:ea typeface="DejaVu Sans"/>
                <a:cs typeface="DejaVu Sans"/>
              </a:rPr>
              <a:t>BAB 5  PENYIMPANAN LOKAL</a:t>
            </a:r>
          </a:p>
        </p:txBody>
      </p:sp>
      <p:sp>
        <p:nvSpPr>
          <p:cNvPr id="2" name="text-1">
            <a:extLst>
              <a:ext uri="{FF2B5EF4-FFF2-40B4-BE49-F238E27FC236}">
                <a16:creationId xmlns:a16="http://schemas.microsoft.com/office/drawing/2014/main" id="{8815298B-6121-4D7F-AE04-A7540C95B3B6}"/>
              </a:ext>
            </a:extLst>
          </p:cNvPr>
          <p:cNvSpPr>
            <a:spLocks noGrp="1"/>
          </p:cNvSpPr>
          <p:nvPr/>
        </p:nvSpPr>
        <p:spPr>
          <a:xfrm>
            <a:off x="609600" y="866775"/>
            <a:ext cx="10953750" cy="895350"/>
          </a:xfrm>
          <a:prstGeom prst="rect">
            <a:avLst/>
          </a:prstGeom>
          <a:noFill/>
          <a:ln w="0">
            <a:noFill/>
            <a:prstDash val="solid"/>
          </a:ln>
        </p:spPr>
        <p:txBody>
          <a:bodyPr lIns="0" tIns="0" rIns="0" bIns="0" anchor="t">
            <a:noAutofit/>
          </a:bodyPr>
          <a:lstStyle>
            <a:defPPr>
              <a:defRPr sz="3150" b="1">
                <a:solidFill>
                  <a:srgbClr val="10283F"/>
                </a:solidFill>
                <a:latin typeface="DejaVu Sans"/>
                <a:ea typeface="DejaVu Sans"/>
                <a:cs typeface="DejaVu Sans"/>
              </a:defRPr>
            </a:defPPr>
            <a:lvl1pPr>
              <a:defRPr sz="3150" b="1">
                <a:solidFill>
                  <a:srgbClr val="10283F"/>
                </a:solidFill>
                <a:latin typeface="DejaVu Sans"/>
                <a:ea typeface="DejaVu Sans"/>
                <a:cs typeface="DejaVu Sans"/>
              </a:defRPr>
            </a:lvl1pPr>
            <a:lvl2pPr>
              <a:defRPr sz="3150" b="1">
                <a:solidFill>
                  <a:srgbClr val="10283F"/>
                </a:solidFill>
                <a:latin typeface="DejaVu Sans"/>
                <a:ea typeface="DejaVu Sans"/>
                <a:cs typeface="DejaVu Sans"/>
              </a:defRPr>
            </a:lvl2pPr>
            <a:lvl3pPr>
              <a:defRPr sz="3150" b="1">
                <a:solidFill>
                  <a:srgbClr val="10283F"/>
                </a:solidFill>
                <a:latin typeface="DejaVu Sans"/>
                <a:ea typeface="DejaVu Sans"/>
                <a:cs typeface="DejaVu Sans"/>
              </a:defRPr>
            </a:lvl3pPr>
            <a:lvl4pPr>
              <a:defRPr sz="3150" b="1">
                <a:solidFill>
                  <a:srgbClr val="10283F"/>
                </a:solidFill>
                <a:latin typeface="DejaVu Sans"/>
                <a:ea typeface="DejaVu Sans"/>
                <a:cs typeface="DejaVu Sans"/>
              </a:defRPr>
            </a:lvl4pPr>
            <a:lvl5pPr>
              <a:defRPr sz="3150" b="1">
                <a:solidFill>
                  <a:srgbClr val="10283F"/>
                </a:solidFill>
                <a:latin typeface="DejaVu Sans"/>
                <a:ea typeface="DejaVu Sans"/>
                <a:cs typeface="DejaVu Sans"/>
              </a:defRPr>
            </a:lvl5pPr>
            <a:lvl6pPr>
              <a:defRPr sz="3150" b="1">
                <a:solidFill>
                  <a:srgbClr val="10283F"/>
                </a:solidFill>
                <a:latin typeface="DejaVu Sans"/>
                <a:ea typeface="DejaVu Sans"/>
                <a:cs typeface="DejaVu Sans"/>
              </a:defRPr>
            </a:lvl6pPr>
            <a:lvl7pPr>
              <a:defRPr sz="3150" b="1">
                <a:solidFill>
                  <a:srgbClr val="10283F"/>
                </a:solidFill>
                <a:latin typeface="DejaVu Sans"/>
                <a:ea typeface="DejaVu Sans"/>
                <a:cs typeface="DejaVu Sans"/>
              </a:defRPr>
            </a:lvl7pPr>
            <a:lvl8pPr>
              <a:defRPr sz="3150" b="1">
                <a:solidFill>
                  <a:srgbClr val="10283F"/>
                </a:solidFill>
                <a:latin typeface="DejaVu Sans"/>
                <a:ea typeface="DejaVu Sans"/>
                <a:cs typeface="DejaVu Sans"/>
              </a:defRPr>
            </a:lvl8pPr>
            <a:lvl9pPr>
              <a:defRPr sz="3150" b="1">
                <a:solidFill>
                  <a:srgbClr val="10283F"/>
                </a:solidFill>
                <a:latin typeface="DejaVu Sans"/>
                <a:ea typeface="DejaVu Sans"/>
                <a:cs typeface="DejaVu Sans"/>
              </a:defRPr>
            </a:lvl9pPr>
          </a:lstStyle>
          <a:p>
            <a:pPr>
              <a:defRPr sz="3150" b="1">
                <a:solidFill>
                  <a:srgbClr val="10283F"/>
                </a:solidFill>
                <a:latin typeface="DejaVu Sans"/>
                <a:ea typeface="DejaVu Sans"/>
                <a:cs typeface="DejaVu Sans"/>
              </a:defRPr>
            </a:pPr>
            <a:r>
              <a:rPr sz="3150" b="1">
                <a:solidFill>
                  <a:srgbClr val="10283F"/>
                </a:solidFill>
                <a:latin typeface="DejaVu Sans"/>
                <a:ea typeface="DejaVu Sans"/>
                <a:cs typeface="DejaVu Sans"/>
              </a:rPr>
              <a:t>SharedPreferences dan state Activity</a:t>
            </a:r>
          </a:p>
        </p:txBody>
      </p:sp>
      <p:sp>
        <p:nvSpPr>
          <p:cNvPr id="3" name="text-2">
            <a:extLst>
              <a:ext uri="{FF2B5EF4-FFF2-40B4-BE49-F238E27FC236}">
                <a16:creationId xmlns:a16="http://schemas.microsoft.com/office/drawing/2014/main" id="{160F13AB-0FDE-441D-BAA4-DF83BF521757}"/>
              </a:ext>
            </a:extLst>
          </p:cNvPr>
          <p:cNvSpPr>
            <a:spLocks noGrp="1"/>
          </p:cNvSpPr>
          <p:nvPr/>
        </p:nvSpPr>
        <p:spPr>
          <a:xfrm>
            <a:off x="609600" y="6410325"/>
            <a:ext cx="10096500" cy="238125"/>
          </a:xfrm>
          <a:prstGeom prst="rect">
            <a:avLst/>
          </a:prstGeom>
          <a:noFill/>
          <a:ln w="0">
            <a:noFill/>
            <a:prstDash val="solid"/>
          </a:ln>
        </p:spPr>
        <p:txBody>
          <a:bodyPr lIns="0" tIns="0" rIns="0" bIns="0" anchor="t">
            <a:noAutofit/>
          </a:bodyPr>
          <a:lstStyle>
            <a:defPPr>
              <a:defRPr sz="1050" b="0">
                <a:solidFill>
                  <a:srgbClr val="506778"/>
                </a:solidFill>
                <a:latin typeface="DejaVu Sans"/>
                <a:ea typeface="DejaVu Sans"/>
                <a:cs typeface="DejaVu Sans"/>
              </a:defRPr>
            </a:defPPr>
            <a:lvl1pPr>
              <a:defRPr sz="1050" b="0">
                <a:solidFill>
                  <a:srgbClr val="506778"/>
                </a:solidFill>
                <a:latin typeface="DejaVu Sans"/>
                <a:ea typeface="DejaVu Sans"/>
                <a:cs typeface="DejaVu Sans"/>
              </a:defRPr>
            </a:lvl1pPr>
            <a:lvl2pPr>
              <a:defRPr sz="1050" b="0">
                <a:solidFill>
                  <a:srgbClr val="506778"/>
                </a:solidFill>
                <a:latin typeface="DejaVu Sans"/>
                <a:ea typeface="DejaVu Sans"/>
                <a:cs typeface="DejaVu Sans"/>
              </a:defRPr>
            </a:lvl2pPr>
            <a:lvl3pPr>
              <a:defRPr sz="1050" b="0">
                <a:solidFill>
                  <a:srgbClr val="506778"/>
                </a:solidFill>
                <a:latin typeface="DejaVu Sans"/>
                <a:ea typeface="DejaVu Sans"/>
                <a:cs typeface="DejaVu Sans"/>
              </a:defRPr>
            </a:lvl3pPr>
            <a:lvl4pPr>
              <a:defRPr sz="1050" b="0">
                <a:solidFill>
                  <a:srgbClr val="506778"/>
                </a:solidFill>
                <a:latin typeface="DejaVu Sans"/>
                <a:ea typeface="DejaVu Sans"/>
                <a:cs typeface="DejaVu Sans"/>
              </a:defRPr>
            </a:lvl4pPr>
            <a:lvl5pPr>
              <a:defRPr sz="1050" b="0">
                <a:solidFill>
                  <a:srgbClr val="506778"/>
                </a:solidFill>
                <a:latin typeface="DejaVu Sans"/>
                <a:ea typeface="DejaVu Sans"/>
                <a:cs typeface="DejaVu Sans"/>
              </a:defRPr>
            </a:lvl5pPr>
            <a:lvl6pPr>
              <a:defRPr sz="1050" b="0">
                <a:solidFill>
                  <a:srgbClr val="506778"/>
                </a:solidFill>
                <a:latin typeface="DejaVu Sans"/>
                <a:ea typeface="DejaVu Sans"/>
                <a:cs typeface="DejaVu Sans"/>
              </a:defRPr>
            </a:lvl6pPr>
            <a:lvl7pPr>
              <a:defRPr sz="1050" b="0">
                <a:solidFill>
                  <a:srgbClr val="506778"/>
                </a:solidFill>
                <a:latin typeface="DejaVu Sans"/>
                <a:ea typeface="DejaVu Sans"/>
                <a:cs typeface="DejaVu Sans"/>
              </a:defRPr>
            </a:lvl7pPr>
            <a:lvl8pPr>
              <a:defRPr sz="1050" b="0">
                <a:solidFill>
                  <a:srgbClr val="506778"/>
                </a:solidFill>
                <a:latin typeface="DejaVu Sans"/>
                <a:ea typeface="DejaVu Sans"/>
                <a:cs typeface="DejaVu Sans"/>
              </a:defRPr>
            </a:lvl8pPr>
            <a:lvl9pPr>
              <a:defRPr sz="1050" b="0">
                <a:solidFill>
                  <a:srgbClr val="506778"/>
                </a:solidFill>
                <a:latin typeface="DejaVu Sans"/>
                <a:ea typeface="DejaVu Sans"/>
                <a:cs typeface="DejaVu Sans"/>
              </a:defRPr>
            </a:lvl9pPr>
          </a:lstStyle>
          <a:p>
            <a:pPr>
              <a:defRPr sz="1050" b="0">
                <a:solidFill>
                  <a:srgbClr val="506778"/>
                </a:solidFill>
                <a:latin typeface="DejaVu Sans"/>
                <a:ea typeface="DejaVu Sans"/>
                <a:cs typeface="DejaVu Sans"/>
              </a:defRPr>
            </a:pPr>
            <a:r>
              <a:rPr sz="1050" b="0">
                <a:solidFill>
                  <a:srgbClr val="506778"/>
                </a:solidFill>
                <a:latin typeface="DejaVu Sans"/>
                <a:ea typeface="DejaVu Sans"/>
                <a:cs typeface="DejaVu Sans"/>
              </a:rPr>
              <a:t>Sumber: E-book Bab 5 (PDF hlm. 6–9)</a:t>
            </a:r>
          </a:p>
        </p:txBody>
      </p:sp>
      <p:sp>
        <p:nvSpPr>
          <p:cNvPr id="4" name="text-3">
            <a:extLst>
              <a:ext uri="{FF2B5EF4-FFF2-40B4-BE49-F238E27FC236}">
                <a16:creationId xmlns:a16="http://schemas.microsoft.com/office/drawing/2014/main" id="{598D42FE-223E-4F62-8A1C-0DDCC574B031}"/>
              </a:ext>
            </a:extLst>
          </p:cNvPr>
          <p:cNvSpPr>
            <a:spLocks noGrp="1"/>
          </p:cNvSpPr>
          <p:nvPr/>
        </p:nvSpPr>
        <p:spPr>
          <a:xfrm>
            <a:off x="11106150" y="6372225"/>
            <a:ext cx="476250" cy="285750"/>
          </a:xfrm>
          <a:prstGeom prst="rect">
            <a:avLst/>
          </a:prstGeom>
          <a:noFill/>
          <a:ln w="0">
            <a:noFill/>
            <a:prstDash val="solid"/>
          </a:ln>
        </p:spPr>
        <p:txBody>
          <a:bodyPr lIns="0" tIns="0" rIns="0" bIns="0" anchor="t">
            <a:noAutofit/>
          </a:bodyPr>
          <a:lstStyle>
            <a:defPPr>
              <a:defRPr sz="1425" b="1">
                <a:solidFill>
                  <a:srgbClr val="007D85"/>
                </a:solidFill>
                <a:latin typeface="DejaVu Sans"/>
                <a:ea typeface="DejaVu Sans"/>
                <a:cs typeface="DejaVu Sans"/>
              </a:defRPr>
            </a:defPPr>
            <a:lvl1pPr>
              <a:defRPr sz="1425" b="1">
                <a:solidFill>
                  <a:srgbClr val="007D85"/>
                </a:solidFill>
                <a:latin typeface="DejaVu Sans"/>
                <a:ea typeface="DejaVu Sans"/>
                <a:cs typeface="DejaVu Sans"/>
              </a:defRPr>
            </a:lvl1pPr>
            <a:lvl2pPr>
              <a:defRPr sz="1425" b="1">
                <a:solidFill>
                  <a:srgbClr val="007D85"/>
                </a:solidFill>
                <a:latin typeface="DejaVu Sans"/>
                <a:ea typeface="DejaVu Sans"/>
                <a:cs typeface="DejaVu Sans"/>
              </a:defRPr>
            </a:lvl2pPr>
            <a:lvl3pPr>
              <a:defRPr sz="1425" b="1">
                <a:solidFill>
                  <a:srgbClr val="007D85"/>
                </a:solidFill>
                <a:latin typeface="DejaVu Sans"/>
                <a:ea typeface="DejaVu Sans"/>
                <a:cs typeface="DejaVu Sans"/>
              </a:defRPr>
            </a:lvl3pPr>
            <a:lvl4pPr>
              <a:defRPr sz="1425" b="1">
                <a:solidFill>
                  <a:srgbClr val="007D85"/>
                </a:solidFill>
                <a:latin typeface="DejaVu Sans"/>
                <a:ea typeface="DejaVu Sans"/>
                <a:cs typeface="DejaVu Sans"/>
              </a:defRPr>
            </a:lvl4pPr>
            <a:lvl5pPr>
              <a:defRPr sz="1425" b="1">
                <a:solidFill>
                  <a:srgbClr val="007D85"/>
                </a:solidFill>
                <a:latin typeface="DejaVu Sans"/>
                <a:ea typeface="DejaVu Sans"/>
                <a:cs typeface="DejaVu Sans"/>
              </a:defRPr>
            </a:lvl5pPr>
            <a:lvl6pPr>
              <a:defRPr sz="1425" b="1">
                <a:solidFill>
                  <a:srgbClr val="007D85"/>
                </a:solidFill>
                <a:latin typeface="DejaVu Sans"/>
                <a:ea typeface="DejaVu Sans"/>
                <a:cs typeface="DejaVu Sans"/>
              </a:defRPr>
            </a:lvl6pPr>
            <a:lvl7pPr>
              <a:defRPr sz="1425" b="1">
                <a:solidFill>
                  <a:srgbClr val="007D85"/>
                </a:solidFill>
                <a:latin typeface="DejaVu Sans"/>
                <a:ea typeface="DejaVu Sans"/>
                <a:cs typeface="DejaVu Sans"/>
              </a:defRPr>
            </a:lvl7pPr>
            <a:lvl8pPr>
              <a:defRPr sz="1425" b="1">
                <a:solidFill>
                  <a:srgbClr val="007D85"/>
                </a:solidFill>
                <a:latin typeface="DejaVu Sans"/>
                <a:ea typeface="DejaVu Sans"/>
                <a:cs typeface="DejaVu Sans"/>
              </a:defRPr>
            </a:lvl8pPr>
            <a:lvl9pPr>
              <a:defRPr sz="1425" b="1">
                <a:solidFill>
                  <a:srgbClr val="007D85"/>
                </a:solidFill>
                <a:latin typeface="DejaVu Sans"/>
                <a:ea typeface="DejaVu Sans"/>
                <a:cs typeface="DejaVu Sans"/>
              </a:defRPr>
            </a:lvl9pPr>
          </a:lstStyle>
          <a:p>
            <a:pPr>
              <a:defRPr sz="1425" b="1">
                <a:solidFill>
                  <a:srgbClr val="007D85"/>
                </a:solidFill>
                <a:latin typeface="DejaVu Sans"/>
                <a:ea typeface="DejaVu Sans"/>
                <a:cs typeface="DejaVu Sans"/>
              </a:defRPr>
            </a:pPr>
            <a:r>
              <a:rPr sz="1425" b="1">
                <a:solidFill>
                  <a:srgbClr val="007D85"/>
                </a:solidFill>
                <a:latin typeface="DejaVu Sans"/>
                <a:ea typeface="DejaVu Sans"/>
                <a:cs typeface="DejaVu Sans"/>
              </a:rPr>
              <a:t>29</a:t>
            </a:r>
          </a:p>
        </p:txBody>
      </p:sp>
      <p:graphicFrame>
        <p:nvGraphicFramePr>
          <p:cNvPr id="5" name="Table 4">
            <a:extLst>
              <a:ext uri="{FF2B5EF4-FFF2-40B4-BE49-F238E27FC236}">
                <a16:creationId xmlns:a16="http://schemas.microsoft.com/office/drawing/2014/main" id="{B9C28B12-0A87-45F5-B5FF-416A9934CD7C}"/>
              </a:ext>
            </a:extLst>
          </p:cNvPr>
          <p:cNvGraphicFramePr/>
          <p:nvPr/>
        </p:nvGraphicFramePr>
        <p:xfrm>
          <a:off x="609600" y="1924050"/>
          <a:ext cx="10972800" cy="3095625"/>
        </p:xfrm>
        <a:graphic>
          <a:graphicData uri="http://schemas.openxmlformats.org/drawingml/2006/table">
            <a:tbl>
              <a:tblPr/>
              <a:tblGrid>
                <a:gridCol w="2190750">
                  <a:extLst>
                    <a:ext uri="{9D8B030D-6E8A-4147-A177-3AD203B41FA5}">
                      <a16:colId xmlns:a16="http://schemas.microsoft.com/office/drawing/2014/main" val="20000"/>
                    </a:ext>
                  </a:extLst>
                </a:gridCol>
                <a:gridCol w="4391025">
                  <a:extLst>
                    <a:ext uri="{9D8B030D-6E8A-4147-A177-3AD203B41FA5}">
                      <a16:colId xmlns:a16="http://schemas.microsoft.com/office/drawing/2014/main" val="20001"/>
                    </a:ext>
                  </a:extLst>
                </a:gridCol>
                <a:gridCol w="4391025">
                  <a:extLst>
                    <a:ext uri="{9D8B030D-6E8A-4147-A177-3AD203B41FA5}">
                      <a16:colId xmlns:a16="http://schemas.microsoft.com/office/drawing/2014/main" val="20002"/>
                    </a:ext>
                  </a:extLst>
                </a:gridCol>
              </a:tblGrid>
              <a:tr h="619125">
                <a:tc>
                  <a:txBody>
                    <a:bodyPr/>
                    <a:lstStyle/>
                    <a:p>
                      <a:r>
                        <a:rPr sz="1800" b="1">
                          <a:solidFill>
                            <a:srgbClr val="FFFFFF"/>
                          </a:solidFill>
                          <a:latin typeface="DejaVu Sans"/>
                          <a:ea typeface="DejaVu Sans"/>
                          <a:cs typeface="DejaVu Sans"/>
                        </a:rPr>
                        <a:t>Aspek</a:t>
                      </a:r>
                    </a:p>
                  </a:txBody>
                  <a:tcPr>
                    <a:lnL w="9525">
                      <a:solidFill>
                        <a:srgbClr val="D9E3E8"/>
                      </a:solidFill>
                      <a:prstDash val="solid"/>
                    </a:lnL>
                    <a:lnR w="9525">
                      <a:solidFill>
                        <a:srgbClr val="D9E3E8"/>
                      </a:solidFill>
                      <a:prstDash val="solid"/>
                    </a:lnR>
                    <a:lnT w="9525">
                      <a:solidFill>
                        <a:srgbClr val="D9E3E8"/>
                      </a:solidFill>
                      <a:prstDash val="solid"/>
                    </a:lnT>
                    <a:lnB w="9525">
                      <a:solidFill>
                        <a:srgbClr val="D9E3E8"/>
                      </a:solidFill>
                      <a:prstDash val="solid"/>
                    </a:lnB>
                    <a:solidFill>
                      <a:srgbClr val="10283F"/>
                    </a:solidFill>
                  </a:tcPr>
                </a:tc>
                <a:tc>
                  <a:txBody>
                    <a:bodyPr/>
                    <a:lstStyle/>
                    <a:p>
                      <a:r>
                        <a:rPr sz="1800" b="1">
                          <a:solidFill>
                            <a:srgbClr val="FFFFFF"/>
                          </a:solidFill>
                          <a:latin typeface="DejaVu Sans"/>
                          <a:ea typeface="DejaVu Sans"/>
                          <a:cs typeface="DejaVu Sans"/>
                        </a:rPr>
                        <a:t>SharedPreferences</a:t>
                      </a:r>
                    </a:p>
                  </a:txBody>
                  <a:tcPr>
                    <a:lnL w="9525" cap="flat" cmpd="sng" algn="ctr">
                      <a:solidFill>
                        <a:srgbClr val="D9E3E8"/>
                      </a:solidFill>
                      <a:prstDash val="solid"/>
                      <a:round/>
                      <a:headEnd type="none" w="med" len="med"/>
                      <a:tailEnd type="none" w="med" len="med"/>
                    </a:lnL>
                    <a:lnR w="9525">
                      <a:solidFill>
                        <a:srgbClr val="D9E3E8"/>
                      </a:solidFill>
                      <a:prstDash val="solid"/>
                    </a:lnR>
                    <a:lnT w="9525">
                      <a:solidFill>
                        <a:srgbClr val="D9E3E8"/>
                      </a:solidFill>
                      <a:prstDash val="solid"/>
                    </a:lnT>
                    <a:lnB w="9525">
                      <a:solidFill>
                        <a:srgbClr val="D9E3E8"/>
                      </a:solidFill>
                      <a:prstDash val="solid"/>
                    </a:lnB>
                    <a:solidFill>
                      <a:srgbClr val="10283F"/>
                    </a:solidFill>
                  </a:tcPr>
                </a:tc>
                <a:tc>
                  <a:txBody>
                    <a:bodyPr/>
                    <a:lstStyle/>
                    <a:p>
                      <a:r>
                        <a:rPr sz="1800" b="1">
                          <a:solidFill>
                            <a:srgbClr val="FFFFFF"/>
                          </a:solidFill>
                          <a:latin typeface="DejaVu Sans"/>
                          <a:ea typeface="DejaVu Sans"/>
                          <a:cs typeface="DejaVu Sans"/>
                        </a:rPr>
                        <a:t>Saved instance state</a:t>
                      </a:r>
                    </a:p>
                  </a:txBody>
                  <a:tcPr>
                    <a:lnL w="9525" cap="flat" cmpd="sng" algn="ctr">
                      <a:solidFill>
                        <a:srgbClr val="D9E3E8"/>
                      </a:solidFill>
                      <a:prstDash val="solid"/>
                      <a:round/>
                      <a:headEnd type="none" w="med" len="med"/>
                      <a:tailEnd type="none" w="med" len="med"/>
                    </a:lnL>
                    <a:lnR w="9525">
                      <a:solidFill>
                        <a:srgbClr val="D9E3E8"/>
                      </a:solidFill>
                      <a:prstDash val="solid"/>
                    </a:lnR>
                    <a:lnT w="9525">
                      <a:solidFill>
                        <a:srgbClr val="D9E3E8"/>
                      </a:solidFill>
                      <a:prstDash val="solid"/>
                    </a:lnT>
                    <a:lnB w="9525">
                      <a:solidFill>
                        <a:srgbClr val="D9E3E8"/>
                      </a:solidFill>
                      <a:prstDash val="solid"/>
                    </a:lnB>
                    <a:solidFill>
                      <a:srgbClr val="10283F"/>
                    </a:solidFill>
                  </a:tcPr>
                </a:tc>
                <a:extLst>
                  <a:ext uri="{0D108BD9-81ED-4DB2-BD59-A6C34878D82A}">
                    <a16:rowId xmlns:a16="http://schemas.microsoft.com/office/drawing/2014/main" val="10000"/>
                  </a:ext>
                </a:extLst>
              </a:tr>
              <a:tr h="619125">
                <a:tc>
                  <a:txBody>
                    <a:bodyPr/>
                    <a:lstStyle/>
                    <a:p>
                      <a:r>
                        <a:rPr sz="1725" b="0">
                          <a:solidFill>
                            <a:srgbClr val="183349"/>
                          </a:solidFill>
                          <a:latin typeface="DejaVu Sans"/>
                          <a:ea typeface="DejaVu Sans"/>
                          <a:cs typeface="DejaVu Sans"/>
                        </a:rPr>
                        <a:t>Tujuan</a:t>
                      </a:r>
                    </a:p>
                  </a:txBody>
                  <a:tcPr>
                    <a:lnL w="9525">
                      <a:solidFill>
                        <a:srgbClr val="D9E3E8"/>
                      </a:solidFill>
                      <a:prstDash val="soli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FFFFFF"/>
                    </a:solidFill>
                  </a:tcPr>
                </a:tc>
                <a:tc>
                  <a:txBody>
                    <a:bodyPr/>
                    <a:lstStyle/>
                    <a:p>
                      <a:r>
                        <a:rPr sz="1725" b="0">
                          <a:solidFill>
                            <a:srgbClr val="183349"/>
                          </a:solidFill>
                          <a:latin typeface="DejaVu Sans"/>
                          <a:ea typeface="DejaVu Sans"/>
                          <a:cs typeface="DejaVu Sans"/>
                        </a:rPr>
                        <a:t>Menyimpan preferensi lintas sesi.</a:t>
                      </a:r>
                    </a:p>
                  </a:txBody>
                  <a:tcPr>
                    <a:lnL w="9525" cap="flat" cmpd="sng" algn="ctr">
                      <a:solidFill>
                        <a:srgbClr val="D9E3E8"/>
                      </a:solidFill>
                      <a:prstDash val="solid"/>
                      <a:round/>
                      <a:headEnd type="none" w="med" len="med"/>
                      <a:tailEnd type="none" w="med" len="me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FFFFFF"/>
                    </a:solidFill>
                  </a:tcPr>
                </a:tc>
                <a:tc>
                  <a:txBody>
                    <a:bodyPr/>
                    <a:lstStyle/>
                    <a:p>
                      <a:r>
                        <a:rPr sz="1725" b="0">
                          <a:solidFill>
                            <a:srgbClr val="183349"/>
                          </a:solidFill>
                          <a:latin typeface="DejaVu Sans"/>
                          <a:ea typeface="DejaVu Sans"/>
                          <a:cs typeface="DejaVu Sans"/>
                        </a:rPr>
                        <a:t>Memulihkan keadaan antarmuka.</a:t>
                      </a:r>
                    </a:p>
                  </a:txBody>
                  <a:tcPr>
                    <a:lnL w="9525" cap="flat" cmpd="sng" algn="ctr">
                      <a:solidFill>
                        <a:srgbClr val="D9E3E8"/>
                      </a:solidFill>
                      <a:prstDash val="solid"/>
                      <a:round/>
                      <a:headEnd type="none" w="med" len="med"/>
                      <a:tailEnd type="none" w="med" len="me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FFFFFF"/>
                    </a:solidFill>
                  </a:tcPr>
                </a:tc>
                <a:extLst>
                  <a:ext uri="{0D108BD9-81ED-4DB2-BD59-A6C34878D82A}">
                    <a16:rowId xmlns:a16="http://schemas.microsoft.com/office/drawing/2014/main" val="10001"/>
                  </a:ext>
                </a:extLst>
              </a:tr>
              <a:tr h="619125">
                <a:tc>
                  <a:txBody>
                    <a:bodyPr/>
                    <a:lstStyle/>
                    <a:p>
                      <a:r>
                        <a:rPr sz="1725" b="0">
                          <a:solidFill>
                            <a:srgbClr val="183349"/>
                          </a:solidFill>
                          <a:latin typeface="DejaVu Sans"/>
                          <a:ea typeface="DejaVu Sans"/>
                          <a:cs typeface="DejaVu Sans"/>
                        </a:rPr>
                        <a:t>Contoh</a:t>
                      </a:r>
                    </a:p>
                  </a:txBody>
                  <a:tcPr>
                    <a:lnL w="9525">
                      <a:solidFill>
                        <a:srgbClr val="D9E3E8"/>
                      </a:solidFill>
                      <a:prstDash val="soli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EAF1F4"/>
                    </a:solidFill>
                  </a:tcPr>
                </a:tc>
                <a:tc>
                  <a:txBody>
                    <a:bodyPr/>
                    <a:lstStyle/>
                    <a:p>
                      <a:r>
                        <a:rPr sz="1725" b="0">
                          <a:solidFill>
                            <a:srgbClr val="183349"/>
                          </a:solidFill>
                          <a:latin typeface="DejaVu Sans"/>
                          <a:ea typeface="DejaVu Sans"/>
                          <a:cs typeface="DejaVu Sans"/>
                        </a:rPr>
                        <a:t>Pilihan pengguna atau skor.</a:t>
                      </a:r>
                    </a:p>
                  </a:txBody>
                  <a:tcPr>
                    <a:lnL w="9525" cap="flat" cmpd="sng" algn="ctr">
                      <a:solidFill>
                        <a:srgbClr val="D9E3E8"/>
                      </a:solidFill>
                      <a:prstDash val="solid"/>
                      <a:round/>
                      <a:headEnd type="none" w="med" len="med"/>
                      <a:tailEnd type="none" w="med" len="me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EAF1F4"/>
                    </a:solidFill>
                  </a:tcPr>
                </a:tc>
                <a:tc>
                  <a:txBody>
                    <a:bodyPr/>
                    <a:lstStyle/>
                    <a:p>
                      <a:r>
                        <a:rPr sz="1725" b="0">
                          <a:solidFill>
                            <a:srgbClr val="183349"/>
                          </a:solidFill>
                          <a:latin typeface="DejaVu Sans"/>
                          <a:ea typeface="DejaVu Sans"/>
                          <a:cs typeface="DejaVu Sans"/>
                        </a:rPr>
                        <a:t>Tab aktif atau state saat rotasi.</a:t>
                      </a:r>
                    </a:p>
                  </a:txBody>
                  <a:tcPr>
                    <a:lnL w="9525" cap="flat" cmpd="sng" algn="ctr">
                      <a:solidFill>
                        <a:srgbClr val="D9E3E8"/>
                      </a:solidFill>
                      <a:prstDash val="solid"/>
                      <a:round/>
                      <a:headEnd type="none" w="med" len="med"/>
                      <a:tailEnd type="none" w="med" len="me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EAF1F4"/>
                    </a:solidFill>
                  </a:tcPr>
                </a:tc>
                <a:extLst>
                  <a:ext uri="{0D108BD9-81ED-4DB2-BD59-A6C34878D82A}">
                    <a16:rowId xmlns:a16="http://schemas.microsoft.com/office/drawing/2014/main" val="10002"/>
                  </a:ext>
                </a:extLst>
              </a:tr>
              <a:tr h="619125">
                <a:tc>
                  <a:txBody>
                    <a:bodyPr/>
                    <a:lstStyle/>
                    <a:p>
                      <a:r>
                        <a:rPr sz="1725" b="0">
                          <a:solidFill>
                            <a:srgbClr val="183349"/>
                          </a:solidFill>
                          <a:latin typeface="DejaVu Sans"/>
                          <a:ea typeface="DejaVu Sans"/>
                          <a:cs typeface="DejaVu Sans"/>
                        </a:rPr>
                        <a:t>Bentuk</a:t>
                      </a:r>
                    </a:p>
                  </a:txBody>
                  <a:tcPr>
                    <a:lnL w="9525">
                      <a:solidFill>
                        <a:srgbClr val="D9E3E8"/>
                      </a:solidFill>
                      <a:prstDash val="soli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FFFFFF"/>
                    </a:solidFill>
                  </a:tcPr>
                </a:tc>
                <a:tc>
                  <a:txBody>
                    <a:bodyPr/>
                    <a:lstStyle/>
                    <a:p>
                      <a:r>
                        <a:rPr sz="1725" b="0">
                          <a:solidFill>
                            <a:srgbClr val="183349"/>
                          </a:solidFill>
                          <a:latin typeface="DejaVu Sans"/>
                          <a:ea typeface="DejaVu Sans"/>
                          <a:cs typeface="DejaVu Sans"/>
                        </a:rPr>
                        <a:t>Pasangan key-value sederhana.</a:t>
                      </a:r>
                    </a:p>
                  </a:txBody>
                  <a:tcPr>
                    <a:lnL w="9525" cap="flat" cmpd="sng" algn="ctr">
                      <a:solidFill>
                        <a:srgbClr val="D9E3E8"/>
                      </a:solidFill>
                      <a:prstDash val="solid"/>
                      <a:round/>
                      <a:headEnd type="none" w="med" len="med"/>
                      <a:tailEnd type="none" w="med" len="me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FFFFFF"/>
                    </a:solidFill>
                  </a:tcPr>
                </a:tc>
                <a:tc>
                  <a:txBody>
                    <a:bodyPr/>
                    <a:lstStyle/>
                    <a:p>
                      <a:r>
                        <a:rPr sz="1725" b="0">
                          <a:solidFill>
                            <a:srgbClr val="183349"/>
                          </a:solidFill>
                          <a:latin typeface="DejaVu Sans"/>
                          <a:ea typeface="DejaVu Sans"/>
                          <a:cs typeface="DejaVu Sans"/>
                        </a:rPr>
                        <a:t>Data state dalam Bundle.</a:t>
                      </a:r>
                    </a:p>
                  </a:txBody>
                  <a:tcPr>
                    <a:lnL w="9525" cap="flat" cmpd="sng" algn="ctr">
                      <a:solidFill>
                        <a:srgbClr val="D9E3E8"/>
                      </a:solidFill>
                      <a:prstDash val="solid"/>
                      <a:round/>
                      <a:headEnd type="none" w="med" len="med"/>
                      <a:tailEnd type="none" w="med" len="me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FFFFFF"/>
                    </a:solidFill>
                  </a:tcPr>
                </a:tc>
                <a:extLst>
                  <a:ext uri="{0D108BD9-81ED-4DB2-BD59-A6C34878D82A}">
                    <a16:rowId xmlns:a16="http://schemas.microsoft.com/office/drawing/2014/main" val="10003"/>
                  </a:ext>
                </a:extLst>
              </a:tr>
              <a:tr h="619125">
                <a:tc>
                  <a:txBody>
                    <a:bodyPr/>
                    <a:lstStyle/>
                    <a:p>
                      <a:r>
                        <a:rPr sz="1725" b="0">
                          <a:solidFill>
                            <a:srgbClr val="183349"/>
                          </a:solidFill>
                          <a:latin typeface="DejaVu Sans"/>
                          <a:ea typeface="DejaVu Sans"/>
                          <a:cs typeface="DejaVu Sans"/>
                        </a:rPr>
                        <a:t>Peran</a:t>
                      </a:r>
                    </a:p>
                  </a:txBody>
                  <a:tcPr>
                    <a:lnL w="9525">
                      <a:solidFill>
                        <a:srgbClr val="D9E3E8"/>
                      </a:solidFill>
                      <a:prstDash val="soli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EAF1F4"/>
                    </a:solidFill>
                  </a:tcPr>
                </a:tc>
                <a:tc>
                  <a:txBody>
                    <a:bodyPr/>
                    <a:lstStyle/>
                    <a:p>
                      <a:r>
                        <a:rPr sz="1725" b="0">
                          <a:solidFill>
                            <a:srgbClr val="183349"/>
                          </a:solidFill>
                          <a:latin typeface="DejaVu Sans"/>
                          <a:ea typeface="DejaVu Sans"/>
                          <a:cs typeface="DejaVu Sans"/>
                        </a:rPr>
                        <a:t>Persistensi data sederhana.</a:t>
                      </a:r>
                    </a:p>
                  </a:txBody>
                  <a:tcPr>
                    <a:lnL w="9525" cap="flat" cmpd="sng" algn="ctr">
                      <a:solidFill>
                        <a:srgbClr val="D9E3E8"/>
                      </a:solidFill>
                      <a:prstDash val="solid"/>
                      <a:round/>
                      <a:headEnd type="none" w="med" len="med"/>
                      <a:tailEnd type="none" w="med" len="me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EAF1F4"/>
                    </a:solidFill>
                  </a:tcPr>
                </a:tc>
                <a:tc>
                  <a:txBody>
                    <a:bodyPr/>
                    <a:lstStyle/>
                    <a:p>
                      <a:r>
                        <a:rPr sz="1725" b="0">
                          <a:solidFill>
                            <a:srgbClr val="183349"/>
                          </a:solidFill>
                          <a:latin typeface="DejaVu Sans"/>
                          <a:ea typeface="DejaVu Sans"/>
                          <a:cs typeface="DejaVu Sans"/>
                        </a:rPr>
                        <a:t>Pemulihan instance Activity.</a:t>
                      </a:r>
                    </a:p>
                  </a:txBody>
                  <a:tcPr>
                    <a:lnL w="9525" cap="flat" cmpd="sng" algn="ctr">
                      <a:solidFill>
                        <a:srgbClr val="D9E3E8"/>
                      </a:solidFill>
                      <a:prstDash val="solid"/>
                      <a:round/>
                      <a:headEnd type="none" w="med" len="med"/>
                      <a:tailEnd type="none" w="med" len="me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EAF1F4"/>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8612868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6F9FA"/>
        </a:solidFill>
        <a:effectLst/>
      </p:bgPr>
    </p:bg>
    <p:spTree>
      <p:nvGrpSpPr>
        <p:cNvPr id="1" name=""/>
        <p:cNvGrpSpPr/>
        <p:nvPr/>
      </p:nvGrpSpPr>
      <p:grpSpPr>
        <a:xfrm>
          <a:off x="0" y="0"/>
          <a:ext cx="0" cy="0"/>
          <a:chOff x="0" y="0"/>
          <a:chExt cx="0" cy="0"/>
        </a:xfrm>
      </p:grpSpPr>
      <p:sp>
        <p:nvSpPr>
          <p:cNvPr id="12" name="text-0">
            <a:extLst>
              <a:ext uri="{FF2B5EF4-FFF2-40B4-BE49-F238E27FC236}">
                <a16:creationId xmlns:a16="http://schemas.microsoft.com/office/drawing/2014/main" id="{57914D5F-781F-4612-B0D4-F8BA247DC0AB}"/>
              </a:ext>
            </a:extLst>
          </p:cNvPr>
          <p:cNvSpPr>
            <a:spLocks noGrp="1"/>
          </p:cNvSpPr>
          <p:nvPr/>
        </p:nvSpPr>
        <p:spPr>
          <a:xfrm>
            <a:off x="609600" y="381000"/>
            <a:ext cx="10953750" cy="266700"/>
          </a:xfrm>
          <a:prstGeom prst="rect">
            <a:avLst/>
          </a:prstGeom>
          <a:noFill/>
          <a:ln w="0">
            <a:noFill/>
            <a:prstDash val="solid"/>
          </a:ln>
        </p:spPr>
        <p:txBody>
          <a:bodyPr lIns="0" tIns="0" rIns="0" bIns="0" anchor="t">
            <a:noAutofit/>
          </a:bodyPr>
          <a:lstStyle>
            <a:defPPr>
              <a:defRPr sz="1350" b="1">
                <a:solidFill>
                  <a:srgbClr val="007D85"/>
                </a:solidFill>
                <a:latin typeface="DejaVu Sans"/>
                <a:ea typeface="DejaVu Sans"/>
                <a:cs typeface="DejaVu Sans"/>
              </a:defRPr>
            </a:defPPr>
            <a:lvl1pPr>
              <a:defRPr sz="1350" b="1">
                <a:solidFill>
                  <a:srgbClr val="007D85"/>
                </a:solidFill>
                <a:latin typeface="DejaVu Sans"/>
                <a:ea typeface="DejaVu Sans"/>
                <a:cs typeface="DejaVu Sans"/>
              </a:defRPr>
            </a:lvl1pPr>
            <a:lvl2pPr>
              <a:defRPr sz="1350" b="1">
                <a:solidFill>
                  <a:srgbClr val="007D85"/>
                </a:solidFill>
                <a:latin typeface="DejaVu Sans"/>
                <a:ea typeface="DejaVu Sans"/>
                <a:cs typeface="DejaVu Sans"/>
              </a:defRPr>
            </a:lvl2pPr>
            <a:lvl3pPr>
              <a:defRPr sz="1350" b="1">
                <a:solidFill>
                  <a:srgbClr val="007D85"/>
                </a:solidFill>
                <a:latin typeface="DejaVu Sans"/>
                <a:ea typeface="DejaVu Sans"/>
                <a:cs typeface="DejaVu Sans"/>
              </a:defRPr>
            </a:lvl3pPr>
            <a:lvl4pPr>
              <a:defRPr sz="1350" b="1">
                <a:solidFill>
                  <a:srgbClr val="007D85"/>
                </a:solidFill>
                <a:latin typeface="DejaVu Sans"/>
                <a:ea typeface="DejaVu Sans"/>
                <a:cs typeface="DejaVu Sans"/>
              </a:defRPr>
            </a:lvl4pPr>
            <a:lvl5pPr>
              <a:defRPr sz="1350" b="1">
                <a:solidFill>
                  <a:srgbClr val="007D85"/>
                </a:solidFill>
                <a:latin typeface="DejaVu Sans"/>
                <a:ea typeface="DejaVu Sans"/>
                <a:cs typeface="DejaVu Sans"/>
              </a:defRPr>
            </a:lvl5pPr>
            <a:lvl6pPr>
              <a:defRPr sz="1350" b="1">
                <a:solidFill>
                  <a:srgbClr val="007D85"/>
                </a:solidFill>
                <a:latin typeface="DejaVu Sans"/>
                <a:ea typeface="DejaVu Sans"/>
                <a:cs typeface="DejaVu Sans"/>
              </a:defRPr>
            </a:lvl6pPr>
            <a:lvl7pPr>
              <a:defRPr sz="1350" b="1">
                <a:solidFill>
                  <a:srgbClr val="007D85"/>
                </a:solidFill>
                <a:latin typeface="DejaVu Sans"/>
                <a:ea typeface="DejaVu Sans"/>
                <a:cs typeface="DejaVu Sans"/>
              </a:defRPr>
            </a:lvl7pPr>
            <a:lvl8pPr>
              <a:defRPr sz="1350" b="1">
                <a:solidFill>
                  <a:srgbClr val="007D85"/>
                </a:solidFill>
                <a:latin typeface="DejaVu Sans"/>
                <a:ea typeface="DejaVu Sans"/>
                <a:cs typeface="DejaVu Sans"/>
              </a:defRPr>
            </a:lvl8pPr>
            <a:lvl9pPr>
              <a:defRPr sz="1350" b="1">
                <a:solidFill>
                  <a:srgbClr val="007D85"/>
                </a:solidFill>
                <a:latin typeface="DejaVu Sans"/>
                <a:ea typeface="DejaVu Sans"/>
                <a:cs typeface="DejaVu Sans"/>
              </a:defRPr>
            </a:lvl9pPr>
          </a:lstStyle>
          <a:p>
            <a:pPr>
              <a:defRPr sz="1350" b="1">
                <a:solidFill>
                  <a:srgbClr val="007D85"/>
                </a:solidFill>
                <a:latin typeface="DejaVu Sans"/>
                <a:ea typeface="DejaVu Sans"/>
                <a:cs typeface="DejaVu Sans"/>
              </a:defRPr>
            </a:pPr>
            <a:r>
              <a:rPr sz="1350" b="1">
                <a:solidFill>
                  <a:srgbClr val="007D85"/>
                </a:solidFill>
                <a:latin typeface="DejaVu Sans"/>
                <a:ea typeface="DejaVu Sans"/>
                <a:cs typeface="DejaVu Sans"/>
              </a:rPr>
              <a:t>BAB 5  PENYIMPANAN LOKAL</a:t>
            </a:r>
          </a:p>
        </p:txBody>
      </p:sp>
      <p:sp>
        <p:nvSpPr>
          <p:cNvPr id="2" name="text-1">
            <a:extLst>
              <a:ext uri="{FF2B5EF4-FFF2-40B4-BE49-F238E27FC236}">
                <a16:creationId xmlns:a16="http://schemas.microsoft.com/office/drawing/2014/main" id="{DD86826F-D81E-472D-95B4-2E3F6081F65C}"/>
              </a:ext>
            </a:extLst>
          </p:cNvPr>
          <p:cNvSpPr>
            <a:spLocks noGrp="1"/>
          </p:cNvSpPr>
          <p:nvPr/>
        </p:nvSpPr>
        <p:spPr>
          <a:xfrm>
            <a:off x="609600" y="866775"/>
            <a:ext cx="10953750" cy="895350"/>
          </a:xfrm>
          <a:prstGeom prst="rect">
            <a:avLst/>
          </a:prstGeom>
          <a:noFill/>
          <a:ln w="0">
            <a:noFill/>
            <a:prstDash val="solid"/>
          </a:ln>
        </p:spPr>
        <p:txBody>
          <a:bodyPr lIns="0" tIns="0" rIns="0" bIns="0" anchor="t">
            <a:noAutofit/>
          </a:bodyPr>
          <a:lstStyle>
            <a:defPPr>
              <a:defRPr sz="3150" b="1">
                <a:solidFill>
                  <a:srgbClr val="10283F"/>
                </a:solidFill>
                <a:latin typeface="DejaVu Sans"/>
                <a:ea typeface="DejaVu Sans"/>
                <a:cs typeface="DejaVu Sans"/>
              </a:defRPr>
            </a:defPPr>
            <a:lvl1pPr>
              <a:defRPr sz="3150" b="1">
                <a:solidFill>
                  <a:srgbClr val="10283F"/>
                </a:solidFill>
                <a:latin typeface="DejaVu Sans"/>
                <a:ea typeface="DejaVu Sans"/>
                <a:cs typeface="DejaVu Sans"/>
              </a:defRPr>
            </a:lvl1pPr>
            <a:lvl2pPr>
              <a:defRPr sz="3150" b="1">
                <a:solidFill>
                  <a:srgbClr val="10283F"/>
                </a:solidFill>
                <a:latin typeface="DejaVu Sans"/>
                <a:ea typeface="DejaVu Sans"/>
                <a:cs typeface="DejaVu Sans"/>
              </a:defRPr>
            </a:lvl2pPr>
            <a:lvl3pPr>
              <a:defRPr sz="3150" b="1">
                <a:solidFill>
                  <a:srgbClr val="10283F"/>
                </a:solidFill>
                <a:latin typeface="DejaVu Sans"/>
                <a:ea typeface="DejaVu Sans"/>
                <a:cs typeface="DejaVu Sans"/>
              </a:defRPr>
            </a:lvl3pPr>
            <a:lvl4pPr>
              <a:defRPr sz="3150" b="1">
                <a:solidFill>
                  <a:srgbClr val="10283F"/>
                </a:solidFill>
                <a:latin typeface="DejaVu Sans"/>
                <a:ea typeface="DejaVu Sans"/>
                <a:cs typeface="DejaVu Sans"/>
              </a:defRPr>
            </a:lvl4pPr>
            <a:lvl5pPr>
              <a:defRPr sz="3150" b="1">
                <a:solidFill>
                  <a:srgbClr val="10283F"/>
                </a:solidFill>
                <a:latin typeface="DejaVu Sans"/>
                <a:ea typeface="DejaVu Sans"/>
                <a:cs typeface="DejaVu Sans"/>
              </a:defRPr>
            </a:lvl5pPr>
            <a:lvl6pPr>
              <a:defRPr sz="3150" b="1">
                <a:solidFill>
                  <a:srgbClr val="10283F"/>
                </a:solidFill>
                <a:latin typeface="DejaVu Sans"/>
                <a:ea typeface="DejaVu Sans"/>
                <a:cs typeface="DejaVu Sans"/>
              </a:defRPr>
            </a:lvl6pPr>
            <a:lvl7pPr>
              <a:defRPr sz="3150" b="1">
                <a:solidFill>
                  <a:srgbClr val="10283F"/>
                </a:solidFill>
                <a:latin typeface="DejaVu Sans"/>
                <a:ea typeface="DejaVu Sans"/>
                <a:cs typeface="DejaVu Sans"/>
              </a:defRPr>
            </a:lvl7pPr>
            <a:lvl8pPr>
              <a:defRPr sz="3150" b="1">
                <a:solidFill>
                  <a:srgbClr val="10283F"/>
                </a:solidFill>
                <a:latin typeface="DejaVu Sans"/>
                <a:ea typeface="DejaVu Sans"/>
                <a:cs typeface="DejaVu Sans"/>
              </a:defRPr>
            </a:lvl8pPr>
            <a:lvl9pPr>
              <a:defRPr sz="3150" b="1">
                <a:solidFill>
                  <a:srgbClr val="10283F"/>
                </a:solidFill>
                <a:latin typeface="DejaVu Sans"/>
                <a:ea typeface="DejaVu Sans"/>
                <a:cs typeface="DejaVu Sans"/>
              </a:defRPr>
            </a:lvl9pPr>
          </a:lstStyle>
          <a:p>
            <a:pPr>
              <a:defRPr sz="3150" b="1">
                <a:solidFill>
                  <a:srgbClr val="10283F"/>
                </a:solidFill>
                <a:latin typeface="DejaVu Sans"/>
                <a:ea typeface="DejaVu Sans"/>
                <a:cs typeface="DejaVu Sans"/>
              </a:defRPr>
            </a:pPr>
            <a:r>
              <a:rPr sz="3150" b="1">
                <a:solidFill>
                  <a:srgbClr val="10283F"/>
                </a:solidFill>
                <a:latin typeface="DejaVu Sans"/>
                <a:ea typeface="DejaVu Sans"/>
                <a:cs typeface="DejaVu Sans"/>
              </a:rPr>
              <a:t>Operasi SharedPreferences</a:t>
            </a:r>
          </a:p>
        </p:txBody>
      </p:sp>
      <p:sp>
        <p:nvSpPr>
          <p:cNvPr id="3" name="text-2">
            <a:extLst>
              <a:ext uri="{FF2B5EF4-FFF2-40B4-BE49-F238E27FC236}">
                <a16:creationId xmlns:a16="http://schemas.microsoft.com/office/drawing/2014/main" id="{ECFEAE00-141B-40B9-8A77-EB6E1471222D}"/>
              </a:ext>
            </a:extLst>
          </p:cNvPr>
          <p:cNvSpPr>
            <a:spLocks noGrp="1"/>
          </p:cNvSpPr>
          <p:nvPr/>
        </p:nvSpPr>
        <p:spPr>
          <a:xfrm>
            <a:off x="609600" y="6410325"/>
            <a:ext cx="10096500" cy="238125"/>
          </a:xfrm>
          <a:prstGeom prst="rect">
            <a:avLst/>
          </a:prstGeom>
          <a:noFill/>
          <a:ln w="0">
            <a:noFill/>
            <a:prstDash val="solid"/>
          </a:ln>
        </p:spPr>
        <p:txBody>
          <a:bodyPr lIns="0" tIns="0" rIns="0" bIns="0" anchor="t">
            <a:noAutofit/>
          </a:bodyPr>
          <a:lstStyle>
            <a:defPPr>
              <a:defRPr sz="1050" b="0">
                <a:solidFill>
                  <a:srgbClr val="506778"/>
                </a:solidFill>
                <a:latin typeface="DejaVu Sans"/>
                <a:ea typeface="DejaVu Sans"/>
                <a:cs typeface="DejaVu Sans"/>
              </a:defRPr>
            </a:defPPr>
            <a:lvl1pPr>
              <a:defRPr sz="1050" b="0">
                <a:solidFill>
                  <a:srgbClr val="506778"/>
                </a:solidFill>
                <a:latin typeface="DejaVu Sans"/>
                <a:ea typeface="DejaVu Sans"/>
                <a:cs typeface="DejaVu Sans"/>
              </a:defRPr>
            </a:lvl1pPr>
            <a:lvl2pPr>
              <a:defRPr sz="1050" b="0">
                <a:solidFill>
                  <a:srgbClr val="506778"/>
                </a:solidFill>
                <a:latin typeface="DejaVu Sans"/>
                <a:ea typeface="DejaVu Sans"/>
                <a:cs typeface="DejaVu Sans"/>
              </a:defRPr>
            </a:lvl2pPr>
            <a:lvl3pPr>
              <a:defRPr sz="1050" b="0">
                <a:solidFill>
                  <a:srgbClr val="506778"/>
                </a:solidFill>
                <a:latin typeface="DejaVu Sans"/>
                <a:ea typeface="DejaVu Sans"/>
                <a:cs typeface="DejaVu Sans"/>
              </a:defRPr>
            </a:lvl3pPr>
            <a:lvl4pPr>
              <a:defRPr sz="1050" b="0">
                <a:solidFill>
                  <a:srgbClr val="506778"/>
                </a:solidFill>
                <a:latin typeface="DejaVu Sans"/>
                <a:ea typeface="DejaVu Sans"/>
                <a:cs typeface="DejaVu Sans"/>
              </a:defRPr>
            </a:lvl4pPr>
            <a:lvl5pPr>
              <a:defRPr sz="1050" b="0">
                <a:solidFill>
                  <a:srgbClr val="506778"/>
                </a:solidFill>
                <a:latin typeface="DejaVu Sans"/>
                <a:ea typeface="DejaVu Sans"/>
                <a:cs typeface="DejaVu Sans"/>
              </a:defRPr>
            </a:lvl5pPr>
            <a:lvl6pPr>
              <a:defRPr sz="1050" b="0">
                <a:solidFill>
                  <a:srgbClr val="506778"/>
                </a:solidFill>
                <a:latin typeface="DejaVu Sans"/>
                <a:ea typeface="DejaVu Sans"/>
                <a:cs typeface="DejaVu Sans"/>
              </a:defRPr>
            </a:lvl6pPr>
            <a:lvl7pPr>
              <a:defRPr sz="1050" b="0">
                <a:solidFill>
                  <a:srgbClr val="506778"/>
                </a:solidFill>
                <a:latin typeface="DejaVu Sans"/>
                <a:ea typeface="DejaVu Sans"/>
                <a:cs typeface="DejaVu Sans"/>
              </a:defRPr>
            </a:lvl7pPr>
            <a:lvl8pPr>
              <a:defRPr sz="1050" b="0">
                <a:solidFill>
                  <a:srgbClr val="506778"/>
                </a:solidFill>
                <a:latin typeface="DejaVu Sans"/>
                <a:ea typeface="DejaVu Sans"/>
                <a:cs typeface="DejaVu Sans"/>
              </a:defRPr>
            </a:lvl8pPr>
            <a:lvl9pPr>
              <a:defRPr sz="1050" b="0">
                <a:solidFill>
                  <a:srgbClr val="506778"/>
                </a:solidFill>
                <a:latin typeface="DejaVu Sans"/>
                <a:ea typeface="DejaVu Sans"/>
                <a:cs typeface="DejaVu Sans"/>
              </a:defRPr>
            </a:lvl9pPr>
          </a:lstStyle>
          <a:p>
            <a:pPr>
              <a:defRPr sz="1050" b="0">
                <a:solidFill>
                  <a:srgbClr val="506778"/>
                </a:solidFill>
                <a:latin typeface="DejaVu Sans"/>
                <a:ea typeface="DejaVu Sans"/>
                <a:cs typeface="DejaVu Sans"/>
              </a:defRPr>
            </a:pPr>
            <a:r>
              <a:rPr sz="1050" b="0">
                <a:solidFill>
                  <a:srgbClr val="506778"/>
                </a:solidFill>
                <a:latin typeface="DejaVu Sans"/>
                <a:ea typeface="DejaVu Sans"/>
                <a:cs typeface="DejaVu Sans"/>
              </a:rPr>
              <a:t>Sumber: E-book Bab 5 (PDF hlm. 6–14)</a:t>
            </a:r>
          </a:p>
        </p:txBody>
      </p:sp>
      <p:sp>
        <p:nvSpPr>
          <p:cNvPr id="4" name="text-3">
            <a:extLst>
              <a:ext uri="{FF2B5EF4-FFF2-40B4-BE49-F238E27FC236}">
                <a16:creationId xmlns:a16="http://schemas.microsoft.com/office/drawing/2014/main" id="{3411BA77-F748-416B-84F2-DE91D8A87D27}"/>
              </a:ext>
            </a:extLst>
          </p:cNvPr>
          <p:cNvSpPr>
            <a:spLocks noGrp="1"/>
          </p:cNvSpPr>
          <p:nvPr/>
        </p:nvSpPr>
        <p:spPr>
          <a:xfrm>
            <a:off x="11106150" y="6372225"/>
            <a:ext cx="476250" cy="285750"/>
          </a:xfrm>
          <a:prstGeom prst="rect">
            <a:avLst/>
          </a:prstGeom>
          <a:noFill/>
          <a:ln w="0">
            <a:noFill/>
            <a:prstDash val="solid"/>
          </a:ln>
        </p:spPr>
        <p:txBody>
          <a:bodyPr lIns="0" tIns="0" rIns="0" bIns="0" anchor="t">
            <a:noAutofit/>
          </a:bodyPr>
          <a:lstStyle>
            <a:defPPr>
              <a:defRPr sz="1425" b="1">
                <a:solidFill>
                  <a:srgbClr val="007D85"/>
                </a:solidFill>
                <a:latin typeface="DejaVu Sans"/>
                <a:ea typeface="DejaVu Sans"/>
                <a:cs typeface="DejaVu Sans"/>
              </a:defRPr>
            </a:defPPr>
            <a:lvl1pPr>
              <a:defRPr sz="1425" b="1">
                <a:solidFill>
                  <a:srgbClr val="007D85"/>
                </a:solidFill>
                <a:latin typeface="DejaVu Sans"/>
                <a:ea typeface="DejaVu Sans"/>
                <a:cs typeface="DejaVu Sans"/>
              </a:defRPr>
            </a:lvl1pPr>
            <a:lvl2pPr>
              <a:defRPr sz="1425" b="1">
                <a:solidFill>
                  <a:srgbClr val="007D85"/>
                </a:solidFill>
                <a:latin typeface="DejaVu Sans"/>
                <a:ea typeface="DejaVu Sans"/>
                <a:cs typeface="DejaVu Sans"/>
              </a:defRPr>
            </a:lvl2pPr>
            <a:lvl3pPr>
              <a:defRPr sz="1425" b="1">
                <a:solidFill>
                  <a:srgbClr val="007D85"/>
                </a:solidFill>
                <a:latin typeface="DejaVu Sans"/>
                <a:ea typeface="DejaVu Sans"/>
                <a:cs typeface="DejaVu Sans"/>
              </a:defRPr>
            </a:lvl3pPr>
            <a:lvl4pPr>
              <a:defRPr sz="1425" b="1">
                <a:solidFill>
                  <a:srgbClr val="007D85"/>
                </a:solidFill>
                <a:latin typeface="DejaVu Sans"/>
                <a:ea typeface="DejaVu Sans"/>
                <a:cs typeface="DejaVu Sans"/>
              </a:defRPr>
            </a:lvl4pPr>
            <a:lvl5pPr>
              <a:defRPr sz="1425" b="1">
                <a:solidFill>
                  <a:srgbClr val="007D85"/>
                </a:solidFill>
                <a:latin typeface="DejaVu Sans"/>
                <a:ea typeface="DejaVu Sans"/>
                <a:cs typeface="DejaVu Sans"/>
              </a:defRPr>
            </a:lvl5pPr>
            <a:lvl6pPr>
              <a:defRPr sz="1425" b="1">
                <a:solidFill>
                  <a:srgbClr val="007D85"/>
                </a:solidFill>
                <a:latin typeface="DejaVu Sans"/>
                <a:ea typeface="DejaVu Sans"/>
                <a:cs typeface="DejaVu Sans"/>
              </a:defRPr>
            </a:lvl6pPr>
            <a:lvl7pPr>
              <a:defRPr sz="1425" b="1">
                <a:solidFill>
                  <a:srgbClr val="007D85"/>
                </a:solidFill>
                <a:latin typeface="DejaVu Sans"/>
                <a:ea typeface="DejaVu Sans"/>
                <a:cs typeface="DejaVu Sans"/>
              </a:defRPr>
            </a:lvl7pPr>
            <a:lvl8pPr>
              <a:defRPr sz="1425" b="1">
                <a:solidFill>
                  <a:srgbClr val="007D85"/>
                </a:solidFill>
                <a:latin typeface="DejaVu Sans"/>
                <a:ea typeface="DejaVu Sans"/>
                <a:cs typeface="DejaVu Sans"/>
              </a:defRPr>
            </a:lvl8pPr>
            <a:lvl9pPr>
              <a:defRPr sz="1425" b="1">
                <a:solidFill>
                  <a:srgbClr val="007D85"/>
                </a:solidFill>
                <a:latin typeface="DejaVu Sans"/>
                <a:ea typeface="DejaVu Sans"/>
                <a:cs typeface="DejaVu Sans"/>
              </a:defRPr>
            </a:lvl9pPr>
          </a:lstStyle>
          <a:p>
            <a:pPr>
              <a:defRPr sz="1425" b="1">
                <a:solidFill>
                  <a:srgbClr val="007D85"/>
                </a:solidFill>
                <a:latin typeface="DejaVu Sans"/>
                <a:ea typeface="DejaVu Sans"/>
                <a:cs typeface="DejaVu Sans"/>
              </a:defRPr>
            </a:pPr>
            <a:r>
              <a:rPr sz="1425" b="1">
                <a:solidFill>
                  <a:srgbClr val="007D85"/>
                </a:solidFill>
                <a:latin typeface="DejaVu Sans"/>
                <a:ea typeface="DejaVu Sans"/>
                <a:cs typeface="DejaVu Sans"/>
              </a:rPr>
              <a:t>30</a:t>
            </a:r>
          </a:p>
        </p:txBody>
      </p:sp>
      <p:sp>
        <p:nvSpPr>
          <p:cNvPr id="5" name="text-4">
            <a:extLst>
              <a:ext uri="{FF2B5EF4-FFF2-40B4-BE49-F238E27FC236}">
                <a16:creationId xmlns:a16="http://schemas.microsoft.com/office/drawing/2014/main" id="{EA01FB9A-09FE-4323-9644-9DA8DCA71458}"/>
              </a:ext>
            </a:extLst>
          </p:cNvPr>
          <p:cNvSpPr>
            <a:spLocks noGrp="1"/>
          </p:cNvSpPr>
          <p:nvPr/>
        </p:nvSpPr>
        <p:spPr>
          <a:xfrm>
            <a:off x="609600" y="2000250"/>
            <a:ext cx="3857625" cy="3238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Akses</a:t>
            </a:r>
          </a:p>
        </p:txBody>
      </p:sp>
      <p:sp>
        <p:nvSpPr>
          <p:cNvPr id="6" name="text-5">
            <a:extLst>
              <a:ext uri="{FF2B5EF4-FFF2-40B4-BE49-F238E27FC236}">
                <a16:creationId xmlns:a16="http://schemas.microsoft.com/office/drawing/2014/main" id="{2FF10086-9D87-4FB5-9DC2-A901AF95A81B}"/>
              </a:ext>
            </a:extLst>
          </p:cNvPr>
          <p:cNvSpPr>
            <a:spLocks noGrp="1"/>
          </p:cNvSpPr>
          <p:nvPr/>
        </p:nvSpPr>
        <p:spPr>
          <a:xfrm>
            <a:off x="609600" y="2400300"/>
            <a:ext cx="3857625" cy="914400"/>
          </a:xfrm>
          <a:prstGeom prst="rect">
            <a:avLst/>
          </a:prstGeom>
          <a:noFill/>
          <a:ln w="0">
            <a:noFill/>
            <a:prstDash val="solid"/>
          </a:ln>
        </p:spPr>
        <p:txBody>
          <a:bodyPr lIns="0" tIns="0" rIns="0" bIns="0" anchor="t">
            <a:noAutofit/>
          </a:bodyPr>
          <a:lstStyle>
            <a:defPPr>
              <a:defRPr sz="1725" b="0">
                <a:solidFill>
                  <a:srgbClr val="183349"/>
                </a:solidFill>
                <a:latin typeface="DejaVu Sans"/>
                <a:ea typeface="DejaVu Sans"/>
                <a:cs typeface="DejaVu Sans"/>
              </a:defRPr>
            </a:defPPr>
            <a:lvl1pPr>
              <a:defRPr sz="1725" b="0">
                <a:solidFill>
                  <a:srgbClr val="183349"/>
                </a:solidFill>
                <a:latin typeface="DejaVu Sans"/>
                <a:ea typeface="DejaVu Sans"/>
                <a:cs typeface="DejaVu Sans"/>
              </a:defRPr>
            </a:lvl1pPr>
            <a:lvl2pPr>
              <a:defRPr sz="1725" b="0">
                <a:solidFill>
                  <a:srgbClr val="183349"/>
                </a:solidFill>
                <a:latin typeface="DejaVu Sans"/>
                <a:ea typeface="DejaVu Sans"/>
                <a:cs typeface="DejaVu Sans"/>
              </a:defRPr>
            </a:lvl2pPr>
            <a:lvl3pPr>
              <a:defRPr sz="1725" b="0">
                <a:solidFill>
                  <a:srgbClr val="183349"/>
                </a:solidFill>
                <a:latin typeface="DejaVu Sans"/>
                <a:ea typeface="DejaVu Sans"/>
                <a:cs typeface="DejaVu Sans"/>
              </a:defRPr>
            </a:lvl3pPr>
            <a:lvl4pPr>
              <a:defRPr sz="1725" b="0">
                <a:solidFill>
                  <a:srgbClr val="183349"/>
                </a:solidFill>
                <a:latin typeface="DejaVu Sans"/>
                <a:ea typeface="DejaVu Sans"/>
                <a:cs typeface="DejaVu Sans"/>
              </a:defRPr>
            </a:lvl4pPr>
            <a:lvl5pPr>
              <a:defRPr sz="1725" b="0">
                <a:solidFill>
                  <a:srgbClr val="183349"/>
                </a:solidFill>
                <a:latin typeface="DejaVu Sans"/>
                <a:ea typeface="DejaVu Sans"/>
                <a:cs typeface="DejaVu Sans"/>
              </a:defRPr>
            </a:lvl5pPr>
            <a:lvl6pPr>
              <a:defRPr sz="1725" b="0">
                <a:solidFill>
                  <a:srgbClr val="183349"/>
                </a:solidFill>
                <a:latin typeface="DejaVu Sans"/>
                <a:ea typeface="DejaVu Sans"/>
                <a:cs typeface="DejaVu Sans"/>
              </a:defRPr>
            </a:lvl6pPr>
            <a:lvl7pPr>
              <a:defRPr sz="1725" b="0">
                <a:solidFill>
                  <a:srgbClr val="183349"/>
                </a:solidFill>
                <a:latin typeface="DejaVu Sans"/>
                <a:ea typeface="DejaVu Sans"/>
                <a:cs typeface="DejaVu Sans"/>
              </a:defRPr>
            </a:lvl7pPr>
            <a:lvl8pPr>
              <a:defRPr sz="1725" b="0">
                <a:solidFill>
                  <a:srgbClr val="183349"/>
                </a:solidFill>
                <a:latin typeface="DejaVu Sans"/>
                <a:ea typeface="DejaVu Sans"/>
                <a:cs typeface="DejaVu Sans"/>
              </a:defRPr>
            </a:lvl8pPr>
            <a:lvl9pPr>
              <a:defRPr sz="1725" b="0">
                <a:solidFill>
                  <a:srgbClr val="183349"/>
                </a:solidFill>
                <a:latin typeface="DejaVu Sans"/>
                <a:ea typeface="DejaVu Sans"/>
                <a:cs typeface="DejaVu Sans"/>
              </a:defRPr>
            </a:lvl9pPr>
          </a:lstStyle>
          <a:p>
            <a:pPr>
              <a:defRPr sz="1725" b="0">
                <a:solidFill>
                  <a:srgbClr val="183349"/>
                </a:solidFill>
                <a:latin typeface="DejaVu Sans"/>
                <a:ea typeface="DejaVu Sans"/>
                <a:cs typeface="DejaVu Sans"/>
              </a:defRPr>
            </a:pPr>
            <a:r>
              <a:rPr sz="1725" b="0">
                <a:solidFill>
                  <a:srgbClr val="183349"/>
                </a:solidFill>
                <a:latin typeface="DejaVu Sans"/>
                <a:ea typeface="DejaVu Sans"/>
                <a:cs typeface="DejaVu Sans"/>
              </a:rPr>
              <a:t>Buka file preferensi bernama dengan MODE_PRIVATE.</a:t>
            </a:r>
          </a:p>
        </p:txBody>
      </p:sp>
      <p:sp>
        <p:nvSpPr>
          <p:cNvPr id="7" name="text-6">
            <a:extLst>
              <a:ext uri="{FF2B5EF4-FFF2-40B4-BE49-F238E27FC236}">
                <a16:creationId xmlns:a16="http://schemas.microsoft.com/office/drawing/2014/main" id="{DF61688F-6729-4D6F-92EB-2C4162F483F7}"/>
              </a:ext>
            </a:extLst>
          </p:cNvPr>
          <p:cNvSpPr>
            <a:spLocks noGrp="1"/>
          </p:cNvSpPr>
          <p:nvPr/>
        </p:nvSpPr>
        <p:spPr>
          <a:xfrm>
            <a:off x="609600" y="3371850"/>
            <a:ext cx="3857625" cy="3238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Simpan dan baca</a:t>
            </a:r>
          </a:p>
        </p:txBody>
      </p:sp>
      <p:sp>
        <p:nvSpPr>
          <p:cNvPr id="8" name="text-7">
            <a:extLst>
              <a:ext uri="{FF2B5EF4-FFF2-40B4-BE49-F238E27FC236}">
                <a16:creationId xmlns:a16="http://schemas.microsoft.com/office/drawing/2014/main" id="{6F928283-220E-4F10-BEEB-5EAEB4EB4379}"/>
              </a:ext>
            </a:extLst>
          </p:cNvPr>
          <p:cNvSpPr>
            <a:spLocks noGrp="1"/>
          </p:cNvSpPr>
          <p:nvPr/>
        </p:nvSpPr>
        <p:spPr>
          <a:xfrm>
            <a:off x="609600" y="3771900"/>
            <a:ext cx="3857625" cy="914400"/>
          </a:xfrm>
          <a:prstGeom prst="rect">
            <a:avLst/>
          </a:prstGeom>
          <a:noFill/>
          <a:ln w="0">
            <a:noFill/>
            <a:prstDash val="solid"/>
          </a:ln>
        </p:spPr>
        <p:txBody>
          <a:bodyPr lIns="0" tIns="0" rIns="0" bIns="0" anchor="t">
            <a:noAutofit/>
          </a:bodyPr>
          <a:lstStyle>
            <a:defPPr>
              <a:defRPr sz="1725" b="0">
                <a:solidFill>
                  <a:srgbClr val="183349"/>
                </a:solidFill>
                <a:latin typeface="DejaVu Sans"/>
                <a:ea typeface="DejaVu Sans"/>
                <a:cs typeface="DejaVu Sans"/>
              </a:defRPr>
            </a:defPPr>
            <a:lvl1pPr>
              <a:defRPr sz="1725" b="0">
                <a:solidFill>
                  <a:srgbClr val="183349"/>
                </a:solidFill>
                <a:latin typeface="DejaVu Sans"/>
                <a:ea typeface="DejaVu Sans"/>
                <a:cs typeface="DejaVu Sans"/>
              </a:defRPr>
            </a:lvl1pPr>
            <a:lvl2pPr>
              <a:defRPr sz="1725" b="0">
                <a:solidFill>
                  <a:srgbClr val="183349"/>
                </a:solidFill>
                <a:latin typeface="DejaVu Sans"/>
                <a:ea typeface="DejaVu Sans"/>
                <a:cs typeface="DejaVu Sans"/>
              </a:defRPr>
            </a:lvl2pPr>
            <a:lvl3pPr>
              <a:defRPr sz="1725" b="0">
                <a:solidFill>
                  <a:srgbClr val="183349"/>
                </a:solidFill>
                <a:latin typeface="DejaVu Sans"/>
                <a:ea typeface="DejaVu Sans"/>
                <a:cs typeface="DejaVu Sans"/>
              </a:defRPr>
            </a:lvl3pPr>
            <a:lvl4pPr>
              <a:defRPr sz="1725" b="0">
                <a:solidFill>
                  <a:srgbClr val="183349"/>
                </a:solidFill>
                <a:latin typeface="DejaVu Sans"/>
                <a:ea typeface="DejaVu Sans"/>
                <a:cs typeface="DejaVu Sans"/>
              </a:defRPr>
            </a:lvl4pPr>
            <a:lvl5pPr>
              <a:defRPr sz="1725" b="0">
                <a:solidFill>
                  <a:srgbClr val="183349"/>
                </a:solidFill>
                <a:latin typeface="DejaVu Sans"/>
                <a:ea typeface="DejaVu Sans"/>
                <a:cs typeface="DejaVu Sans"/>
              </a:defRPr>
            </a:lvl5pPr>
            <a:lvl6pPr>
              <a:defRPr sz="1725" b="0">
                <a:solidFill>
                  <a:srgbClr val="183349"/>
                </a:solidFill>
                <a:latin typeface="DejaVu Sans"/>
                <a:ea typeface="DejaVu Sans"/>
                <a:cs typeface="DejaVu Sans"/>
              </a:defRPr>
            </a:lvl6pPr>
            <a:lvl7pPr>
              <a:defRPr sz="1725" b="0">
                <a:solidFill>
                  <a:srgbClr val="183349"/>
                </a:solidFill>
                <a:latin typeface="DejaVu Sans"/>
                <a:ea typeface="DejaVu Sans"/>
                <a:cs typeface="DejaVu Sans"/>
              </a:defRPr>
            </a:lvl7pPr>
            <a:lvl8pPr>
              <a:defRPr sz="1725" b="0">
                <a:solidFill>
                  <a:srgbClr val="183349"/>
                </a:solidFill>
                <a:latin typeface="DejaVu Sans"/>
                <a:ea typeface="DejaVu Sans"/>
                <a:cs typeface="DejaVu Sans"/>
              </a:defRPr>
            </a:lvl8pPr>
            <a:lvl9pPr>
              <a:defRPr sz="1725" b="0">
                <a:solidFill>
                  <a:srgbClr val="183349"/>
                </a:solidFill>
                <a:latin typeface="DejaVu Sans"/>
                <a:ea typeface="DejaVu Sans"/>
                <a:cs typeface="DejaVu Sans"/>
              </a:defRPr>
            </a:lvl9pPr>
          </a:lstStyle>
          <a:p>
            <a:pPr>
              <a:defRPr sz="1725" b="0">
                <a:solidFill>
                  <a:srgbClr val="183349"/>
                </a:solidFill>
                <a:latin typeface="DejaVu Sans"/>
                <a:ea typeface="DejaVu Sans"/>
                <a:cs typeface="DejaVu Sans"/>
              </a:defRPr>
            </a:pPr>
            <a:r>
              <a:rPr sz="1725" b="0">
                <a:solidFill>
                  <a:srgbClr val="183349"/>
                </a:solidFill>
                <a:latin typeface="DejaVu Sans"/>
                <a:ea typeface="DejaVu Sans"/>
                <a:cs typeface="DejaVu Sans"/>
              </a:rPr>
              <a:t>Editor menulis nilai. Getter memakai key serta nilai default jika data belum ada.</a:t>
            </a:r>
          </a:p>
        </p:txBody>
      </p:sp>
      <p:sp>
        <p:nvSpPr>
          <p:cNvPr id="9" name="text-8">
            <a:extLst>
              <a:ext uri="{FF2B5EF4-FFF2-40B4-BE49-F238E27FC236}">
                <a16:creationId xmlns:a16="http://schemas.microsoft.com/office/drawing/2014/main" id="{A554181B-7AA8-47D6-9D3E-3E1E0A983F02}"/>
              </a:ext>
            </a:extLst>
          </p:cNvPr>
          <p:cNvSpPr>
            <a:spLocks noGrp="1"/>
          </p:cNvSpPr>
          <p:nvPr/>
        </p:nvSpPr>
        <p:spPr>
          <a:xfrm>
            <a:off x="609600" y="4743450"/>
            <a:ext cx="3857625" cy="3238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Perubahan data</a:t>
            </a:r>
          </a:p>
        </p:txBody>
      </p:sp>
      <p:sp>
        <p:nvSpPr>
          <p:cNvPr id="10" name="text-9">
            <a:extLst>
              <a:ext uri="{FF2B5EF4-FFF2-40B4-BE49-F238E27FC236}">
                <a16:creationId xmlns:a16="http://schemas.microsoft.com/office/drawing/2014/main" id="{CC321798-4FB5-4D6F-A9BA-FBB23EA3B146}"/>
              </a:ext>
            </a:extLst>
          </p:cNvPr>
          <p:cNvSpPr>
            <a:spLocks noGrp="1"/>
          </p:cNvSpPr>
          <p:nvPr/>
        </p:nvSpPr>
        <p:spPr>
          <a:xfrm>
            <a:off x="609600" y="5143500"/>
            <a:ext cx="3857625" cy="914400"/>
          </a:xfrm>
          <a:prstGeom prst="rect">
            <a:avLst/>
          </a:prstGeom>
          <a:noFill/>
          <a:ln w="0">
            <a:noFill/>
            <a:prstDash val="solid"/>
          </a:ln>
        </p:spPr>
        <p:txBody>
          <a:bodyPr lIns="0" tIns="0" rIns="0" bIns="0" anchor="t">
            <a:noAutofit/>
          </a:bodyPr>
          <a:lstStyle>
            <a:defPPr>
              <a:defRPr sz="1725" b="0">
                <a:solidFill>
                  <a:srgbClr val="183349"/>
                </a:solidFill>
                <a:latin typeface="DejaVu Sans"/>
                <a:ea typeface="DejaVu Sans"/>
                <a:cs typeface="DejaVu Sans"/>
              </a:defRPr>
            </a:defPPr>
            <a:lvl1pPr>
              <a:defRPr sz="1725" b="0">
                <a:solidFill>
                  <a:srgbClr val="183349"/>
                </a:solidFill>
                <a:latin typeface="DejaVu Sans"/>
                <a:ea typeface="DejaVu Sans"/>
                <a:cs typeface="DejaVu Sans"/>
              </a:defRPr>
            </a:lvl1pPr>
            <a:lvl2pPr>
              <a:defRPr sz="1725" b="0">
                <a:solidFill>
                  <a:srgbClr val="183349"/>
                </a:solidFill>
                <a:latin typeface="DejaVu Sans"/>
                <a:ea typeface="DejaVu Sans"/>
                <a:cs typeface="DejaVu Sans"/>
              </a:defRPr>
            </a:lvl2pPr>
            <a:lvl3pPr>
              <a:defRPr sz="1725" b="0">
                <a:solidFill>
                  <a:srgbClr val="183349"/>
                </a:solidFill>
                <a:latin typeface="DejaVu Sans"/>
                <a:ea typeface="DejaVu Sans"/>
                <a:cs typeface="DejaVu Sans"/>
              </a:defRPr>
            </a:lvl3pPr>
            <a:lvl4pPr>
              <a:defRPr sz="1725" b="0">
                <a:solidFill>
                  <a:srgbClr val="183349"/>
                </a:solidFill>
                <a:latin typeface="DejaVu Sans"/>
                <a:ea typeface="DejaVu Sans"/>
                <a:cs typeface="DejaVu Sans"/>
              </a:defRPr>
            </a:lvl4pPr>
            <a:lvl5pPr>
              <a:defRPr sz="1725" b="0">
                <a:solidFill>
                  <a:srgbClr val="183349"/>
                </a:solidFill>
                <a:latin typeface="DejaVu Sans"/>
                <a:ea typeface="DejaVu Sans"/>
                <a:cs typeface="DejaVu Sans"/>
              </a:defRPr>
            </a:lvl5pPr>
            <a:lvl6pPr>
              <a:defRPr sz="1725" b="0">
                <a:solidFill>
                  <a:srgbClr val="183349"/>
                </a:solidFill>
                <a:latin typeface="DejaVu Sans"/>
                <a:ea typeface="DejaVu Sans"/>
                <a:cs typeface="DejaVu Sans"/>
              </a:defRPr>
            </a:lvl6pPr>
            <a:lvl7pPr>
              <a:defRPr sz="1725" b="0">
                <a:solidFill>
                  <a:srgbClr val="183349"/>
                </a:solidFill>
                <a:latin typeface="DejaVu Sans"/>
                <a:ea typeface="DejaVu Sans"/>
                <a:cs typeface="DejaVu Sans"/>
              </a:defRPr>
            </a:lvl7pPr>
            <a:lvl8pPr>
              <a:defRPr sz="1725" b="0">
                <a:solidFill>
                  <a:srgbClr val="183349"/>
                </a:solidFill>
                <a:latin typeface="DejaVu Sans"/>
                <a:ea typeface="DejaVu Sans"/>
                <a:cs typeface="DejaVu Sans"/>
              </a:defRPr>
            </a:lvl8pPr>
            <a:lvl9pPr>
              <a:defRPr sz="1725" b="0">
                <a:solidFill>
                  <a:srgbClr val="183349"/>
                </a:solidFill>
                <a:latin typeface="DejaVu Sans"/>
                <a:ea typeface="DejaVu Sans"/>
                <a:cs typeface="DejaVu Sans"/>
              </a:defRPr>
            </a:lvl9pPr>
          </a:lstStyle>
          <a:p>
            <a:pPr>
              <a:defRPr sz="1725" b="0">
                <a:solidFill>
                  <a:srgbClr val="183349"/>
                </a:solidFill>
                <a:latin typeface="DejaVu Sans"/>
                <a:ea typeface="DejaVu Sans"/>
                <a:cs typeface="DejaVu Sans"/>
              </a:defRPr>
            </a:pPr>
            <a:r>
              <a:rPr sz="1725" b="0">
                <a:solidFill>
                  <a:srgbClr val="183349"/>
                </a:solidFill>
                <a:latin typeface="DejaVu Sans"/>
                <a:ea typeface="DejaVu Sans"/>
                <a:cs typeface="DejaVu Sans"/>
              </a:rPr>
              <a:t>apply() menyimpan ke disk secara asinkron, commit() secara sinkron. clear() membersihkan data.</a:t>
            </a:r>
          </a:p>
        </p:txBody>
      </p:sp>
      <p:sp>
        <p:nvSpPr>
          <p:cNvPr id="11" name="text-10">
            <a:extLst>
              <a:ext uri="{FF2B5EF4-FFF2-40B4-BE49-F238E27FC236}">
                <a16:creationId xmlns:a16="http://schemas.microsoft.com/office/drawing/2014/main" id="{0E15C659-C726-4DF3-A492-B20EFEB74D8B}"/>
              </a:ext>
            </a:extLst>
          </p:cNvPr>
          <p:cNvSpPr>
            <a:spLocks noGrp="1"/>
          </p:cNvSpPr>
          <p:nvPr/>
        </p:nvSpPr>
        <p:spPr>
          <a:xfrm>
            <a:off x="4857750" y="2152650"/>
            <a:ext cx="6724650" cy="3714750"/>
          </a:xfrm>
          <a:prstGeom prst="rect">
            <a:avLst/>
          </a:prstGeom>
          <a:noFill/>
          <a:ln w="0">
            <a:noFill/>
            <a:prstDash val="solid"/>
          </a:ln>
        </p:spPr>
        <p:txBody>
          <a:bodyPr lIns="0" tIns="0" rIns="0" bIns="0" anchor="t">
            <a:noAutofit/>
          </a:bodyPr>
          <a:lstStyle>
            <a:defPPr>
              <a:defRPr sz="1575" b="0">
                <a:solidFill>
                  <a:srgbClr val="10283F"/>
                </a:solidFill>
                <a:latin typeface="DejaVu Sans Mono"/>
                <a:ea typeface="DejaVu Sans Mono"/>
                <a:cs typeface="DejaVu Sans Mono"/>
              </a:defRPr>
            </a:defPPr>
            <a:lvl1pPr>
              <a:defRPr sz="1575" b="0">
                <a:solidFill>
                  <a:srgbClr val="10283F"/>
                </a:solidFill>
                <a:latin typeface="DejaVu Sans Mono"/>
                <a:ea typeface="DejaVu Sans Mono"/>
                <a:cs typeface="DejaVu Sans Mono"/>
              </a:defRPr>
            </a:lvl1pPr>
            <a:lvl2pPr>
              <a:defRPr sz="1575" b="0">
                <a:solidFill>
                  <a:srgbClr val="10283F"/>
                </a:solidFill>
                <a:latin typeface="DejaVu Sans Mono"/>
                <a:ea typeface="DejaVu Sans Mono"/>
                <a:cs typeface="DejaVu Sans Mono"/>
              </a:defRPr>
            </a:lvl2pPr>
            <a:lvl3pPr>
              <a:defRPr sz="1575" b="0">
                <a:solidFill>
                  <a:srgbClr val="10283F"/>
                </a:solidFill>
                <a:latin typeface="DejaVu Sans Mono"/>
                <a:ea typeface="DejaVu Sans Mono"/>
                <a:cs typeface="DejaVu Sans Mono"/>
              </a:defRPr>
            </a:lvl3pPr>
            <a:lvl4pPr>
              <a:defRPr sz="1575" b="0">
                <a:solidFill>
                  <a:srgbClr val="10283F"/>
                </a:solidFill>
                <a:latin typeface="DejaVu Sans Mono"/>
                <a:ea typeface="DejaVu Sans Mono"/>
                <a:cs typeface="DejaVu Sans Mono"/>
              </a:defRPr>
            </a:lvl4pPr>
            <a:lvl5pPr>
              <a:defRPr sz="1575" b="0">
                <a:solidFill>
                  <a:srgbClr val="10283F"/>
                </a:solidFill>
                <a:latin typeface="DejaVu Sans Mono"/>
                <a:ea typeface="DejaVu Sans Mono"/>
                <a:cs typeface="DejaVu Sans Mono"/>
              </a:defRPr>
            </a:lvl5pPr>
            <a:lvl6pPr>
              <a:defRPr sz="1575" b="0">
                <a:solidFill>
                  <a:srgbClr val="10283F"/>
                </a:solidFill>
                <a:latin typeface="DejaVu Sans Mono"/>
                <a:ea typeface="DejaVu Sans Mono"/>
                <a:cs typeface="DejaVu Sans Mono"/>
              </a:defRPr>
            </a:lvl6pPr>
            <a:lvl7pPr>
              <a:defRPr sz="1575" b="0">
                <a:solidFill>
                  <a:srgbClr val="10283F"/>
                </a:solidFill>
                <a:latin typeface="DejaVu Sans Mono"/>
                <a:ea typeface="DejaVu Sans Mono"/>
                <a:cs typeface="DejaVu Sans Mono"/>
              </a:defRPr>
            </a:lvl7pPr>
            <a:lvl8pPr>
              <a:defRPr sz="1575" b="0">
                <a:solidFill>
                  <a:srgbClr val="10283F"/>
                </a:solidFill>
                <a:latin typeface="DejaVu Sans Mono"/>
                <a:ea typeface="DejaVu Sans Mono"/>
                <a:cs typeface="DejaVu Sans Mono"/>
              </a:defRPr>
            </a:lvl8pPr>
            <a:lvl9pPr>
              <a:defRPr sz="1575" b="0">
                <a:solidFill>
                  <a:srgbClr val="10283F"/>
                </a:solidFill>
                <a:latin typeface="DejaVu Sans Mono"/>
                <a:ea typeface="DejaVu Sans Mono"/>
                <a:cs typeface="DejaVu Sans Mono"/>
              </a:defRPr>
            </a:lvl9pPr>
          </a:lstStyle>
          <a:p>
            <a:pPr>
              <a:defRPr sz="1575" b="0">
                <a:solidFill>
                  <a:srgbClr val="10283F"/>
                </a:solidFill>
                <a:latin typeface="DejaVu Sans"/>
                <a:ea typeface="DejaVu Sans"/>
                <a:cs typeface="DejaVu Sans"/>
              </a:defRPr>
            </a:pPr>
            <a:r>
              <a:rPr sz="1575" b="0">
                <a:solidFill>
                  <a:srgbClr val="10283F"/>
                </a:solidFill>
                <a:latin typeface="DejaVu Sans Mono"/>
                <a:ea typeface="DejaVu Sans Mono"/>
                <a:cs typeface="DejaVu Sans Mono"/>
              </a:rPr>
              <a:t>SharedPreferences p =</a:t>
            </a:r>
          </a:p>
          <a:p>
            <a:pPr>
              <a:defRPr sz="1575" b="0">
                <a:solidFill>
                  <a:srgbClr val="10283F"/>
                </a:solidFill>
                <a:latin typeface="DejaVu Sans"/>
                <a:ea typeface="DejaVu Sans"/>
                <a:cs typeface="DejaVu Sans"/>
              </a:defRPr>
            </a:pPr>
            <a:r>
              <a:rPr sz="1575" b="0">
                <a:solidFill>
                  <a:srgbClr val="10283F"/>
                </a:solidFill>
                <a:latin typeface="DejaVu Sans Mono"/>
                <a:ea typeface="DejaVu Sans Mono"/>
                <a:cs typeface="DejaVu Sans Mono"/>
              </a:rPr>
              <a:t>    getSharedPreferences("profil", MODE_PRIVATE);</a:t>
            </a:r>
          </a:p>
          <a:p>
            <a:endParaRPr sz="1575" b="0">
              <a:solidFill>
                <a:srgbClr val="10283F"/>
              </a:solidFill>
              <a:latin typeface="DejaVu Sans Mono"/>
              <a:ea typeface="DejaVu Sans Mono"/>
              <a:cs typeface="DejaVu Sans Mono"/>
            </a:endParaRPr>
          </a:p>
          <a:p>
            <a:pPr>
              <a:defRPr sz="1575" b="0">
                <a:solidFill>
                  <a:srgbClr val="10283F"/>
                </a:solidFill>
                <a:latin typeface="DejaVu Sans"/>
                <a:ea typeface="DejaVu Sans"/>
                <a:cs typeface="DejaVu Sans"/>
              </a:defRPr>
            </a:pPr>
            <a:r>
              <a:rPr sz="1575" b="0">
                <a:solidFill>
                  <a:srgbClr val="10283F"/>
                </a:solidFill>
                <a:latin typeface="DejaVu Sans Mono"/>
                <a:ea typeface="DejaVu Sans Mono"/>
                <a:cs typeface="DejaVu Sans Mono"/>
              </a:rPr>
              <a:t>p.edit().putString("nama", "Erma").apply();</a:t>
            </a:r>
          </a:p>
          <a:p>
            <a:pPr>
              <a:defRPr sz="1575" b="0">
                <a:solidFill>
                  <a:srgbClr val="10283F"/>
                </a:solidFill>
                <a:latin typeface="DejaVu Sans"/>
                <a:ea typeface="DejaVu Sans"/>
                <a:cs typeface="DejaVu Sans"/>
              </a:defRPr>
            </a:pPr>
            <a:r>
              <a:rPr sz="1575" b="0">
                <a:solidFill>
                  <a:srgbClr val="10283F"/>
                </a:solidFill>
                <a:latin typeface="DejaVu Sans Mono"/>
                <a:ea typeface="DejaVu Sans Mono"/>
                <a:cs typeface="DejaVu Sans Mono"/>
              </a:rPr>
              <a:t>String nama = p.getString("nama", "");</a:t>
            </a:r>
          </a:p>
          <a:p>
            <a:endParaRPr sz="1575" b="0">
              <a:solidFill>
                <a:srgbClr val="10283F"/>
              </a:solidFill>
              <a:latin typeface="DejaVu Sans Mono"/>
              <a:ea typeface="DejaVu Sans Mono"/>
              <a:cs typeface="DejaVu Sans Mono"/>
            </a:endParaRPr>
          </a:p>
          <a:p>
            <a:pPr>
              <a:defRPr sz="1575" b="0">
                <a:solidFill>
                  <a:srgbClr val="10283F"/>
                </a:solidFill>
                <a:latin typeface="DejaVu Sans"/>
                <a:ea typeface="DejaVu Sans"/>
                <a:cs typeface="DejaVu Sans"/>
              </a:defRPr>
            </a:pPr>
            <a:r>
              <a:rPr sz="1575" b="0">
                <a:solidFill>
                  <a:srgbClr val="10283F"/>
                </a:solidFill>
                <a:latin typeface="DejaVu Sans Mono"/>
                <a:ea typeface="DejaVu Sans Mono"/>
                <a:cs typeface="DejaVu Sans Mono"/>
              </a:rPr>
              <a:t>// Pembersihan dilakukan saat memang dibutuhkan</a:t>
            </a:r>
          </a:p>
          <a:p>
            <a:pPr>
              <a:defRPr sz="1575" b="0">
                <a:solidFill>
                  <a:srgbClr val="10283F"/>
                </a:solidFill>
                <a:latin typeface="DejaVu Sans"/>
                <a:ea typeface="DejaVu Sans"/>
                <a:cs typeface="DejaVu Sans"/>
              </a:defRPr>
            </a:pPr>
            <a:r>
              <a:rPr sz="1575" b="0">
                <a:solidFill>
                  <a:srgbClr val="10283F"/>
                </a:solidFill>
                <a:latin typeface="DejaVu Sans Mono"/>
                <a:ea typeface="DejaVu Sans Mono"/>
                <a:cs typeface="DejaVu Sans Mono"/>
              </a:rPr>
              <a:t>p.edit().clear().apply();</a:t>
            </a:r>
          </a:p>
        </p:txBody>
      </p:sp>
    </p:spTree>
    <p:extLst>
      <p:ext uri="{BB962C8B-B14F-4D97-AF65-F5344CB8AC3E}">
        <p14:creationId xmlns:p14="http://schemas.microsoft.com/office/powerpoint/2010/main" val="10146019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6F9FA"/>
        </a:solidFill>
        <a:effectLst/>
      </p:bgPr>
    </p:bg>
    <p:spTree>
      <p:nvGrpSpPr>
        <p:cNvPr id="1" name=""/>
        <p:cNvGrpSpPr/>
        <p:nvPr/>
      </p:nvGrpSpPr>
      <p:grpSpPr>
        <a:xfrm>
          <a:off x="0" y="0"/>
          <a:ext cx="0" cy="0"/>
          <a:chOff x="0" y="0"/>
          <a:chExt cx="0" cy="0"/>
        </a:xfrm>
      </p:grpSpPr>
      <p:sp>
        <p:nvSpPr>
          <p:cNvPr id="13" name="text-0">
            <a:extLst>
              <a:ext uri="{FF2B5EF4-FFF2-40B4-BE49-F238E27FC236}">
                <a16:creationId xmlns:a16="http://schemas.microsoft.com/office/drawing/2014/main" id="{F6D97676-8C1D-45AB-9697-C46FEE747035}"/>
              </a:ext>
            </a:extLst>
          </p:cNvPr>
          <p:cNvSpPr>
            <a:spLocks noGrp="1"/>
          </p:cNvSpPr>
          <p:nvPr/>
        </p:nvSpPr>
        <p:spPr>
          <a:xfrm>
            <a:off x="609600" y="381000"/>
            <a:ext cx="10953750" cy="266700"/>
          </a:xfrm>
          <a:prstGeom prst="rect">
            <a:avLst/>
          </a:prstGeom>
          <a:noFill/>
          <a:ln w="0">
            <a:noFill/>
            <a:prstDash val="solid"/>
          </a:ln>
        </p:spPr>
        <p:txBody>
          <a:bodyPr lIns="0" tIns="0" rIns="0" bIns="0" anchor="t">
            <a:noAutofit/>
          </a:bodyPr>
          <a:lstStyle>
            <a:defPPr>
              <a:defRPr sz="1350" b="1">
                <a:solidFill>
                  <a:srgbClr val="007D85"/>
                </a:solidFill>
                <a:latin typeface="DejaVu Sans"/>
                <a:ea typeface="DejaVu Sans"/>
                <a:cs typeface="DejaVu Sans"/>
              </a:defRPr>
            </a:defPPr>
            <a:lvl1pPr>
              <a:defRPr sz="1350" b="1">
                <a:solidFill>
                  <a:srgbClr val="007D85"/>
                </a:solidFill>
                <a:latin typeface="DejaVu Sans"/>
                <a:ea typeface="DejaVu Sans"/>
                <a:cs typeface="DejaVu Sans"/>
              </a:defRPr>
            </a:lvl1pPr>
            <a:lvl2pPr>
              <a:defRPr sz="1350" b="1">
                <a:solidFill>
                  <a:srgbClr val="007D85"/>
                </a:solidFill>
                <a:latin typeface="DejaVu Sans"/>
                <a:ea typeface="DejaVu Sans"/>
                <a:cs typeface="DejaVu Sans"/>
              </a:defRPr>
            </a:lvl2pPr>
            <a:lvl3pPr>
              <a:defRPr sz="1350" b="1">
                <a:solidFill>
                  <a:srgbClr val="007D85"/>
                </a:solidFill>
                <a:latin typeface="DejaVu Sans"/>
                <a:ea typeface="DejaVu Sans"/>
                <a:cs typeface="DejaVu Sans"/>
              </a:defRPr>
            </a:lvl3pPr>
            <a:lvl4pPr>
              <a:defRPr sz="1350" b="1">
                <a:solidFill>
                  <a:srgbClr val="007D85"/>
                </a:solidFill>
                <a:latin typeface="DejaVu Sans"/>
                <a:ea typeface="DejaVu Sans"/>
                <a:cs typeface="DejaVu Sans"/>
              </a:defRPr>
            </a:lvl4pPr>
            <a:lvl5pPr>
              <a:defRPr sz="1350" b="1">
                <a:solidFill>
                  <a:srgbClr val="007D85"/>
                </a:solidFill>
                <a:latin typeface="DejaVu Sans"/>
                <a:ea typeface="DejaVu Sans"/>
                <a:cs typeface="DejaVu Sans"/>
              </a:defRPr>
            </a:lvl5pPr>
            <a:lvl6pPr>
              <a:defRPr sz="1350" b="1">
                <a:solidFill>
                  <a:srgbClr val="007D85"/>
                </a:solidFill>
                <a:latin typeface="DejaVu Sans"/>
                <a:ea typeface="DejaVu Sans"/>
                <a:cs typeface="DejaVu Sans"/>
              </a:defRPr>
            </a:lvl6pPr>
            <a:lvl7pPr>
              <a:defRPr sz="1350" b="1">
                <a:solidFill>
                  <a:srgbClr val="007D85"/>
                </a:solidFill>
                <a:latin typeface="DejaVu Sans"/>
                <a:ea typeface="DejaVu Sans"/>
                <a:cs typeface="DejaVu Sans"/>
              </a:defRPr>
            </a:lvl7pPr>
            <a:lvl8pPr>
              <a:defRPr sz="1350" b="1">
                <a:solidFill>
                  <a:srgbClr val="007D85"/>
                </a:solidFill>
                <a:latin typeface="DejaVu Sans"/>
                <a:ea typeface="DejaVu Sans"/>
                <a:cs typeface="DejaVu Sans"/>
              </a:defRPr>
            </a:lvl8pPr>
            <a:lvl9pPr>
              <a:defRPr sz="1350" b="1">
                <a:solidFill>
                  <a:srgbClr val="007D85"/>
                </a:solidFill>
                <a:latin typeface="DejaVu Sans"/>
                <a:ea typeface="DejaVu Sans"/>
                <a:cs typeface="DejaVu Sans"/>
              </a:defRPr>
            </a:lvl9pPr>
          </a:lstStyle>
          <a:p>
            <a:pPr>
              <a:defRPr sz="1350" b="1">
                <a:solidFill>
                  <a:srgbClr val="007D85"/>
                </a:solidFill>
                <a:latin typeface="DejaVu Sans"/>
                <a:ea typeface="DejaVu Sans"/>
                <a:cs typeface="DejaVu Sans"/>
              </a:defRPr>
            </a:pPr>
            <a:r>
              <a:rPr sz="1350" b="1">
                <a:solidFill>
                  <a:srgbClr val="007D85"/>
                </a:solidFill>
                <a:latin typeface="DejaVu Sans"/>
                <a:ea typeface="DejaVu Sans"/>
                <a:cs typeface="DejaVu Sans"/>
              </a:rPr>
              <a:t>BAB 5  PENYIMPANAN LOKAL</a:t>
            </a:r>
          </a:p>
        </p:txBody>
      </p:sp>
      <p:sp>
        <p:nvSpPr>
          <p:cNvPr id="2" name="text-1">
            <a:extLst>
              <a:ext uri="{FF2B5EF4-FFF2-40B4-BE49-F238E27FC236}">
                <a16:creationId xmlns:a16="http://schemas.microsoft.com/office/drawing/2014/main" id="{DE7B87A3-CE32-49FF-B1C7-6D8245AC919E}"/>
              </a:ext>
            </a:extLst>
          </p:cNvPr>
          <p:cNvSpPr>
            <a:spLocks noGrp="1"/>
          </p:cNvSpPr>
          <p:nvPr/>
        </p:nvSpPr>
        <p:spPr>
          <a:xfrm>
            <a:off x="609600" y="866775"/>
            <a:ext cx="10953750" cy="895350"/>
          </a:xfrm>
          <a:prstGeom prst="rect">
            <a:avLst/>
          </a:prstGeom>
          <a:noFill/>
          <a:ln w="0">
            <a:noFill/>
            <a:prstDash val="solid"/>
          </a:ln>
        </p:spPr>
        <p:txBody>
          <a:bodyPr lIns="0" tIns="0" rIns="0" bIns="0" anchor="t">
            <a:noAutofit/>
          </a:bodyPr>
          <a:lstStyle>
            <a:defPPr>
              <a:defRPr sz="3150" b="1">
                <a:solidFill>
                  <a:srgbClr val="10283F"/>
                </a:solidFill>
                <a:latin typeface="DejaVu Sans"/>
                <a:ea typeface="DejaVu Sans"/>
                <a:cs typeface="DejaVu Sans"/>
              </a:defRPr>
            </a:defPPr>
            <a:lvl1pPr>
              <a:defRPr sz="3150" b="1">
                <a:solidFill>
                  <a:srgbClr val="10283F"/>
                </a:solidFill>
                <a:latin typeface="DejaVu Sans"/>
                <a:ea typeface="DejaVu Sans"/>
                <a:cs typeface="DejaVu Sans"/>
              </a:defRPr>
            </a:lvl1pPr>
            <a:lvl2pPr>
              <a:defRPr sz="3150" b="1">
                <a:solidFill>
                  <a:srgbClr val="10283F"/>
                </a:solidFill>
                <a:latin typeface="DejaVu Sans"/>
                <a:ea typeface="DejaVu Sans"/>
                <a:cs typeface="DejaVu Sans"/>
              </a:defRPr>
            </a:lvl2pPr>
            <a:lvl3pPr>
              <a:defRPr sz="3150" b="1">
                <a:solidFill>
                  <a:srgbClr val="10283F"/>
                </a:solidFill>
                <a:latin typeface="DejaVu Sans"/>
                <a:ea typeface="DejaVu Sans"/>
                <a:cs typeface="DejaVu Sans"/>
              </a:defRPr>
            </a:lvl3pPr>
            <a:lvl4pPr>
              <a:defRPr sz="3150" b="1">
                <a:solidFill>
                  <a:srgbClr val="10283F"/>
                </a:solidFill>
                <a:latin typeface="DejaVu Sans"/>
                <a:ea typeface="DejaVu Sans"/>
                <a:cs typeface="DejaVu Sans"/>
              </a:defRPr>
            </a:lvl4pPr>
            <a:lvl5pPr>
              <a:defRPr sz="3150" b="1">
                <a:solidFill>
                  <a:srgbClr val="10283F"/>
                </a:solidFill>
                <a:latin typeface="DejaVu Sans"/>
                <a:ea typeface="DejaVu Sans"/>
                <a:cs typeface="DejaVu Sans"/>
              </a:defRPr>
            </a:lvl5pPr>
            <a:lvl6pPr>
              <a:defRPr sz="3150" b="1">
                <a:solidFill>
                  <a:srgbClr val="10283F"/>
                </a:solidFill>
                <a:latin typeface="DejaVu Sans"/>
                <a:ea typeface="DejaVu Sans"/>
                <a:cs typeface="DejaVu Sans"/>
              </a:defRPr>
            </a:lvl6pPr>
            <a:lvl7pPr>
              <a:defRPr sz="3150" b="1">
                <a:solidFill>
                  <a:srgbClr val="10283F"/>
                </a:solidFill>
                <a:latin typeface="DejaVu Sans"/>
                <a:ea typeface="DejaVu Sans"/>
                <a:cs typeface="DejaVu Sans"/>
              </a:defRPr>
            </a:lvl7pPr>
            <a:lvl8pPr>
              <a:defRPr sz="3150" b="1">
                <a:solidFill>
                  <a:srgbClr val="10283F"/>
                </a:solidFill>
                <a:latin typeface="DejaVu Sans"/>
                <a:ea typeface="DejaVu Sans"/>
                <a:cs typeface="DejaVu Sans"/>
              </a:defRPr>
            </a:lvl8pPr>
            <a:lvl9pPr>
              <a:defRPr sz="3150" b="1">
                <a:solidFill>
                  <a:srgbClr val="10283F"/>
                </a:solidFill>
                <a:latin typeface="DejaVu Sans"/>
                <a:ea typeface="DejaVu Sans"/>
                <a:cs typeface="DejaVu Sans"/>
              </a:defRPr>
            </a:lvl9pPr>
          </a:lstStyle>
          <a:p>
            <a:pPr>
              <a:defRPr sz="3150" b="1">
                <a:solidFill>
                  <a:srgbClr val="10283F"/>
                </a:solidFill>
                <a:latin typeface="DejaVu Sans"/>
                <a:ea typeface="DejaVu Sans"/>
                <a:cs typeface="DejaVu Sans"/>
              </a:defRPr>
            </a:pPr>
            <a:r>
              <a:rPr sz="3150" b="1">
                <a:solidFill>
                  <a:srgbClr val="10283F"/>
                </a:solidFill>
                <a:latin typeface="DejaVu Sans"/>
                <a:ea typeface="DejaVu Sans"/>
                <a:cs typeface="DejaVu Sans"/>
              </a:rPr>
              <a:t>SQLite dan SQLiteOpenHelper</a:t>
            </a:r>
          </a:p>
        </p:txBody>
      </p:sp>
      <p:sp>
        <p:nvSpPr>
          <p:cNvPr id="3" name="text-2">
            <a:extLst>
              <a:ext uri="{FF2B5EF4-FFF2-40B4-BE49-F238E27FC236}">
                <a16:creationId xmlns:a16="http://schemas.microsoft.com/office/drawing/2014/main" id="{FD6CA7CC-A0DC-4912-BB06-614E2D5A2EA2}"/>
              </a:ext>
            </a:extLst>
          </p:cNvPr>
          <p:cNvSpPr>
            <a:spLocks noGrp="1"/>
          </p:cNvSpPr>
          <p:nvPr/>
        </p:nvSpPr>
        <p:spPr>
          <a:xfrm>
            <a:off x="609600" y="6410325"/>
            <a:ext cx="10096500" cy="238125"/>
          </a:xfrm>
          <a:prstGeom prst="rect">
            <a:avLst/>
          </a:prstGeom>
          <a:noFill/>
          <a:ln w="0">
            <a:noFill/>
            <a:prstDash val="solid"/>
          </a:ln>
        </p:spPr>
        <p:txBody>
          <a:bodyPr lIns="0" tIns="0" rIns="0" bIns="0" anchor="t">
            <a:noAutofit/>
          </a:bodyPr>
          <a:lstStyle>
            <a:defPPr>
              <a:defRPr sz="1050" b="0">
                <a:solidFill>
                  <a:srgbClr val="506778"/>
                </a:solidFill>
                <a:latin typeface="DejaVu Sans"/>
                <a:ea typeface="DejaVu Sans"/>
                <a:cs typeface="DejaVu Sans"/>
              </a:defRPr>
            </a:defPPr>
            <a:lvl1pPr>
              <a:defRPr sz="1050" b="0">
                <a:solidFill>
                  <a:srgbClr val="506778"/>
                </a:solidFill>
                <a:latin typeface="DejaVu Sans"/>
                <a:ea typeface="DejaVu Sans"/>
                <a:cs typeface="DejaVu Sans"/>
              </a:defRPr>
            </a:lvl1pPr>
            <a:lvl2pPr>
              <a:defRPr sz="1050" b="0">
                <a:solidFill>
                  <a:srgbClr val="506778"/>
                </a:solidFill>
                <a:latin typeface="DejaVu Sans"/>
                <a:ea typeface="DejaVu Sans"/>
                <a:cs typeface="DejaVu Sans"/>
              </a:defRPr>
            </a:lvl2pPr>
            <a:lvl3pPr>
              <a:defRPr sz="1050" b="0">
                <a:solidFill>
                  <a:srgbClr val="506778"/>
                </a:solidFill>
                <a:latin typeface="DejaVu Sans"/>
                <a:ea typeface="DejaVu Sans"/>
                <a:cs typeface="DejaVu Sans"/>
              </a:defRPr>
            </a:lvl3pPr>
            <a:lvl4pPr>
              <a:defRPr sz="1050" b="0">
                <a:solidFill>
                  <a:srgbClr val="506778"/>
                </a:solidFill>
                <a:latin typeface="DejaVu Sans"/>
                <a:ea typeface="DejaVu Sans"/>
                <a:cs typeface="DejaVu Sans"/>
              </a:defRPr>
            </a:lvl4pPr>
            <a:lvl5pPr>
              <a:defRPr sz="1050" b="0">
                <a:solidFill>
                  <a:srgbClr val="506778"/>
                </a:solidFill>
                <a:latin typeface="DejaVu Sans"/>
                <a:ea typeface="DejaVu Sans"/>
                <a:cs typeface="DejaVu Sans"/>
              </a:defRPr>
            </a:lvl5pPr>
            <a:lvl6pPr>
              <a:defRPr sz="1050" b="0">
                <a:solidFill>
                  <a:srgbClr val="506778"/>
                </a:solidFill>
                <a:latin typeface="DejaVu Sans"/>
                <a:ea typeface="DejaVu Sans"/>
                <a:cs typeface="DejaVu Sans"/>
              </a:defRPr>
            </a:lvl6pPr>
            <a:lvl7pPr>
              <a:defRPr sz="1050" b="0">
                <a:solidFill>
                  <a:srgbClr val="506778"/>
                </a:solidFill>
                <a:latin typeface="DejaVu Sans"/>
                <a:ea typeface="DejaVu Sans"/>
                <a:cs typeface="DejaVu Sans"/>
              </a:defRPr>
            </a:lvl7pPr>
            <a:lvl8pPr>
              <a:defRPr sz="1050" b="0">
                <a:solidFill>
                  <a:srgbClr val="506778"/>
                </a:solidFill>
                <a:latin typeface="DejaVu Sans"/>
                <a:ea typeface="DejaVu Sans"/>
                <a:cs typeface="DejaVu Sans"/>
              </a:defRPr>
            </a:lvl8pPr>
            <a:lvl9pPr>
              <a:defRPr sz="1050" b="0">
                <a:solidFill>
                  <a:srgbClr val="506778"/>
                </a:solidFill>
                <a:latin typeface="DejaVu Sans"/>
                <a:ea typeface="DejaVu Sans"/>
                <a:cs typeface="DejaVu Sans"/>
              </a:defRPr>
            </a:lvl9pPr>
          </a:lstStyle>
          <a:p>
            <a:pPr>
              <a:defRPr sz="1050" b="0">
                <a:solidFill>
                  <a:srgbClr val="506778"/>
                </a:solidFill>
                <a:latin typeface="DejaVu Sans"/>
                <a:ea typeface="DejaVu Sans"/>
                <a:cs typeface="DejaVu Sans"/>
              </a:defRPr>
            </a:pPr>
            <a:r>
              <a:rPr sz="1050" b="0">
                <a:solidFill>
                  <a:srgbClr val="506778"/>
                </a:solidFill>
                <a:latin typeface="DejaVu Sans"/>
                <a:ea typeface="DejaVu Sans"/>
                <a:cs typeface="DejaVu Sans"/>
              </a:rPr>
              <a:t>Sumber: E-book Bab 5 (PDF hlm. 15–16, 24–26)</a:t>
            </a:r>
          </a:p>
        </p:txBody>
      </p:sp>
      <p:sp>
        <p:nvSpPr>
          <p:cNvPr id="4" name="text-3">
            <a:extLst>
              <a:ext uri="{FF2B5EF4-FFF2-40B4-BE49-F238E27FC236}">
                <a16:creationId xmlns:a16="http://schemas.microsoft.com/office/drawing/2014/main" id="{89FCA35A-C368-42F9-BBD8-4BAE968F4918}"/>
              </a:ext>
            </a:extLst>
          </p:cNvPr>
          <p:cNvSpPr>
            <a:spLocks noGrp="1"/>
          </p:cNvSpPr>
          <p:nvPr/>
        </p:nvSpPr>
        <p:spPr>
          <a:xfrm>
            <a:off x="11106150" y="6372225"/>
            <a:ext cx="476250" cy="285750"/>
          </a:xfrm>
          <a:prstGeom prst="rect">
            <a:avLst/>
          </a:prstGeom>
          <a:noFill/>
          <a:ln w="0">
            <a:noFill/>
            <a:prstDash val="solid"/>
          </a:ln>
        </p:spPr>
        <p:txBody>
          <a:bodyPr lIns="0" tIns="0" rIns="0" bIns="0" anchor="t">
            <a:noAutofit/>
          </a:bodyPr>
          <a:lstStyle>
            <a:defPPr>
              <a:defRPr sz="1425" b="1">
                <a:solidFill>
                  <a:srgbClr val="007D85"/>
                </a:solidFill>
                <a:latin typeface="DejaVu Sans"/>
                <a:ea typeface="DejaVu Sans"/>
                <a:cs typeface="DejaVu Sans"/>
              </a:defRPr>
            </a:defPPr>
            <a:lvl1pPr>
              <a:defRPr sz="1425" b="1">
                <a:solidFill>
                  <a:srgbClr val="007D85"/>
                </a:solidFill>
                <a:latin typeface="DejaVu Sans"/>
                <a:ea typeface="DejaVu Sans"/>
                <a:cs typeface="DejaVu Sans"/>
              </a:defRPr>
            </a:lvl1pPr>
            <a:lvl2pPr>
              <a:defRPr sz="1425" b="1">
                <a:solidFill>
                  <a:srgbClr val="007D85"/>
                </a:solidFill>
                <a:latin typeface="DejaVu Sans"/>
                <a:ea typeface="DejaVu Sans"/>
                <a:cs typeface="DejaVu Sans"/>
              </a:defRPr>
            </a:lvl2pPr>
            <a:lvl3pPr>
              <a:defRPr sz="1425" b="1">
                <a:solidFill>
                  <a:srgbClr val="007D85"/>
                </a:solidFill>
                <a:latin typeface="DejaVu Sans"/>
                <a:ea typeface="DejaVu Sans"/>
                <a:cs typeface="DejaVu Sans"/>
              </a:defRPr>
            </a:lvl3pPr>
            <a:lvl4pPr>
              <a:defRPr sz="1425" b="1">
                <a:solidFill>
                  <a:srgbClr val="007D85"/>
                </a:solidFill>
                <a:latin typeface="DejaVu Sans"/>
                <a:ea typeface="DejaVu Sans"/>
                <a:cs typeface="DejaVu Sans"/>
              </a:defRPr>
            </a:lvl4pPr>
            <a:lvl5pPr>
              <a:defRPr sz="1425" b="1">
                <a:solidFill>
                  <a:srgbClr val="007D85"/>
                </a:solidFill>
                <a:latin typeface="DejaVu Sans"/>
                <a:ea typeface="DejaVu Sans"/>
                <a:cs typeface="DejaVu Sans"/>
              </a:defRPr>
            </a:lvl5pPr>
            <a:lvl6pPr>
              <a:defRPr sz="1425" b="1">
                <a:solidFill>
                  <a:srgbClr val="007D85"/>
                </a:solidFill>
                <a:latin typeface="DejaVu Sans"/>
                <a:ea typeface="DejaVu Sans"/>
                <a:cs typeface="DejaVu Sans"/>
              </a:defRPr>
            </a:lvl6pPr>
            <a:lvl7pPr>
              <a:defRPr sz="1425" b="1">
                <a:solidFill>
                  <a:srgbClr val="007D85"/>
                </a:solidFill>
                <a:latin typeface="DejaVu Sans"/>
                <a:ea typeface="DejaVu Sans"/>
                <a:cs typeface="DejaVu Sans"/>
              </a:defRPr>
            </a:lvl7pPr>
            <a:lvl8pPr>
              <a:defRPr sz="1425" b="1">
                <a:solidFill>
                  <a:srgbClr val="007D85"/>
                </a:solidFill>
                <a:latin typeface="DejaVu Sans"/>
                <a:ea typeface="DejaVu Sans"/>
                <a:cs typeface="DejaVu Sans"/>
              </a:defRPr>
            </a:lvl8pPr>
            <a:lvl9pPr>
              <a:defRPr sz="1425" b="1">
                <a:solidFill>
                  <a:srgbClr val="007D85"/>
                </a:solidFill>
                <a:latin typeface="DejaVu Sans"/>
                <a:ea typeface="DejaVu Sans"/>
                <a:cs typeface="DejaVu Sans"/>
              </a:defRPr>
            </a:lvl9pPr>
          </a:lstStyle>
          <a:p>
            <a:pPr>
              <a:defRPr sz="1425" b="1">
                <a:solidFill>
                  <a:srgbClr val="007D85"/>
                </a:solidFill>
                <a:latin typeface="DejaVu Sans"/>
                <a:ea typeface="DejaVu Sans"/>
                <a:cs typeface="DejaVu Sans"/>
              </a:defRPr>
            </a:pPr>
            <a:r>
              <a:rPr sz="1425" b="1">
                <a:solidFill>
                  <a:srgbClr val="007D85"/>
                </a:solidFill>
                <a:latin typeface="DejaVu Sans"/>
                <a:ea typeface="DejaVu Sans"/>
                <a:cs typeface="DejaVu Sans"/>
              </a:rPr>
              <a:t>31</a:t>
            </a:r>
          </a:p>
        </p:txBody>
      </p:sp>
      <p:sp>
        <p:nvSpPr>
          <p:cNvPr id="5" name="text-4">
            <a:extLst>
              <a:ext uri="{FF2B5EF4-FFF2-40B4-BE49-F238E27FC236}">
                <a16:creationId xmlns:a16="http://schemas.microsoft.com/office/drawing/2014/main" id="{5C375315-E3C3-4A0B-A587-6E90D166F5CD}"/>
              </a:ext>
            </a:extLst>
          </p:cNvPr>
          <p:cNvSpPr>
            <a:spLocks noGrp="1"/>
          </p:cNvSpPr>
          <p:nvPr/>
        </p:nvSpPr>
        <p:spPr>
          <a:xfrm>
            <a:off x="609600" y="195262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Database lokal</a:t>
            </a:r>
          </a:p>
        </p:txBody>
      </p:sp>
      <p:sp>
        <p:nvSpPr>
          <p:cNvPr id="6" name="text-5">
            <a:extLst>
              <a:ext uri="{FF2B5EF4-FFF2-40B4-BE49-F238E27FC236}">
                <a16:creationId xmlns:a16="http://schemas.microsoft.com/office/drawing/2014/main" id="{37932341-E87F-4E80-B14F-DECC31D5D91E}"/>
              </a:ext>
            </a:extLst>
          </p:cNvPr>
          <p:cNvSpPr>
            <a:spLocks noGrp="1"/>
          </p:cNvSpPr>
          <p:nvPr/>
        </p:nvSpPr>
        <p:spPr>
          <a:xfrm>
            <a:off x="3714750" y="195262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SQLite menyimpan data terstruktur dan menyediakan operasi SQL melalui SQLiteDatabase.</a:t>
            </a:r>
          </a:p>
        </p:txBody>
      </p:sp>
      <p:sp>
        <p:nvSpPr>
          <p:cNvPr id="7" name="text-6">
            <a:extLst>
              <a:ext uri="{FF2B5EF4-FFF2-40B4-BE49-F238E27FC236}">
                <a16:creationId xmlns:a16="http://schemas.microsoft.com/office/drawing/2014/main" id="{513F8505-1325-411A-B083-8E411937FC84}"/>
              </a:ext>
            </a:extLst>
          </p:cNvPr>
          <p:cNvSpPr>
            <a:spLocks noGrp="1"/>
          </p:cNvSpPr>
          <p:nvPr/>
        </p:nvSpPr>
        <p:spPr>
          <a:xfrm>
            <a:off x="609600" y="300037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Pembuatan skema</a:t>
            </a:r>
          </a:p>
        </p:txBody>
      </p:sp>
      <p:sp>
        <p:nvSpPr>
          <p:cNvPr id="8" name="text-7">
            <a:extLst>
              <a:ext uri="{FF2B5EF4-FFF2-40B4-BE49-F238E27FC236}">
                <a16:creationId xmlns:a16="http://schemas.microsoft.com/office/drawing/2014/main" id="{E46FFE67-F8B6-4CDA-BDE6-D6CBEFDA7446}"/>
              </a:ext>
            </a:extLst>
          </p:cNvPr>
          <p:cNvSpPr>
            <a:spLocks noGrp="1"/>
          </p:cNvSpPr>
          <p:nvPr/>
        </p:nvSpPr>
        <p:spPr>
          <a:xfrm>
            <a:off x="3714750" y="300037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SQLiteOpenHelper mengelola database. onCreate() membuat tabel pada pembuatan awal.</a:t>
            </a:r>
          </a:p>
        </p:txBody>
      </p:sp>
      <p:sp>
        <p:nvSpPr>
          <p:cNvPr id="9" name="text-8">
            <a:extLst>
              <a:ext uri="{FF2B5EF4-FFF2-40B4-BE49-F238E27FC236}">
                <a16:creationId xmlns:a16="http://schemas.microsoft.com/office/drawing/2014/main" id="{F979BE16-CD19-44EB-9EDD-CE80BFFB6063}"/>
              </a:ext>
            </a:extLst>
          </p:cNvPr>
          <p:cNvSpPr>
            <a:spLocks noGrp="1"/>
          </p:cNvSpPr>
          <p:nvPr/>
        </p:nvSpPr>
        <p:spPr>
          <a:xfrm>
            <a:off x="609600" y="404812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Perubahan versi</a:t>
            </a:r>
          </a:p>
        </p:txBody>
      </p:sp>
      <p:sp>
        <p:nvSpPr>
          <p:cNvPr id="10" name="text-9">
            <a:extLst>
              <a:ext uri="{FF2B5EF4-FFF2-40B4-BE49-F238E27FC236}">
                <a16:creationId xmlns:a16="http://schemas.microsoft.com/office/drawing/2014/main" id="{FAA0F899-A17F-4B8A-A022-BD5EE45FF533}"/>
              </a:ext>
            </a:extLst>
          </p:cNvPr>
          <p:cNvSpPr>
            <a:spLocks noGrp="1"/>
          </p:cNvSpPr>
          <p:nvPr/>
        </p:nvSpPr>
        <p:spPr>
          <a:xfrm>
            <a:off x="3714750" y="404812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onUpgrade() menjadi tempat menangani perubahan skema. Contoh modul masih memiliki implementasi kosong.</a:t>
            </a:r>
          </a:p>
        </p:txBody>
      </p:sp>
      <p:sp>
        <p:nvSpPr>
          <p:cNvPr id="11" name="text-10">
            <a:extLst>
              <a:ext uri="{FF2B5EF4-FFF2-40B4-BE49-F238E27FC236}">
                <a16:creationId xmlns:a16="http://schemas.microsoft.com/office/drawing/2014/main" id="{063F5B84-E5B7-48D0-A424-684566176828}"/>
              </a:ext>
            </a:extLst>
          </p:cNvPr>
          <p:cNvSpPr>
            <a:spLocks noGrp="1"/>
          </p:cNvSpPr>
          <p:nvPr/>
        </p:nvSpPr>
        <p:spPr>
          <a:xfrm>
            <a:off x="609600" y="509587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Pembacaan hasil</a:t>
            </a:r>
          </a:p>
        </p:txBody>
      </p:sp>
      <p:sp>
        <p:nvSpPr>
          <p:cNvPr id="12" name="text-11">
            <a:extLst>
              <a:ext uri="{FF2B5EF4-FFF2-40B4-BE49-F238E27FC236}">
                <a16:creationId xmlns:a16="http://schemas.microsoft.com/office/drawing/2014/main" id="{01CA1E1B-BC1F-4A74-BA16-88F832A37B01}"/>
              </a:ext>
            </a:extLst>
          </p:cNvPr>
          <p:cNvSpPr>
            <a:spLocks noGrp="1"/>
          </p:cNvSpPr>
          <p:nvPr/>
        </p:nvSpPr>
        <p:spPr>
          <a:xfrm>
            <a:off x="3714750" y="509587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Query menghasilkan Cursor. Aplikasi membaca kolom lalu menghubungkannya dengan tampilan.</a:t>
            </a:r>
          </a:p>
        </p:txBody>
      </p:sp>
    </p:spTree>
    <p:extLst>
      <p:ext uri="{BB962C8B-B14F-4D97-AF65-F5344CB8AC3E}">
        <p14:creationId xmlns:p14="http://schemas.microsoft.com/office/powerpoint/2010/main" val="17787306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6F9FA"/>
        </a:solidFill>
        <a:effectLst/>
      </p:bgPr>
    </p:bg>
    <p:spTree>
      <p:nvGrpSpPr>
        <p:cNvPr id="1" name=""/>
        <p:cNvGrpSpPr/>
        <p:nvPr/>
      </p:nvGrpSpPr>
      <p:grpSpPr>
        <a:xfrm>
          <a:off x="0" y="0"/>
          <a:ext cx="0" cy="0"/>
          <a:chOff x="0" y="0"/>
          <a:chExt cx="0" cy="0"/>
        </a:xfrm>
      </p:grpSpPr>
      <p:sp>
        <p:nvSpPr>
          <p:cNvPr id="13" name="text-0">
            <a:extLst>
              <a:ext uri="{FF2B5EF4-FFF2-40B4-BE49-F238E27FC236}">
                <a16:creationId xmlns:a16="http://schemas.microsoft.com/office/drawing/2014/main" id="{A164FC52-2D5F-4970-9A86-C682CF8CF919}"/>
              </a:ext>
            </a:extLst>
          </p:cNvPr>
          <p:cNvSpPr>
            <a:spLocks noGrp="1"/>
          </p:cNvSpPr>
          <p:nvPr/>
        </p:nvSpPr>
        <p:spPr>
          <a:xfrm>
            <a:off x="609600" y="381000"/>
            <a:ext cx="10953750" cy="266700"/>
          </a:xfrm>
          <a:prstGeom prst="rect">
            <a:avLst/>
          </a:prstGeom>
          <a:noFill/>
          <a:ln w="0">
            <a:noFill/>
            <a:prstDash val="solid"/>
          </a:ln>
        </p:spPr>
        <p:txBody>
          <a:bodyPr lIns="0" tIns="0" rIns="0" bIns="0" anchor="t">
            <a:noAutofit/>
          </a:bodyPr>
          <a:lstStyle>
            <a:defPPr>
              <a:defRPr sz="1350" b="1">
                <a:solidFill>
                  <a:srgbClr val="007D85"/>
                </a:solidFill>
                <a:latin typeface="DejaVu Sans"/>
                <a:ea typeface="DejaVu Sans"/>
                <a:cs typeface="DejaVu Sans"/>
              </a:defRPr>
            </a:defPPr>
            <a:lvl1pPr>
              <a:defRPr sz="1350" b="1">
                <a:solidFill>
                  <a:srgbClr val="007D85"/>
                </a:solidFill>
                <a:latin typeface="DejaVu Sans"/>
                <a:ea typeface="DejaVu Sans"/>
                <a:cs typeface="DejaVu Sans"/>
              </a:defRPr>
            </a:lvl1pPr>
            <a:lvl2pPr>
              <a:defRPr sz="1350" b="1">
                <a:solidFill>
                  <a:srgbClr val="007D85"/>
                </a:solidFill>
                <a:latin typeface="DejaVu Sans"/>
                <a:ea typeface="DejaVu Sans"/>
                <a:cs typeface="DejaVu Sans"/>
              </a:defRPr>
            </a:lvl2pPr>
            <a:lvl3pPr>
              <a:defRPr sz="1350" b="1">
                <a:solidFill>
                  <a:srgbClr val="007D85"/>
                </a:solidFill>
                <a:latin typeface="DejaVu Sans"/>
                <a:ea typeface="DejaVu Sans"/>
                <a:cs typeface="DejaVu Sans"/>
              </a:defRPr>
            </a:lvl3pPr>
            <a:lvl4pPr>
              <a:defRPr sz="1350" b="1">
                <a:solidFill>
                  <a:srgbClr val="007D85"/>
                </a:solidFill>
                <a:latin typeface="DejaVu Sans"/>
                <a:ea typeface="DejaVu Sans"/>
                <a:cs typeface="DejaVu Sans"/>
              </a:defRPr>
            </a:lvl4pPr>
            <a:lvl5pPr>
              <a:defRPr sz="1350" b="1">
                <a:solidFill>
                  <a:srgbClr val="007D85"/>
                </a:solidFill>
                <a:latin typeface="DejaVu Sans"/>
                <a:ea typeface="DejaVu Sans"/>
                <a:cs typeface="DejaVu Sans"/>
              </a:defRPr>
            </a:lvl5pPr>
            <a:lvl6pPr>
              <a:defRPr sz="1350" b="1">
                <a:solidFill>
                  <a:srgbClr val="007D85"/>
                </a:solidFill>
                <a:latin typeface="DejaVu Sans"/>
                <a:ea typeface="DejaVu Sans"/>
                <a:cs typeface="DejaVu Sans"/>
              </a:defRPr>
            </a:lvl6pPr>
            <a:lvl7pPr>
              <a:defRPr sz="1350" b="1">
                <a:solidFill>
                  <a:srgbClr val="007D85"/>
                </a:solidFill>
                <a:latin typeface="DejaVu Sans"/>
                <a:ea typeface="DejaVu Sans"/>
                <a:cs typeface="DejaVu Sans"/>
              </a:defRPr>
            </a:lvl7pPr>
            <a:lvl8pPr>
              <a:defRPr sz="1350" b="1">
                <a:solidFill>
                  <a:srgbClr val="007D85"/>
                </a:solidFill>
                <a:latin typeface="DejaVu Sans"/>
                <a:ea typeface="DejaVu Sans"/>
                <a:cs typeface="DejaVu Sans"/>
              </a:defRPr>
            </a:lvl8pPr>
            <a:lvl9pPr>
              <a:defRPr sz="1350" b="1">
                <a:solidFill>
                  <a:srgbClr val="007D85"/>
                </a:solidFill>
                <a:latin typeface="DejaVu Sans"/>
                <a:ea typeface="DejaVu Sans"/>
                <a:cs typeface="DejaVu Sans"/>
              </a:defRPr>
            </a:lvl9pPr>
          </a:lstStyle>
          <a:p>
            <a:pPr>
              <a:defRPr sz="1350" b="1">
                <a:solidFill>
                  <a:srgbClr val="007D85"/>
                </a:solidFill>
                <a:latin typeface="DejaVu Sans"/>
                <a:ea typeface="DejaVu Sans"/>
                <a:cs typeface="DejaVu Sans"/>
              </a:defRPr>
            </a:pPr>
            <a:r>
              <a:rPr sz="1350" b="1">
                <a:solidFill>
                  <a:srgbClr val="007D85"/>
                </a:solidFill>
                <a:latin typeface="DejaVu Sans"/>
                <a:ea typeface="DejaVu Sans"/>
                <a:cs typeface="DejaVu Sans"/>
              </a:rPr>
              <a:t>BAB 5  PENYIMPANAN LOKAL</a:t>
            </a:r>
          </a:p>
        </p:txBody>
      </p:sp>
      <p:sp>
        <p:nvSpPr>
          <p:cNvPr id="2" name="text-1">
            <a:extLst>
              <a:ext uri="{FF2B5EF4-FFF2-40B4-BE49-F238E27FC236}">
                <a16:creationId xmlns:a16="http://schemas.microsoft.com/office/drawing/2014/main" id="{ADBECA1F-E40D-42BF-A646-E87F9919DE57}"/>
              </a:ext>
            </a:extLst>
          </p:cNvPr>
          <p:cNvSpPr>
            <a:spLocks noGrp="1"/>
          </p:cNvSpPr>
          <p:nvPr/>
        </p:nvSpPr>
        <p:spPr>
          <a:xfrm>
            <a:off x="609600" y="866775"/>
            <a:ext cx="10953750" cy="895350"/>
          </a:xfrm>
          <a:prstGeom prst="rect">
            <a:avLst/>
          </a:prstGeom>
          <a:noFill/>
          <a:ln w="0">
            <a:noFill/>
            <a:prstDash val="solid"/>
          </a:ln>
        </p:spPr>
        <p:txBody>
          <a:bodyPr lIns="0" tIns="0" rIns="0" bIns="0" anchor="t">
            <a:noAutofit/>
          </a:bodyPr>
          <a:lstStyle>
            <a:defPPr>
              <a:defRPr sz="3150" b="1">
                <a:solidFill>
                  <a:srgbClr val="10283F"/>
                </a:solidFill>
                <a:latin typeface="DejaVu Sans"/>
                <a:ea typeface="DejaVu Sans"/>
                <a:cs typeface="DejaVu Sans"/>
              </a:defRPr>
            </a:defPPr>
            <a:lvl1pPr>
              <a:defRPr sz="3150" b="1">
                <a:solidFill>
                  <a:srgbClr val="10283F"/>
                </a:solidFill>
                <a:latin typeface="DejaVu Sans"/>
                <a:ea typeface="DejaVu Sans"/>
                <a:cs typeface="DejaVu Sans"/>
              </a:defRPr>
            </a:lvl1pPr>
            <a:lvl2pPr>
              <a:defRPr sz="3150" b="1">
                <a:solidFill>
                  <a:srgbClr val="10283F"/>
                </a:solidFill>
                <a:latin typeface="DejaVu Sans"/>
                <a:ea typeface="DejaVu Sans"/>
                <a:cs typeface="DejaVu Sans"/>
              </a:defRPr>
            </a:lvl2pPr>
            <a:lvl3pPr>
              <a:defRPr sz="3150" b="1">
                <a:solidFill>
                  <a:srgbClr val="10283F"/>
                </a:solidFill>
                <a:latin typeface="DejaVu Sans"/>
                <a:ea typeface="DejaVu Sans"/>
                <a:cs typeface="DejaVu Sans"/>
              </a:defRPr>
            </a:lvl3pPr>
            <a:lvl4pPr>
              <a:defRPr sz="3150" b="1">
                <a:solidFill>
                  <a:srgbClr val="10283F"/>
                </a:solidFill>
                <a:latin typeface="DejaVu Sans"/>
                <a:ea typeface="DejaVu Sans"/>
                <a:cs typeface="DejaVu Sans"/>
              </a:defRPr>
            </a:lvl4pPr>
            <a:lvl5pPr>
              <a:defRPr sz="3150" b="1">
                <a:solidFill>
                  <a:srgbClr val="10283F"/>
                </a:solidFill>
                <a:latin typeface="DejaVu Sans"/>
                <a:ea typeface="DejaVu Sans"/>
                <a:cs typeface="DejaVu Sans"/>
              </a:defRPr>
            </a:lvl5pPr>
            <a:lvl6pPr>
              <a:defRPr sz="3150" b="1">
                <a:solidFill>
                  <a:srgbClr val="10283F"/>
                </a:solidFill>
                <a:latin typeface="DejaVu Sans"/>
                <a:ea typeface="DejaVu Sans"/>
                <a:cs typeface="DejaVu Sans"/>
              </a:defRPr>
            </a:lvl6pPr>
            <a:lvl7pPr>
              <a:defRPr sz="3150" b="1">
                <a:solidFill>
                  <a:srgbClr val="10283F"/>
                </a:solidFill>
                <a:latin typeface="DejaVu Sans"/>
                <a:ea typeface="DejaVu Sans"/>
                <a:cs typeface="DejaVu Sans"/>
              </a:defRPr>
            </a:lvl7pPr>
            <a:lvl8pPr>
              <a:defRPr sz="3150" b="1">
                <a:solidFill>
                  <a:srgbClr val="10283F"/>
                </a:solidFill>
                <a:latin typeface="DejaVu Sans"/>
                <a:ea typeface="DejaVu Sans"/>
                <a:cs typeface="DejaVu Sans"/>
              </a:defRPr>
            </a:lvl8pPr>
            <a:lvl9pPr>
              <a:defRPr sz="3150" b="1">
                <a:solidFill>
                  <a:srgbClr val="10283F"/>
                </a:solidFill>
                <a:latin typeface="DejaVu Sans"/>
                <a:ea typeface="DejaVu Sans"/>
                <a:cs typeface="DejaVu Sans"/>
              </a:defRPr>
            </a:lvl9pPr>
          </a:lstStyle>
          <a:p>
            <a:pPr>
              <a:defRPr sz="3150" b="1">
                <a:solidFill>
                  <a:srgbClr val="10283F"/>
                </a:solidFill>
                <a:latin typeface="DejaVu Sans"/>
                <a:ea typeface="DejaVu Sans"/>
                <a:cs typeface="DejaVu Sans"/>
              </a:defRPr>
            </a:pPr>
            <a:r>
              <a:rPr sz="3150" b="1">
                <a:solidFill>
                  <a:srgbClr val="10283F"/>
                </a:solidFill>
                <a:latin typeface="DejaVu Sans"/>
                <a:ea typeface="DejaVu Sans"/>
                <a:cs typeface="DejaVu Sans"/>
              </a:rPr>
              <a:t>Praktik CRUD biodata dengan SQLite</a:t>
            </a:r>
          </a:p>
        </p:txBody>
      </p:sp>
      <p:sp>
        <p:nvSpPr>
          <p:cNvPr id="3" name="text-2">
            <a:extLst>
              <a:ext uri="{FF2B5EF4-FFF2-40B4-BE49-F238E27FC236}">
                <a16:creationId xmlns:a16="http://schemas.microsoft.com/office/drawing/2014/main" id="{FC24BD0C-FBDB-4870-8391-7000EB182A19}"/>
              </a:ext>
            </a:extLst>
          </p:cNvPr>
          <p:cNvSpPr>
            <a:spLocks noGrp="1"/>
          </p:cNvSpPr>
          <p:nvPr/>
        </p:nvSpPr>
        <p:spPr>
          <a:xfrm>
            <a:off x="609600" y="6410325"/>
            <a:ext cx="10096500" cy="238125"/>
          </a:xfrm>
          <a:prstGeom prst="rect">
            <a:avLst/>
          </a:prstGeom>
          <a:noFill/>
          <a:ln w="0">
            <a:noFill/>
            <a:prstDash val="solid"/>
          </a:ln>
        </p:spPr>
        <p:txBody>
          <a:bodyPr lIns="0" tIns="0" rIns="0" bIns="0" anchor="t">
            <a:noAutofit/>
          </a:bodyPr>
          <a:lstStyle>
            <a:defPPr>
              <a:defRPr sz="1050" b="0">
                <a:solidFill>
                  <a:srgbClr val="506778"/>
                </a:solidFill>
                <a:latin typeface="DejaVu Sans"/>
                <a:ea typeface="DejaVu Sans"/>
                <a:cs typeface="DejaVu Sans"/>
              </a:defRPr>
            </a:defPPr>
            <a:lvl1pPr>
              <a:defRPr sz="1050" b="0">
                <a:solidFill>
                  <a:srgbClr val="506778"/>
                </a:solidFill>
                <a:latin typeface="DejaVu Sans"/>
                <a:ea typeface="DejaVu Sans"/>
                <a:cs typeface="DejaVu Sans"/>
              </a:defRPr>
            </a:lvl1pPr>
            <a:lvl2pPr>
              <a:defRPr sz="1050" b="0">
                <a:solidFill>
                  <a:srgbClr val="506778"/>
                </a:solidFill>
                <a:latin typeface="DejaVu Sans"/>
                <a:ea typeface="DejaVu Sans"/>
                <a:cs typeface="DejaVu Sans"/>
              </a:defRPr>
            </a:lvl2pPr>
            <a:lvl3pPr>
              <a:defRPr sz="1050" b="0">
                <a:solidFill>
                  <a:srgbClr val="506778"/>
                </a:solidFill>
                <a:latin typeface="DejaVu Sans"/>
                <a:ea typeface="DejaVu Sans"/>
                <a:cs typeface="DejaVu Sans"/>
              </a:defRPr>
            </a:lvl3pPr>
            <a:lvl4pPr>
              <a:defRPr sz="1050" b="0">
                <a:solidFill>
                  <a:srgbClr val="506778"/>
                </a:solidFill>
                <a:latin typeface="DejaVu Sans"/>
                <a:ea typeface="DejaVu Sans"/>
                <a:cs typeface="DejaVu Sans"/>
              </a:defRPr>
            </a:lvl4pPr>
            <a:lvl5pPr>
              <a:defRPr sz="1050" b="0">
                <a:solidFill>
                  <a:srgbClr val="506778"/>
                </a:solidFill>
                <a:latin typeface="DejaVu Sans"/>
                <a:ea typeface="DejaVu Sans"/>
                <a:cs typeface="DejaVu Sans"/>
              </a:defRPr>
            </a:lvl5pPr>
            <a:lvl6pPr>
              <a:defRPr sz="1050" b="0">
                <a:solidFill>
                  <a:srgbClr val="506778"/>
                </a:solidFill>
                <a:latin typeface="DejaVu Sans"/>
                <a:ea typeface="DejaVu Sans"/>
                <a:cs typeface="DejaVu Sans"/>
              </a:defRPr>
            </a:lvl6pPr>
            <a:lvl7pPr>
              <a:defRPr sz="1050" b="0">
                <a:solidFill>
                  <a:srgbClr val="506778"/>
                </a:solidFill>
                <a:latin typeface="DejaVu Sans"/>
                <a:ea typeface="DejaVu Sans"/>
                <a:cs typeface="DejaVu Sans"/>
              </a:defRPr>
            </a:lvl7pPr>
            <a:lvl8pPr>
              <a:defRPr sz="1050" b="0">
                <a:solidFill>
                  <a:srgbClr val="506778"/>
                </a:solidFill>
                <a:latin typeface="DejaVu Sans"/>
                <a:ea typeface="DejaVu Sans"/>
                <a:cs typeface="DejaVu Sans"/>
              </a:defRPr>
            </a:lvl8pPr>
            <a:lvl9pPr>
              <a:defRPr sz="1050" b="0">
                <a:solidFill>
                  <a:srgbClr val="506778"/>
                </a:solidFill>
                <a:latin typeface="DejaVu Sans"/>
                <a:ea typeface="DejaVu Sans"/>
                <a:cs typeface="DejaVu Sans"/>
              </a:defRPr>
            </a:lvl9pPr>
          </a:lstStyle>
          <a:p>
            <a:pPr>
              <a:defRPr sz="1050" b="0">
                <a:solidFill>
                  <a:srgbClr val="506778"/>
                </a:solidFill>
                <a:latin typeface="DejaVu Sans"/>
                <a:ea typeface="DejaVu Sans"/>
                <a:cs typeface="DejaVu Sans"/>
              </a:defRPr>
            </a:pPr>
            <a:r>
              <a:rPr sz="1050" b="0">
                <a:solidFill>
                  <a:srgbClr val="506778"/>
                </a:solidFill>
                <a:latin typeface="DejaVu Sans"/>
                <a:ea typeface="DejaVu Sans"/>
                <a:cs typeface="DejaVu Sans"/>
              </a:rPr>
              <a:t>Sumber: E-book Bab 5 (PDF hlm. 17–31)</a:t>
            </a:r>
          </a:p>
        </p:txBody>
      </p:sp>
      <p:sp>
        <p:nvSpPr>
          <p:cNvPr id="4" name="text-3">
            <a:extLst>
              <a:ext uri="{FF2B5EF4-FFF2-40B4-BE49-F238E27FC236}">
                <a16:creationId xmlns:a16="http://schemas.microsoft.com/office/drawing/2014/main" id="{48AB85C2-D770-4574-AEE9-0277C5EACC85}"/>
              </a:ext>
            </a:extLst>
          </p:cNvPr>
          <p:cNvSpPr>
            <a:spLocks noGrp="1"/>
          </p:cNvSpPr>
          <p:nvPr/>
        </p:nvSpPr>
        <p:spPr>
          <a:xfrm>
            <a:off x="11106150" y="6372225"/>
            <a:ext cx="476250" cy="285750"/>
          </a:xfrm>
          <a:prstGeom prst="rect">
            <a:avLst/>
          </a:prstGeom>
          <a:noFill/>
          <a:ln w="0">
            <a:noFill/>
            <a:prstDash val="solid"/>
          </a:ln>
        </p:spPr>
        <p:txBody>
          <a:bodyPr lIns="0" tIns="0" rIns="0" bIns="0" anchor="t">
            <a:noAutofit/>
          </a:bodyPr>
          <a:lstStyle>
            <a:defPPr>
              <a:defRPr sz="1425" b="1">
                <a:solidFill>
                  <a:srgbClr val="007D85"/>
                </a:solidFill>
                <a:latin typeface="DejaVu Sans"/>
                <a:ea typeface="DejaVu Sans"/>
                <a:cs typeface="DejaVu Sans"/>
              </a:defRPr>
            </a:defPPr>
            <a:lvl1pPr>
              <a:defRPr sz="1425" b="1">
                <a:solidFill>
                  <a:srgbClr val="007D85"/>
                </a:solidFill>
                <a:latin typeface="DejaVu Sans"/>
                <a:ea typeface="DejaVu Sans"/>
                <a:cs typeface="DejaVu Sans"/>
              </a:defRPr>
            </a:lvl1pPr>
            <a:lvl2pPr>
              <a:defRPr sz="1425" b="1">
                <a:solidFill>
                  <a:srgbClr val="007D85"/>
                </a:solidFill>
                <a:latin typeface="DejaVu Sans"/>
                <a:ea typeface="DejaVu Sans"/>
                <a:cs typeface="DejaVu Sans"/>
              </a:defRPr>
            </a:lvl2pPr>
            <a:lvl3pPr>
              <a:defRPr sz="1425" b="1">
                <a:solidFill>
                  <a:srgbClr val="007D85"/>
                </a:solidFill>
                <a:latin typeface="DejaVu Sans"/>
                <a:ea typeface="DejaVu Sans"/>
                <a:cs typeface="DejaVu Sans"/>
              </a:defRPr>
            </a:lvl3pPr>
            <a:lvl4pPr>
              <a:defRPr sz="1425" b="1">
                <a:solidFill>
                  <a:srgbClr val="007D85"/>
                </a:solidFill>
                <a:latin typeface="DejaVu Sans"/>
                <a:ea typeface="DejaVu Sans"/>
                <a:cs typeface="DejaVu Sans"/>
              </a:defRPr>
            </a:lvl4pPr>
            <a:lvl5pPr>
              <a:defRPr sz="1425" b="1">
                <a:solidFill>
                  <a:srgbClr val="007D85"/>
                </a:solidFill>
                <a:latin typeface="DejaVu Sans"/>
                <a:ea typeface="DejaVu Sans"/>
                <a:cs typeface="DejaVu Sans"/>
              </a:defRPr>
            </a:lvl5pPr>
            <a:lvl6pPr>
              <a:defRPr sz="1425" b="1">
                <a:solidFill>
                  <a:srgbClr val="007D85"/>
                </a:solidFill>
                <a:latin typeface="DejaVu Sans"/>
                <a:ea typeface="DejaVu Sans"/>
                <a:cs typeface="DejaVu Sans"/>
              </a:defRPr>
            </a:lvl6pPr>
            <a:lvl7pPr>
              <a:defRPr sz="1425" b="1">
                <a:solidFill>
                  <a:srgbClr val="007D85"/>
                </a:solidFill>
                <a:latin typeface="DejaVu Sans"/>
                <a:ea typeface="DejaVu Sans"/>
                <a:cs typeface="DejaVu Sans"/>
              </a:defRPr>
            </a:lvl7pPr>
            <a:lvl8pPr>
              <a:defRPr sz="1425" b="1">
                <a:solidFill>
                  <a:srgbClr val="007D85"/>
                </a:solidFill>
                <a:latin typeface="DejaVu Sans"/>
                <a:ea typeface="DejaVu Sans"/>
                <a:cs typeface="DejaVu Sans"/>
              </a:defRPr>
            </a:lvl8pPr>
            <a:lvl9pPr>
              <a:defRPr sz="1425" b="1">
                <a:solidFill>
                  <a:srgbClr val="007D85"/>
                </a:solidFill>
                <a:latin typeface="DejaVu Sans"/>
                <a:ea typeface="DejaVu Sans"/>
                <a:cs typeface="DejaVu Sans"/>
              </a:defRPr>
            </a:lvl9pPr>
          </a:lstStyle>
          <a:p>
            <a:pPr>
              <a:defRPr sz="1425" b="1">
                <a:solidFill>
                  <a:srgbClr val="007D85"/>
                </a:solidFill>
                <a:latin typeface="DejaVu Sans"/>
                <a:ea typeface="DejaVu Sans"/>
                <a:cs typeface="DejaVu Sans"/>
              </a:defRPr>
            </a:pPr>
            <a:r>
              <a:rPr sz="1425" b="1">
                <a:solidFill>
                  <a:srgbClr val="007D85"/>
                </a:solidFill>
                <a:latin typeface="DejaVu Sans"/>
                <a:ea typeface="DejaVu Sans"/>
                <a:cs typeface="DejaVu Sans"/>
              </a:rPr>
              <a:t>32</a:t>
            </a:r>
          </a:p>
        </p:txBody>
      </p:sp>
      <p:sp>
        <p:nvSpPr>
          <p:cNvPr id="5" name="text-4">
            <a:extLst>
              <a:ext uri="{FF2B5EF4-FFF2-40B4-BE49-F238E27FC236}">
                <a16:creationId xmlns:a16="http://schemas.microsoft.com/office/drawing/2014/main" id="{5BDE29B1-9CA9-4AF8-831E-53FB36BC8560}"/>
              </a:ext>
            </a:extLst>
          </p:cNvPr>
          <p:cNvSpPr>
            <a:spLocks noGrp="1"/>
          </p:cNvSpPr>
          <p:nvPr/>
        </p:nvSpPr>
        <p:spPr>
          <a:xfrm>
            <a:off x="609600" y="1952625"/>
            <a:ext cx="5905500" cy="3238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Skema data</a:t>
            </a:r>
          </a:p>
        </p:txBody>
      </p:sp>
      <p:sp>
        <p:nvSpPr>
          <p:cNvPr id="6" name="text-5">
            <a:extLst>
              <a:ext uri="{FF2B5EF4-FFF2-40B4-BE49-F238E27FC236}">
                <a16:creationId xmlns:a16="http://schemas.microsoft.com/office/drawing/2014/main" id="{0601AF65-7DD4-4221-8A08-06F8C965C83B}"/>
              </a:ext>
            </a:extLst>
          </p:cNvPr>
          <p:cNvSpPr>
            <a:spLocks noGrp="1"/>
          </p:cNvSpPr>
          <p:nvPr/>
        </p:nvSpPr>
        <p:spPr>
          <a:xfrm>
            <a:off x="609600" y="2352675"/>
            <a:ext cx="5905500" cy="876300"/>
          </a:xfrm>
          <a:prstGeom prst="rect">
            <a:avLst/>
          </a:prstGeom>
          <a:noFill/>
          <a:ln w="0">
            <a:noFill/>
            <a:prstDash val="solid"/>
          </a:ln>
        </p:spPr>
        <p:txBody>
          <a:bodyPr lIns="0" tIns="0" rIns="0" bIns="0" anchor="t">
            <a:noAutofit/>
          </a:bodyPr>
          <a:lstStyle>
            <a:defPPr>
              <a:defRPr sz="1875" b="0">
                <a:solidFill>
                  <a:srgbClr val="183349"/>
                </a:solidFill>
                <a:latin typeface="DejaVu Sans"/>
                <a:ea typeface="DejaVu Sans"/>
                <a:cs typeface="DejaVu Sans"/>
              </a:defRPr>
            </a:defPPr>
            <a:lvl1pPr>
              <a:defRPr sz="1875" b="0">
                <a:solidFill>
                  <a:srgbClr val="183349"/>
                </a:solidFill>
                <a:latin typeface="DejaVu Sans"/>
                <a:ea typeface="DejaVu Sans"/>
                <a:cs typeface="DejaVu Sans"/>
              </a:defRPr>
            </a:lvl1pPr>
            <a:lvl2pPr>
              <a:defRPr sz="1875" b="0">
                <a:solidFill>
                  <a:srgbClr val="183349"/>
                </a:solidFill>
                <a:latin typeface="DejaVu Sans"/>
                <a:ea typeface="DejaVu Sans"/>
                <a:cs typeface="DejaVu Sans"/>
              </a:defRPr>
            </a:lvl2pPr>
            <a:lvl3pPr>
              <a:defRPr sz="1875" b="0">
                <a:solidFill>
                  <a:srgbClr val="183349"/>
                </a:solidFill>
                <a:latin typeface="DejaVu Sans"/>
                <a:ea typeface="DejaVu Sans"/>
                <a:cs typeface="DejaVu Sans"/>
              </a:defRPr>
            </a:lvl3pPr>
            <a:lvl4pPr>
              <a:defRPr sz="1875" b="0">
                <a:solidFill>
                  <a:srgbClr val="183349"/>
                </a:solidFill>
                <a:latin typeface="DejaVu Sans"/>
                <a:ea typeface="DejaVu Sans"/>
                <a:cs typeface="DejaVu Sans"/>
              </a:defRPr>
            </a:lvl4pPr>
            <a:lvl5pPr>
              <a:defRPr sz="1875" b="0">
                <a:solidFill>
                  <a:srgbClr val="183349"/>
                </a:solidFill>
                <a:latin typeface="DejaVu Sans"/>
                <a:ea typeface="DejaVu Sans"/>
                <a:cs typeface="DejaVu Sans"/>
              </a:defRPr>
            </a:lvl5pPr>
            <a:lvl6pPr>
              <a:defRPr sz="1875" b="0">
                <a:solidFill>
                  <a:srgbClr val="183349"/>
                </a:solidFill>
                <a:latin typeface="DejaVu Sans"/>
                <a:ea typeface="DejaVu Sans"/>
                <a:cs typeface="DejaVu Sans"/>
              </a:defRPr>
            </a:lvl6pPr>
            <a:lvl7pPr>
              <a:defRPr sz="1875" b="0">
                <a:solidFill>
                  <a:srgbClr val="183349"/>
                </a:solidFill>
                <a:latin typeface="DejaVu Sans"/>
                <a:ea typeface="DejaVu Sans"/>
                <a:cs typeface="DejaVu Sans"/>
              </a:defRPr>
            </a:lvl7pPr>
            <a:lvl8pPr>
              <a:defRPr sz="1875" b="0">
                <a:solidFill>
                  <a:srgbClr val="183349"/>
                </a:solidFill>
                <a:latin typeface="DejaVu Sans"/>
                <a:ea typeface="DejaVu Sans"/>
                <a:cs typeface="DejaVu Sans"/>
              </a:defRPr>
            </a:lvl8pPr>
            <a:lvl9pPr>
              <a:defRPr sz="1875" b="0">
                <a:solidFill>
                  <a:srgbClr val="183349"/>
                </a:solidFill>
                <a:latin typeface="DejaVu Sans"/>
                <a:ea typeface="DejaVu Sans"/>
                <a:cs typeface="DejaVu Sans"/>
              </a:defRPr>
            </a:lvl9pPr>
          </a:lstStyle>
          <a:p>
            <a:pPr>
              <a:defRPr sz="1875" b="0">
                <a:solidFill>
                  <a:srgbClr val="183349"/>
                </a:solidFill>
                <a:latin typeface="DejaVu Sans"/>
                <a:ea typeface="DejaVu Sans"/>
                <a:cs typeface="DejaVu Sans"/>
              </a:defRPr>
            </a:pPr>
            <a:r>
              <a:rPr sz="1875" b="0">
                <a:solidFill>
                  <a:srgbClr val="183349"/>
                </a:solidFill>
                <a:latin typeface="DejaVu Sans"/>
                <a:ea typeface="DejaVu Sans"/>
                <a:cs typeface="DejaVu Sans"/>
              </a:rPr>
              <a:t>Database bio_data.db memiliki tabel biodata: no, name, birthdate, gender, address.</a:t>
            </a:r>
          </a:p>
        </p:txBody>
      </p:sp>
      <p:sp>
        <p:nvSpPr>
          <p:cNvPr id="7" name="text-6">
            <a:extLst>
              <a:ext uri="{FF2B5EF4-FFF2-40B4-BE49-F238E27FC236}">
                <a16:creationId xmlns:a16="http://schemas.microsoft.com/office/drawing/2014/main" id="{CCC5F436-C76F-445B-B9A9-096A5B68448C}"/>
              </a:ext>
            </a:extLst>
          </p:cNvPr>
          <p:cNvSpPr>
            <a:spLocks noGrp="1"/>
          </p:cNvSpPr>
          <p:nvPr/>
        </p:nvSpPr>
        <p:spPr>
          <a:xfrm>
            <a:off x="609600" y="3305175"/>
            <a:ext cx="5905500" cy="3238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Create dan read</a:t>
            </a:r>
          </a:p>
        </p:txBody>
      </p:sp>
      <p:sp>
        <p:nvSpPr>
          <p:cNvPr id="8" name="text-7">
            <a:extLst>
              <a:ext uri="{FF2B5EF4-FFF2-40B4-BE49-F238E27FC236}">
                <a16:creationId xmlns:a16="http://schemas.microsoft.com/office/drawing/2014/main" id="{E9CE6B67-F57E-4316-A7B5-6B1E8F740227}"/>
              </a:ext>
            </a:extLst>
          </p:cNvPr>
          <p:cNvSpPr>
            <a:spLocks noGrp="1"/>
          </p:cNvSpPr>
          <p:nvPr/>
        </p:nvSpPr>
        <p:spPr>
          <a:xfrm>
            <a:off x="609600" y="3705225"/>
            <a:ext cx="5905500" cy="876300"/>
          </a:xfrm>
          <a:prstGeom prst="rect">
            <a:avLst/>
          </a:prstGeom>
          <a:noFill/>
          <a:ln w="0">
            <a:noFill/>
            <a:prstDash val="solid"/>
          </a:ln>
        </p:spPr>
        <p:txBody>
          <a:bodyPr lIns="0" tIns="0" rIns="0" bIns="0" anchor="t">
            <a:noAutofit/>
          </a:bodyPr>
          <a:lstStyle>
            <a:defPPr>
              <a:defRPr sz="1875" b="0">
                <a:solidFill>
                  <a:srgbClr val="183349"/>
                </a:solidFill>
                <a:latin typeface="DejaVu Sans"/>
                <a:ea typeface="DejaVu Sans"/>
                <a:cs typeface="DejaVu Sans"/>
              </a:defRPr>
            </a:defPPr>
            <a:lvl1pPr>
              <a:defRPr sz="1875" b="0">
                <a:solidFill>
                  <a:srgbClr val="183349"/>
                </a:solidFill>
                <a:latin typeface="DejaVu Sans"/>
                <a:ea typeface="DejaVu Sans"/>
                <a:cs typeface="DejaVu Sans"/>
              </a:defRPr>
            </a:lvl1pPr>
            <a:lvl2pPr>
              <a:defRPr sz="1875" b="0">
                <a:solidFill>
                  <a:srgbClr val="183349"/>
                </a:solidFill>
                <a:latin typeface="DejaVu Sans"/>
                <a:ea typeface="DejaVu Sans"/>
                <a:cs typeface="DejaVu Sans"/>
              </a:defRPr>
            </a:lvl2pPr>
            <a:lvl3pPr>
              <a:defRPr sz="1875" b="0">
                <a:solidFill>
                  <a:srgbClr val="183349"/>
                </a:solidFill>
                <a:latin typeface="DejaVu Sans"/>
                <a:ea typeface="DejaVu Sans"/>
                <a:cs typeface="DejaVu Sans"/>
              </a:defRPr>
            </a:lvl3pPr>
            <a:lvl4pPr>
              <a:defRPr sz="1875" b="0">
                <a:solidFill>
                  <a:srgbClr val="183349"/>
                </a:solidFill>
                <a:latin typeface="DejaVu Sans"/>
                <a:ea typeface="DejaVu Sans"/>
                <a:cs typeface="DejaVu Sans"/>
              </a:defRPr>
            </a:lvl4pPr>
            <a:lvl5pPr>
              <a:defRPr sz="1875" b="0">
                <a:solidFill>
                  <a:srgbClr val="183349"/>
                </a:solidFill>
                <a:latin typeface="DejaVu Sans"/>
                <a:ea typeface="DejaVu Sans"/>
                <a:cs typeface="DejaVu Sans"/>
              </a:defRPr>
            </a:lvl5pPr>
            <a:lvl6pPr>
              <a:defRPr sz="1875" b="0">
                <a:solidFill>
                  <a:srgbClr val="183349"/>
                </a:solidFill>
                <a:latin typeface="DejaVu Sans"/>
                <a:ea typeface="DejaVu Sans"/>
                <a:cs typeface="DejaVu Sans"/>
              </a:defRPr>
            </a:lvl6pPr>
            <a:lvl7pPr>
              <a:defRPr sz="1875" b="0">
                <a:solidFill>
                  <a:srgbClr val="183349"/>
                </a:solidFill>
                <a:latin typeface="DejaVu Sans"/>
                <a:ea typeface="DejaVu Sans"/>
                <a:cs typeface="DejaVu Sans"/>
              </a:defRPr>
            </a:lvl7pPr>
            <a:lvl8pPr>
              <a:defRPr sz="1875" b="0">
                <a:solidFill>
                  <a:srgbClr val="183349"/>
                </a:solidFill>
                <a:latin typeface="DejaVu Sans"/>
                <a:ea typeface="DejaVu Sans"/>
                <a:cs typeface="DejaVu Sans"/>
              </a:defRPr>
            </a:lvl8pPr>
            <a:lvl9pPr>
              <a:defRPr sz="1875" b="0">
                <a:solidFill>
                  <a:srgbClr val="183349"/>
                </a:solidFill>
                <a:latin typeface="DejaVu Sans"/>
                <a:ea typeface="DejaVu Sans"/>
                <a:cs typeface="DejaVu Sans"/>
              </a:defRPr>
            </a:lvl9pPr>
          </a:lstStyle>
          <a:p>
            <a:pPr>
              <a:defRPr sz="1875" b="0">
                <a:solidFill>
                  <a:srgbClr val="183349"/>
                </a:solidFill>
                <a:latin typeface="DejaVu Sans"/>
                <a:ea typeface="DejaVu Sans"/>
                <a:cs typeface="DejaVu Sans"/>
              </a:defRPr>
            </a:pPr>
            <a:r>
              <a:rPr sz="1875" b="0">
                <a:solidFill>
                  <a:srgbClr val="183349"/>
                </a:solidFill>
                <a:latin typeface="DejaVu Sans"/>
                <a:ea typeface="DejaVu Sans"/>
                <a:cs typeface="DejaVu Sans"/>
              </a:rPr>
              <a:t>CreateBio memasukkan data. MainActivity menampilkan ListView dan SeeBio menampilkan detail.</a:t>
            </a:r>
          </a:p>
        </p:txBody>
      </p:sp>
      <p:sp>
        <p:nvSpPr>
          <p:cNvPr id="9" name="text-8">
            <a:extLst>
              <a:ext uri="{FF2B5EF4-FFF2-40B4-BE49-F238E27FC236}">
                <a16:creationId xmlns:a16="http://schemas.microsoft.com/office/drawing/2014/main" id="{3D78DDF6-F1D1-47D0-98E1-E1ED30216D23}"/>
              </a:ext>
            </a:extLst>
          </p:cNvPr>
          <p:cNvSpPr>
            <a:spLocks noGrp="1"/>
          </p:cNvSpPr>
          <p:nvPr/>
        </p:nvSpPr>
        <p:spPr>
          <a:xfrm>
            <a:off x="609600" y="4657725"/>
            <a:ext cx="5905500" cy="3238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Update dan delete</a:t>
            </a:r>
          </a:p>
        </p:txBody>
      </p:sp>
      <p:sp>
        <p:nvSpPr>
          <p:cNvPr id="10" name="text-9">
            <a:extLst>
              <a:ext uri="{FF2B5EF4-FFF2-40B4-BE49-F238E27FC236}">
                <a16:creationId xmlns:a16="http://schemas.microsoft.com/office/drawing/2014/main" id="{DF9DE665-5D70-4072-9A36-EDE2028AB4A0}"/>
              </a:ext>
            </a:extLst>
          </p:cNvPr>
          <p:cNvSpPr>
            <a:spLocks noGrp="1"/>
          </p:cNvSpPr>
          <p:nvPr/>
        </p:nvSpPr>
        <p:spPr>
          <a:xfrm>
            <a:off x="609600" y="5057775"/>
            <a:ext cx="5905500" cy="876300"/>
          </a:xfrm>
          <a:prstGeom prst="rect">
            <a:avLst/>
          </a:prstGeom>
          <a:noFill/>
          <a:ln w="0">
            <a:noFill/>
            <a:prstDash val="solid"/>
          </a:ln>
        </p:spPr>
        <p:txBody>
          <a:bodyPr lIns="0" tIns="0" rIns="0" bIns="0" anchor="t">
            <a:noAutofit/>
          </a:bodyPr>
          <a:lstStyle>
            <a:defPPr>
              <a:defRPr sz="1875" b="0">
                <a:solidFill>
                  <a:srgbClr val="183349"/>
                </a:solidFill>
                <a:latin typeface="DejaVu Sans"/>
                <a:ea typeface="DejaVu Sans"/>
                <a:cs typeface="DejaVu Sans"/>
              </a:defRPr>
            </a:defPPr>
            <a:lvl1pPr>
              <a:defRPr sz="1875" b="0">
                <a:solidFill>
                  <a:srgbClr val="183349"/>
                </a:solidFill>
                <a:latin typeface="DejaVu Sans"/>
                <a:ea typeface="DejaVu Sans"/>
                <a:cs typeface="DejaVu Sans"/>
              </a:defRPr>
            </a:lvl1pPr>
            <a:lvl2pPr>
              <a:defRPr sz="1875" b="0">
                <a:solidFill>
                  <a:srgbClr val="183349"/>
                </a:solidFill>
                <a:latin typeface="DejaVu Sans"/>
                <a:ea typeface="DejaVu Sans"/>
                <a:cs typeface="DejaVu Sans"/>
              </a:defRPr>
            </a:lvl2pPr>
            <a:lvl3pPr>
              <a:defRPr sz="1875" b="0">
                <a:solidFill>
                  <a:srgbClr val="183349"/>
                </a:solidFill>
                <a:latin typeface="DejaVu Sans"/>
                <a:ea typeface="DejaVu Sans"/>
                <a:cs typeface="DejaVu Sans"/>
              </a:defRPr>
            </a:lvl3pPr>
            <a:lvl4pPr>
              <a:defRPr sz="1875" b="0">
                <a:solidFill>
                  <a:srgbClr val="183349"/>
                </a:solidFill>
                <a:latin typeface="DejaVu Sans"/>
                <a:ea typeface="DejaVu Sans"/>
                <a:cs typeface="DejaVu Sans"/>
              </a:defRPr>
            </a:lvl4pPr>
            <a:lvl5pPr>
              <a:defRPr sz="1875" b="0">
                <a:solidFill>
                  <a:srgbClr val="183349"/>
                </a:solidFill>
                <a:latin typeface="DejaVu Sans"/>
                <a:ea typeface="DejaVu Sans"/>
                <a:cs typeface="DejaVu Sans"/>
              </a:defRPr>
            </a:lvl5pPr>
            <a:lvl6pPr>
              <a:defRPr sz="1875" b="0">
                <a:solidFill>
                  <a:srgbClr val="183349"/>
                </a:solidFill>
                <a:latin typeface="DejaVu Sans"/>
                <a:ea typeface="DejaVu Sans"/>
                <a:cs typeface="DejaVu Sans"/>
              </a:defRPr>
            </a:lvl6pPr>
            <a:lvl7pPr>
              <a:defRPr sz="1875" b="0">
                <a:solidFill>
                  <a:srgbClr val="183349"/>
                </a:solidFill>
                <a:latin typeface="DejaVu Sans"/>
                <a:ea typeface="DejaVu Sans"/>
                <a:cs typeface="DejaVu Sans"/>
              </a:defRPr>
            </a:lvl7pPr>
            <a:lvl8pPr>
              <a:defRPr sz="1875" b="0">
                <a:solidFill>
                  <a:srgbClr val="183349"/>
                </a:solidFill>
                <a:latin typeface="DejaVu Sans"/>
                <a:ea typeface="DejaVu Sans"/>
                <a:cs typeface="DejaVu Sans"/>
              </a:defRPr>
            </a:lvl8pPr>
            <a:lvl9pPr>
              <a:defRPr sz="1875" b="0">
                <a:solidFill>
                  <a:srgbClr val="183349"/>
                </a:solidFill>
                <a:latin typeface="DejaVu Sans"/>
                <a:ea typeface="DejaVu Sans"/>
                <a:cs typeface="DejaVu Sans"/>
              </a:defRPr>
            </a:lvl9pPr>
          </a:lstStyle>
          <a:p>
            <a:pPr>
              <a:defRPr sz="1875" b="0">
                <a:solidFill>
                  <a:srgbClr val="183349"/>
                </a:solidFill>
                <a:latin typeface="DejaVu Sans"/>
                <a:ea typeface="DejaVu Sans"/>
                <a:cs typeface="DejaVu Sans"/>
              </a:defRPr>
            </a:pPr>
            <a:r>
              <a:rPr sz="1875" b="0">
                <a:solidFill>
                  <a:srgbClr val="183349"/>
                </a:solidFill>
                <a:latin typeface="DejaVu Sans"/>
                <a:ea typeface="DejaVu Sans"/>
                <a:cs typeface="DejaVu Sans"/>
              </a:rPr>
              <a:t>UpdateBio mengubah data, sedangkan menu pilihan pada daftar menyediakan aksi hapus.</a:t>
            </a:r>
          </a:p>
        </p:txBody>
      </p:sp>
      <p:pic>
        <p:nvPicPr>
          <p:cNvPr id="11" name="Picture 10">
            <a:extLst>
              <a:ext uri="{FF2B5EF4-FFF2-40B4-BE49-F238E27FC236}">
                <a16:creationId xmlns:a16="http://schemas.microsoft.com/office/drawing/2014/main" id="{AC43F876-4F39-477C-8561-6CC08077C661}"/>
              </a:ext>
            </a:extLst>
          </p:cNvPr>
          <p:cNvPicPr>
            <a:picLocks noChangeAspect="1"/>
          </p:cNvPicPr>
          <p:nvPr/>
        </p:nvPicPr>
        <p:blipFill>
          <a:blip r:embed="rId3"/>
          <a:stretch/>
        </p:blipFill>
        <p:spPr>
          <a:xfrm>
            <a:off x="6953250" y="2291881"/>
            <a:ext cx="2143125" cy="3417239"/>
          </a:xfrm>
          <a:prstGeom prst="rect">
            <a:avLst/>
          </a:prstGeom>
        </p:spPr>
      </p:pic>
      <p:pic>
        <p:nvPicPr>
          <p:cNvPr id="12" name="Picture 11">
            <a:extLst>
              <a:ext uri="{FF2B5EF4-FFF2-40B4-BE49-F238E27FC236}">
                <a16:creationId xmlns:a16="http://schemas.microsoft.com/office/drawing/2014/main" id="{68556621-9BF6-4346-812E-4D338048233B}"/>
              </a:ext>
            </a:extLst>
          </p:cNvPr>
          <p:cNvPicPr>
            <a:picLocks noChangeAspect="1"/>
          </p:cNvPicPr>
          <p:nvPr/>
        </p:nvPicPr>
        <p:blipFill>
          <a:blip r:embed="rId4"/>
          <a:stretch/>
        </p:blipFill>
        <p:spPr>
          <a:xfrm>
            <a:off x="9315450" y="2276825"/>
            <a:ext cx="2143125" cy="3447351"/>
          </a:xfrm>
          <a:prstGeom prst="rect">
            <a:avLst/>
          </a:prstGeom>
        </p:spPr>
      </p:pic>
    </p:spTree>
    <p:extLst>
      <p:ext uri="{BB962C8B-B14F-4D97-AF65-F5344CB8AC3E}">
        <p14:creationId xmlns:p14="http://schemas.microsoft.com/office/powerpoint/2010/main" val="4548443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6F9FA"/>
        </a:solidFill>
        <a:effectLst/>
      </p:bgPr>
    </p:bg>
    <p:spTree>
      <p:nvGrpSpPr>
        <p:cNvPr id="1" name=""/>
        <p:cNvGrpSpPr/>
        <p:nvPr/>
      </p:nvGrpSpPr>
      <p:grpSpPr>
        <a:xfrm>
          <a:off x="0" y="0"/>
          <a:ext cx="0" cy="0"/>
          <a:chOff x="0" y="0"/>
          <a:chExt cx="0" cy="0"/>
        </a:xfrm>
      </p:grpSpPr>
      <p:sp>
        <p:nvSpPr>
          <p:cNvPr id="6" name="text-0">
            <a:extLst>
              <a:ext uri="{FF2B5EF4-FFF2-40B4-BE49-F238E27FC236}">
                <a16:creationId xmlns:a16="http://schemas.microsoft.com/office/drawing/2014/main" id="{F11DB208-5827-4513-83CA-60C4432BE849}"/>
              </a:ext>
            </a:extLst>
          </p:cNvPr>
          <p:cNvSpPr>
            <a:spLocks noGrp="1"/>
          </p:cNvSpPr>
          <p:nvPr/>
        </p:nvSpPr>
        <p:spPr>
          <a:xfrm>
            <a:off x="609600" y="381000"/>
            <a:ext cx="10953750" cy="266700"/>
          </a:xfrm>
          <a:prstGeom prst="rect">
            <a:avLst/>
          </a:prstGeom>
          <a:noFill/>
          <a:ln w="0">
            <a:noFill/>
            <a:prstDash val="solid"/>
          </a:ln>
        </p:spPr>
        <p:txBody>
          <a:bodyPr lIns="0" tIns="0" rIns="0" bIns="0" anchor="t">
            <a:noAutofit/>
          </a:bodyPr>
          <a:lstStyle>
            <a:defPPr>
              <a:defRPr sz="1350" b="1">
                <a:solidFill>
                  <a:srgbClr val="007D85"/>
                </a:solidFill>
                <a:latin typeface="DejaVu Sans"/>
                <a:ea typeface="DejaVu Sans"/>
                <a:cs typeface="DejaVu Sans"/>
              </a:defRPr>
            </a:defPPr>
            <a:lvl1pPr>
              <a:defRPr sz="1350" b="1">
                <a:solidFill>
                  <a:srgbClr val="007D85"/>
                </a:solidFill>
                <a:latin typeface="DejaVu Sans"/>
                <a:ea typeface="DejaVu Sans"/>
                <a:cs typeface="DejaVu Sans"/>
              </a:defRPr>
            </a:lvl1pPr>
            <a:lvl2pPr>
              <a:defRPr sz="1350" b="1">
                <a:solidFill>
                  <a:srgbClr val="007D85"/>
                </a:solidFill>
                <a:latin typeface="DejaVu Sans"/>
                <a:ea typeface="DejaVu Sans"/>
                <a:cs typeface="DejaVu Sans"/>
              </a:defRPr>
            </a:lvl2pPr>
            <a:lvl3pPr>
              <a:defRPr sz="1350" b="1">
                <a:solidFill>
                  <a:srgbClr val="007D85"/>
                </a:solidFill>
                <a:latin typeface="DejaVu Sans"/>
                <a:ea typeface="DejaVu Sans"/>
                <a:cs typeface="DejaVu Sans"/>
              </a:defRPr>
            </a:lvl3pPr>
            <a:lvl4pPr>
              <a:defRPr sz="1350" b="1">
                <a:solidFill>
                  <a:srgbClr val="007D85"/>
                </a:solidFill>
                <a:latin typeface="DejaVu Sans"/>
                <a:ea typeface="DejaVu Sans"/>
                <a:cs typeface="DejaVu Sans"/>
              </a:defRPr>
            </a:lvl4pPr>
            <a:lvl5pPr>
              <a:defRPr sz="1350" b="1">
                <a:solidFill>
                  <a:srgbClr val="007D85"/>
                </a:solidFill>
                <a:latin typeface="DejaVu Sans"/>
                <a:ea typeface="DejaVu Sans"/>
                <a:cs typeface="DejaVu Sans"/>
              </a:defRPr>
            </a:lvl5pPr>
            <a:lvl6pPr>
              <a:defRPr sz="1350" b="1">
                <a:solidFill>
                  <a:srgbClr val="007D85"/>
                </a:solidFill>
                <a:latin typeface="DejaVu Sans"/>
                <a:ea typeface="DejaVu Sans"/>
                <a:cs typeface="DejaVu Sans"/>
              </a:defRPr>
            </a:lvl6pPr>
            <a:lvl7pPr>
              <a:defRPr sz="1350" b="1">
                <a:solidFill>
                  <a:srgbClr val="007D85"/>
                </a:solidFill>
                <a:latin typeface="DejaVu Sans"/>
                <a:ea typeface="DejaVu Sans"/>
                <a:cs typeface="DejaVu Sans"/>
              </a:defRPr>
            </a:lvl7pPr>
            <a:lvl8pPr>
              <a:defRPr sz="1350" b="1">
                <a:solidFill>
                  <a:srgbClr val="007D85"/>
                </a:solidFill>
                <a:latin typeface="DejaVu Sans"/>
                <a:ea typeface="DejaVu Sans"/>
                <a:cs typeface="DejaVu Sans"/>
              </a:defRPr>
            </a:lvl8pPr>
            <a:lvl9pPr>
              <a:defRPr sz="1350" b="1">
                <a:solidFill>
                  <a:srgbClr val="007D85"/>
                </a:solidFill>
                <a:latin typeface="DejaVu Sans"/>
                <a:ea typeface="DejaVu Sans"/>
                <a:cs typeface="DejaVu Sans"/>
              </a:defRPr>
            </a:lvl9pPr>
          </a:lstStyle>
          <a:p>
            <a:pPr>
              <a:defRPr sz="1350" b="1">
                <a:solidFill>
                  <a:srgbClr val="007D85"/>
                </a:solidFill>
                <a:latin typeface="DejaVu Sans"/>
                <a:ea typeface="DejaVu Sans"/>
                <a:cs typeface="DejaVu Sans"/>
              </a:defRPr>
            </a:pPr>
            <a:r>
              <a:rPr sz="1350" b="1">
                <a:solidFill>
                  <a:srgbClr val="007D85"/>
                </a:solidFill>
                <a:latin typeface="DejaVu Sans"/>
                <a:ea typeface="DejaVu Sans"/>
                <a:cs typeface="DejaVu Sans"/>
              </a:rPr>
              <a:t>BAB 5  PENYIMPANAN LOKAL</a:t>
            </a:r>
          </a:p>
        </p:txBody>
      </p:sp>
      <p:sp>
        <p:nvSpPr>
          <p:cNvPr id="2" name="text-1">
            <a:extLst>
              <a:ext uri="{FF2B5EF4-FFF2-40B4-BE49-F238E27FC236}">
                <a16:creationId xmlns:a16="http://schemas.microsoft.com/office/drawing/2014/main" id="{16CAD885-3FEA-4D26-A43F-83973C994B5A}"/>
              </a:ext>
            </a:extLst>
          </p:cNvPr>
          <p:cNvSpPr>
            <a:spLocks noGrp="1"/>
          </p:cNvSpPr>
          <p:nvPr/>
        </p:nvSpPr>
        <p:spPr>
          <a:xfrm>
            <a:off x="609600" y="866775"/>
            <a:ext cx="10953750" cy="895350"/>
          </a:xfrm>
          <a:prstGeom prst="rect">
            <a:avLst/>
          </a:prstGeom>
          <a:noFill/>
          <a:ln w="0">
            <a:noFill/>
            <a:prstDash val="solid"/>
          </a:ln>
        </p:spPr>
        <p:txBody>
          <a:bodyPr lIns="0" tIns="0" rIns="0" bIns="0" anchor="t">
            <a:noAutofit/>
          </a:bodyPr>
          <a:lstStyle>
            <a:defPPr>
              <a:defRPr sz="3150" b="1">
                <a:solidFill>
                  <a:srgbClr val="10283F"/>
                </a:solidFill>
                <a:latin typeface="DejaVu Sans"/>
                <a:ea typeface="DejaVu Sans"/>
                <a:cs typeface="DejaVu Sans"/>
              </a:defRPr>
            </a:defPPr>
            <a:lvl1pPr>
              <a:defRPr sz="3150" b="1">
                <a:solidFill>
                  <a:srgbClr val="10283F"/>
                </a:solidFill>
                <a:latin typeface="DejaVu Sans"/>
                <a:ea typeface="DejaVu Sans"/>
                <a:cs typeface="DejaVu Sans"/>
              </a:defRPr>
            </a:lvl1pPr>
            <a:lvl2pPr>
              <a:defRPr sz="3150" b="1">
                <a:solidFill>
                  <a:srgbClr val="10283F"/>
                </a:solidFill>
                <a:latin typeface="DejaVu Sans"/>
                <a:ea typeface="DejaVu Sans"/>
                <a:cs typeface="DejaVu Sans"/>
              </a:defRPr>
            </a:lvl2pPr>
            <a:lvl3pPr>
              <a:defRPr sz="3150" b="1">
                <a:solidFill>
                  <a:srgbClr val="10283F"/>
                </a:solidFill>
                <a:latin typeface="DejaVu Sans"/>
                <a:ea typeface="DejaVu Sans"/>
                <a:cs typeface="DejaVu Sans"/>
              </a:defRPr>
            </a:lvl3pPr>
            <a:lvl4pPr>
              <a:defRPr sz="3150" b="1">
                <a:solidFill>
                  <a:srgbClr val="10283F"/>
                </a:solidFill>
                <a:latin typeface="DejaVu Sans"/>
                <a:ea typeface="DejaVu Sans"/>
                <a:cs typeface="DejaVu Sans"/>
              </a:defRPr>
            </a:lvl4pPr>
            <a:lvl5pPr>
              <a:defRPr sz="3150" b="1">
                <a:solidFill>
                  <a:srgbClr val="10283F"/>
                </a:solidFill>
                <a:latin typeface="DejaVu Sans"/>
                <a:ea typeface="DejaVu Sans"/>
                <a:cs typeface="DejaVu Sans"/>
              </a:defRPr>
            </a:lvl5pPr>
            <a:lvl6pPr>
              <a:defRPr sz="3150" b="1">
                <a:solidFill>
                  <a:srgbClr val="10283F"/>
                </a:solidFill>
                <a:latin typeface="DejaVu Sans"/>
                <a:ea typeface="DejaVu Sans"/>
                <a:cs typeface="DejaVu Sans"/>
              </a:defRPr>
            </a:lvl6pPr>
            <a:lvl7pPr>
              <a:defRPr sz="3150" b="1">
                <a:solidFill>
                  <a:srgbClr val="10283F"/>
                </a:solidFill>
                <a:latin typeface="DejaVu Sans"/>
                <a:ea typeface="DejaVu Sans"/>
                <a:cs typeface="DejaVu Sans"/>
              </a:defRPr>
            </a:lvl7pPr>
            <a:lvl8pPr>
              <a:defRPr sz="3150" b="1">
                <a:solidFill>
                  <a:srgbClr val="10283F"/>
                </a:solidFill>
                <a:latin typeface="DejaVu Sans"/>
                <a:ea typeface="DejaVu Sans"/>
                <a:cs typeface="DejaVu Sans"/>
              </a:defRPr>
            </a:lvl8pPr>
            <a:lvl9pPr>
              <a:defRPr sz="3150" b="1">
                <a:solidFill>
                  <a:srgbClr val="10283F"/>
                </a:solidFill>
                <a:latin typeface="DejaVu Sans"/>
                <a:ea typeface="DejaVu Sans"/>
                <a:cs typeface="DejaVu Sans"/>
              </a:defRPr>
            </a:lvl9pPr>
          </a:lstStyle>
          <a:p>
            <a:pPr>
              <a:defRPr sz="3150" b="1">
                <a:solidFill>
                  <a:srgbClr val="10283F"/>
                </a:solidFill>
                <a:latin typeface="DejaVu Sans"/>
                <a:ea typeface="DejaVu Sans"/>
                <a:cs typeface="DejaVu Sans"/>
              </a:defRPr>
            </a:pPr>
            <a:r>
              <a:rPr sz="3150" b="1">
                <a:solidFill>
                  <a:srgbClr val="10283F"/>
                </a:solidFill>
                <a:latin typeface="DejaVu Sans"/>
                <a:ea typeface="DejaVu Sans"/>
                <a:cs typeface="DejaVu Sans"/>
              </a:rPr>
              <a:t>Alur data pada aplikasi biodata</a:t>
            </a:r>
          </a:p>
        </p:txBody>
      </p:sp>
      <p:sp>
        <p:nvSpPr>
          <p:cNvPr id="3" name="text-2">
            <a:extLst>
              <a:ext uri="{FF2B5EF4-FFF2-40B4-BE49-F238E27FC236}">
                <a16:creationId xmlns:a16="http://schemas.microsoft.com/office/drawing/2014/main" id="{D66A06D0-920A-4EEC-B51C-2647F00AC322}"/>
              </a:ext>
            </a:extLst>
          </p:cNvPr>
          <p:cNvSpPr>
            <a:spLocks noGrp="1"/>
          </p:cNvSpPr>
          <p:nvPr/>
        </p:nvSpPr>
        <p:spPr>
          <a:xfrm>
            <a:off x="609600" y="6410325"/>
            <a:ext cx="10096500" cy="238125"/>
          </a:xfrm>
          <a:prstGeom prst="rect">
            <a:avLst/>
          </a:prstGeom>
          <a:noFill/>
          <a:ln w="0">
            <a:noFill/>
            <a:prstDash val="solid"/>
          </a:ln>
        </p:spPr>
        <p:txBody>
          <a:bodyPr lIns="0" tIns="0" rIns="0" bIns="0" anchor="t">
            <a:noAutofit/>
          </a:bodyPr>
          <a:lstStyle>
            <a:defPPr>
              <a:defRPr sz="1050" b="0">
                <a:solidFill>
                  <a:srgbClr val="506778"/>
                </a:solidFill>
                <a:latin typeface="DejaVu Sans"/>
                <a:ea typeface="DejaVu Sans"/>
                <a:cs typeface="DejaVu Sans"/>
              </a:defRPr>
            </a:defPPr>
            <a:lvl1pPr>
              <a:defRPr sz="1050" b="0">
                <a:solidFill>
                  <a:srgbClr val="506778"/>
                </a:solidFill>
                <a:latin typeface="DejaVu Sans"/>
                <a:ea typeface="DejaVu Sans"/>
                <a:cs typeface="DejaVu Sans"/>
              </a:defRPr>
            </a:lvl1pPr>
            <a:lvl2pPr>
              <a:defRPr sz="1050" b="0">
                <a:solidFill>
                  <a:srgbClr val="506778"/>
                </a:solidFill>
                <a:latin typeface="DejaVu Sans"/>
                <a:ea typeface="DejaVu Sans"/>
                <a:cs typeface="DejaVu Sans"/>
              </a:defRPr>
            </a:lvl2pPr>
            <a:lvl3pPr>
              <a:defRPr sz="1050" b="0">
                <a:solidFill>
                  <a:srgbClr val="506778"/>
                </a:solidFill>
                <a:latin typeface="DejaVu Sans"/>
                <a:ea typeface="DejaVu Sans"/>
                <a:cs typeface="DejaVu Sans"/>
              </a:defRPr>
            </a:lvl3pPr>
            <a:lvl4pPr>
              <a:defRPr sz="1050" b="0">
                <a:solidFill>
                  <a:srgbClr val="506778"/>
                </a:solidFill>
                <a:latin typeface="DejaVu Sans"/>
                <a:ea typeface="DejaVu Sans"/>
                <a:cs typeface="DejaVu Sans"/>
              </a:defRPr>
            </a:lvl4pPr>
            <a:lvl5pPr>
              <a:defRPr sz="1050" b="0">
                <a:solidFill>
                  <a:srgbClr val="506778"/>
                </a:solidFill>
                <a:latin typeface="DejaVu Sans"/>
                <a:ea typeface="DejaVu Sans"/>
                <a:cs typeface="DejaVu Sans"/>
              </a:defRPr>
            </a:lvl5pPr>
            <a:lvl6pPr>
              <a:defRPr sz="1050" b="0">
                <a:solidFill>
                  <a:srgbClr val="506778"/>
                </a:solidFill>
                <a:latin typeface="DejaVu Sans"/>
                <a:ea typeface="DejaVu Sans"/>
                <a:cs typeface="DejaVu Sans"/>
              </a:defRPr>
            </a:lvl6pPr>
            <a:lvl7pPr>
              <a:defRPr sz="1050" b="0">
                <a:solidFill>
                  <a:srgbClr val="506778"/>
                </a:solidFill>
                <a:latin typeface="DejaVu Sans"/>
                <a:ea typeface="DejaVu Sans"/>
                <a:cs typeface="DejaVu Sans"/>
              </a:defRPr>
            </a:lvl7pPr>
            <a:lvl8pPr>
              <a:defRPr sz="1050" b="0">
                <a:solidFill>
                  <a:srgbClr val="506778"/>
                </a:solidFill>
                <a:latin typeface="DejaVu Sans"/>
                <a:ea typeface="DejaVu Sans"/>
                <a:cs typeface="DejaVu Sans"/>
              </a:defRPr>
            </a:lvl8pPr>
            <a:lvl9pPr>
              <a:defRPr sz="1050" b="0">
                <a:solidFill>
                  <a:srgbClr val="506778"/>
                </a:solidFill>
                <a:latin typeface="DejaVu Sans"/>
                <a:ea typeface="DejaVu Sans"/>
                <a:cs typeface="DejaVu Sans"/>
              </a:defRPr>
            </a:lvl9pPr>
          </a:lstStyle>
          <a:p>
            <a:pPr>
              <a:defRPr sz="1050" b="0">
                <a:solidFill>
                  <a:srgbClr val="506778"/>
                </a:solidFill>
                <a:latin typeface="DejaVu Sans"/>
                <a:ea typeface="DejaVu Sans"/>
                <a:cs typeface="DejaVu Sans"/>
              </a:defRPr>
            </a:pPr>
            <a:r>
              <a:rPr sz="1050" b="0">
                <a:solidFill>
                  <a:srgbClr val="506778"/>
                </a:solidFill>
                <a:latin typeface="DejaVu Sans"/>
                <a:ea typeface="DejaVu Sans"/>
                <a:cs typeface="DejaVu Sans"/>
              </a:rPr>
              <a:t>Sumber: E-book Bab 5 (PDF hlm. 24–31)</a:t>
            </a:r>
          </a:p>
        </p:txBody>
      </p:sp>
      <p:sp>
        <p:nvSpPr>
          <p:cNvPr id="4" name="text-3">
            <a:extLst>
              <a:ext uri="{FF2B5EF4-FFF2-40B4-BE49-F238E27FC236}">
                <a16:creationId xmlns:a16="http://schemas.microsoft.com/office/drawing/2014/main" id="{EE3EA093-2622-495E-AB42-8D5D526A96DD}"/>
              </a:ext>
            </a:extLst>
          </p:cNvPr>
          <p:cNvSpPr>
            <a:spLocks noGrp="1"/>
          </p:cNvSpPr>
          <p:nvPr/>
        </p:nvSpPr>
        <p:spPr>
          <a:xfrm>
            <a:off x="11106150" y="6372225"/>
            <a:ext cx="476250" cy="285750"/>
          </a:xfrm>
          <a:prstGeom prst="rect">
            <a:avLst/>
          </a:prstGeom>
          <a:noFill/>
          <a:ln w="0">
            <a:noFill/>
            <a:prstDash val="solid"/>
          </a:ln>
        </p:spPr>
        <p:txBody>
          <a:bodyPr lIns="0" tIns="0" rIns="0" bIns="0" anchor="t">
            <a:noAutofit/>
          </a:bodyPr>
          <a:lstStyle>
            <a:defPPr>
              <a:defRPr sz="1425" b="1">
                <a:solidFill>
                  <a:srgbClr val="007D85"/>
                </a:solidFill>
                <a:latin typeface="DejaVu Sans"/>
                <a:ea typeface="DejaVu Sans"/>
                <a:cs typeface="DejaVu Sans"/>
              </a:defRPr>
            </a:defPPr>
            <a:lvl1pPr>
              <a:defRPr sz="1425" b="1">
                <a:solidFill>
                  <a:srgbClr val="007D85"/>
                </a:solidFill>
                <a:latin typeface="DejaVu Sans"/>
                <a:ea typeface="DejaVu Sans"/>
                <a:cs typeface="DejaVu Sans"/>
              </a:defRPr>
            </a:lvl1pPr>
            <a:lvl2pPr>
              <a:defRPr sz="1425" b="1">
                <a:solidFill>
                  <a:srgbClr val="007D85"/>
                </a:solidFill>
                <a:latin typeface="DejaVu Sans"/>
                <a:ea typeface="DejaVu Sans"/>
                <a:cs typeface="DejaVu Sans"/>
              </a:defRPr>
            </a:lvl2pPr>
            <a:lvl3pPr>
              <a:defRPr sz="1425" b="1">
                <a:solidFill>
                  <a:srgbClr val="007D85"/>
                </a:solidFill>
                <a:latin typeface="DejaVu Sans"/>
                <a:ea typeface="DejaVu Sans"/>
                <a:cs typeface="DejaVu Sans"/>
              </a:defRPr>
            </a:lvl3pPr>
            <a:lvl4pPr>
              <a:defRPr sz="1425" b="1">
                <a:solidFill>
                  <a:srgbClr val="007D85"/>
                </a:solidFill>
                <a:latin typeface="DejaVu Sans"/>
                <a:ea typeface="DejaVu Sans"/>
                <a:cs typeface="DejaVu Sans"/>
              </a:defRPr>
            </a:lvl4pPr>
            <a:lvl5pPr>
              <a:defRPr sz="1425" b="1">
                <a:solidFill>
                  <a:srgbClr val="007D85"/>
                </a:solidFill>
                <a:latin typeface="DejaVu Sans"/>
                <a:ea typeface="DejaVu Sans"/>
                <a:cs typeface="DejaVu Sans"/>
              </a:defRPr>
            </a:lvl5pPr>
            <a:lvl6pPr>
              <a:defRPr sz="1425" b="1">
                <a:solidFill>
                  <a:srgbClr val="007D85"/>
                </a:solidFill>
                <a:latin typeface="DejaVu Sans"/>
                <a:ea typeface="DejaVu Sans"/>
                <a:cs typeface="DejaVu Sans"/>
              </a:defRPr>
            </a:lvl6pPr>
            <a:lvl7pPr>
              <a:defRPr sz="1425" b="1">
                <a:solidFill>
                  <a:srgbClr val="007D85"/>
                </a:solidFill>
                <a:latin typeface="DejaVu Sans"/>
                <a:ea typeface="DejaVu Sans"/>
                <a:cs typeface="DejaVu Sans"/>
              </a:defRPr>
            </a:lvl7pPr>
            <a:lvl8pPr>
              <a:defRPr sz="1425" b="1">
                <a:solidFill>
                  <a:srgbClr val="007D85"/>
                </a:solidFill>
                <a:latin typeface="DejaVu Sans"/>
                <a:ea typeface="DejaVu Sans"/>
                <a:cs typeface="DejaVu Sans"/>
              </a:defRPr>
            </a:lvl8pPr>
            <a:lvl9pPr>
              <a:defRPr sz="1425" b="1">
                <a:solidFill>
                  <a:srgbClr val="007D85"/>
                </a:solidFill>
                <a:latin typeface="DejaVu Sans"/>
                <a:ea typeface="DejaVu Sans"/>
                <a:cs typeface="DejaVu Sans"/>
              </a:defRPr>
            </a:lvl9pPr>
          </a:lstStyle>
          <a:p>
            <a:pPr>
              <a:defRPr sz="1425" b="1">
                <a:solidFill>
                  <a:srgbClr val="007D85"/>
                </a:solidFill>
                <a:latin typeface="DejaVu Sans"/>
                <a:ea typeface="DejaVu Sans"/>
                <a:cs typeface="DejaVu Sans"/>
              </a:defRPr>
            </a:pPr>
            <a:r>
              <a:rPr sz="1425" b="1">
                <a:solidFill>
                  <a:srgbClr val="007D85"/>
                </a:solidFill>
                <a:latin typeface="DejaVu Sans"/>
                <a:ea typeface="DejaVu Sans"/>
                <a:cs typeface="DejaVu Sans"/>
              </a:rPr>
              <a:t>33</a:t>
            </a:r>
          </a:p>
        </p:txBody>
      </p:sp>
      <p:graphicFrame>
        <p:nvGraphicFramePr>
          <p:cNvPr id="5" name="Table 4">
            <a:extLst>
              <a:ext uri="{FF2B5EF4-FFF2-40B4-BE49-F238E27FC236}">
                <a16:creationId xmlns:a16="http://schemas.microsoft.com/office/drawing/2014/main" id="{FA8BE062-27E9-4FED-9406-97C682374F63}"/>
              </a:ext>
            </a:extLst>
          </p:cNvPr>
          <p:cNvGraphicFramePr/>
          <p:nvPr/>
        </p:nvGraphicFramePr>
        <p:xfrm>
          <a:off x="609600" y="1924050"/>
          <a:ext cx="10972800" cy="3095625"/>
        </p:xfrm>
        <a:graphic>
          <a:graphicData uri="http://schemas.openxmlformats.org/drawingml/2006/table">
            <a:tbl>
              <a:tblPr/>
              <a:tblGrid>
                <a:gridCol w="4333875">
                  <a:extLst>
                    <a:ext uri="{9D8B030D-6E8A-4147-A177-3AD203B41FA5}">
                      <a16:colId xmlns:a16="http://schemas.microsoft.com/office/drawing/2014/main" val="20000"/>
                    </a:ext>
                  </a:extLst>
                </a:gridCol>
                <a:gridCol w="6638925">
                  <a:extLst>
                    <a:ext uri="{9D8B030D-6E8A-4147-A177-3AD203B41FA5}">
                      <a16:colId xmlns:a16="http://schemas.microsoft.com/office/drawing/2014/main" val="20001"/>
                    </a:ext>
                  </a:extLst>
                </a:gridCol>
              </a:tblGrid>
              <a:tr h="619125">
                <a:tc>
                  <a:txBody>
                    <a:bodyPr/>
                    <a:lstStyle/>
                    <a:p>
                      <a:r>
                        <a:rPr sz="1800" b="1">
                          <a:solidFill>
                            <a:srgbClr val="FFFFFF"/>
                          </a:solidFill>
                          <a:latin typeface="DejaVu Sans"/>
                          <a:ea typeface="DejaVu Sans"/>
                          <a:cs typeface="DejaVu Sans"/>
                        </a:rPr>
                        <a:t>Operasi</a:t>
                      </a:r>
                    </a:p>
                  </a:txBody>
                  <a:tcPr>
                    <a:lnL w="9525">
                      <a:solidFill>
                        <a:srgbClr val="D9E3E8"/>
                      </a:solidFill>
                      <a:prstDash val="solid"/>
                    </a:lnL>
                    <a:lnR w="9525">
                      <a:solidFill>
                        <a:srgbClr val="D9E3E8"/>
                      </a:solidFill>
                      <a:prstDash val="solid"/>
                    </a:lnR>
                    <a:lnT w="9525">
                      <a:solidFill>
                        <a:srgbClr val="D9E3E8"/>
                      </a:solidFill>
                      <a:prstDash val="solid"/>
                    </a:lnT>
                    <a:lnB w="9525">
                      <a:solidFill>
                        <a:srgbClr val="D9E3E8"/>
                      </a:solidFill>
                      <a:prstDash val="solid"/>
                    </a:lnB>
                    <a:solidFill>
                      <a:srgbClr val="10283F"/>
                    </a:solidFill>
                  </a:tcPr>
                </a:tc>
                <a:tc>
                  <a:txBody>
                    <a:bodyPr/>
                    <a:lstStyle/>
                    <a:p>
                      <a:r>
                        <a:rPr sz="1800" b="1">
                          <a:solidFill>
                            <a:srgbClr val="FFFFFF"/>
                          </a:solidFill>
                          <a:latin typeface="DejaVu Sans"/>
                          <a:ea typeface="DejaVu Sans"/>
                          <a:cs typeface="DejaVu Sans"/>
                        </a:rPr>
                        <a:t>Alur dalam contoh modul</a:t>
                      </a:r>
                    </a:p>
                  </a:txBody>
                  <a:tcPr>
                    <a:lnL w="9525" cap="flat" cmpd="sng" algn="ctr">
                      <a:solidFill>
                        <a:srgbClr val="D9E3E8"/>
                      </a:solidFill>
                      <a:prstDash val="solid"/>
                      <a:round/>
                      <a:headEnd type="none" w="med" len="med"/>
                      <a:tailEnd type="none" w="med" len="med"/>
                    </a:lnL>
                    <a:lnR w="9525">
                      <a:solidFill>
                        <a:srgbClr val="D9E3E8"/>
                      </a:solidFill>
                      <a:prstDash val="solid"/>
                    </a:lnR>
                    <a:lnT w="9525">
                      <a:solidFill>
                        <a:srgbClr val="D9E3E8"/>
                      </a:solidFill>
                      <a:prstDash val="solid"/>
                    </a:lnT>
                    <a:lnB w="9525">
                      <a:solidFill>
                        <a:srgbClr val="D9E3E8"/>
                      </a:solidFill>
                      <a:prstDash val="solid"/>
                    </a:lnB>
                    <a:solidFill>
                      <a:srgbClr val="10283F"/>
                    </a:solidFill>
                  </a:tcPr>
                </a:tc>
                <a:extLst>
                  <a:ext uri="{0D108BD9-81ED-4DB2-BD59-A6C34878D82A}">
                    <a16:rowId xmlns:a16="http://schemas.microsoft.com/office/drawing/2014/main" val="10000"/>
                  </a:ext>
                </a:extLst>
              </a:tr>
              <a:tr h="619125">
                <a:tc>
                  <a:txBody>
                    <a:bodyPr/>
                    <a:lstStyle/>
                    <a:p>
                      <a:r>
                        <a:rPr sz="1725" b="0">
                          <a:solidFill>
                            <a:srgbClr val="183349"/>
                          </a:solidFill>
                          <a:latin typeface="DejaVu Sans"/>
                          <a:ea typeface="DejaVu Sans"/>
                          <a:cs typeface="DejaVu Sans"/>
                        </a:rPr>
                        <a:t>Create</a:t>
                      </a:r>
                    </a:p>
                  </a:txBody>
                  <a:tcPr>
                    <a:lnL w="9525">
                      <a:solidFill>
                        <a:srgbClr val="D9E3E8"/>
                      </a:solidFill>
                      <a:prstDash val="soli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FFFFFF"/>
                    </a:solidFill>
                  </a:tcPr>
                </a:tc>
                <a:tc>
                  <a:txBody>
                    <a:bodyPr/>
                    <a:lstStyle/>
                    <a:p>
                      <a:r>
                        <a:rPr sz="1725" b="0">
                          <a:solidFill>
                            <a:srgbClr val="183349"/>
                          </a:solidFill>
                          <a:latin typeface="DejaVu Sans"/>
                          <a:ea typeface="DejaVu Sans"/>
                          <a:cs typeface="DejaVu Sans"/>
                        </a:rPr>
                        <a:t>Form input, INSERT, pesan hasil, muat ulang daftar.</a:t>
                      </a:r>
                    </a:p>
                  </a:txBody>
                  <a:tcPr>
                    <a:lnL w="9525" cap="flat" cmpd="sng" algn="ctr">
                      <a:solidFill>
                        <a:srgbClr val="D9E3E8"/>
                      </a:solidFill>
                      <a:prstDash val="solid"/>
                      <a:round/>
                      <a:headEnd type="none" w="med" len="med"/>
                      <a:tailEnd type="none" w="med" len="me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FFFFFF"/>
                    </a:solidFill>
                  </a:tcPr>
                </a:tc>
                <a:extLst>
                  <a:ext uri="{0D108BD9-81ED-4DB2-BD59-A6C34878D82A}">
                    <a16:rowId xmlns:a16="http://schemas.microsoft.com/office/drawing/2014/main" val="10001"/>
                  </a:ext>
                </a:extLst>
              </a:tr>
              <a:tr h="619125">
                <a:tc>
                  <a:txBody>
                    <a:bodyPr/>
                    <a:lstStyle/>
                    <a:p>
                      <a:r>
                        <a:rPr sz="1725" b="0">
                          <a:solidFill>
                            <a:srgbClr val="183349"/>
                          </a:solidFill>
                          <a:latin typeface="DejaVu Sans"/>
                          <a:ea typeface="DejaVu Sans"/>
                          <a:cs typeface="DejaVu Sans"/>
                        </a:rPr>
                        <a:t>Read</a:t>
                      </a:r>
                    </a:p>
                  </a:txBody>
                  <a:tcPr>
                    <a:lnL w="9525">
                      <a:solidFill>
                        <a:srgbClr val="D9E3E8"/>
                      </a:solidFill>
                      <a:prstDash val="soli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EAF1F4"/>
                    </a:solidFill>
                  </a:tcPr>
                </a:tc>
                <a:tc>
                  <a:txBody>
                    <a:bodyPr/>
                    <a:lstStyle/>
                    <a:p>
                      <a:r>
                        <a:rPr sz="1725" b="0">
                          <a:solidFill>
                            <a:srgbClr val="183349"/>
                          </a:solidFill>
                          <a:latin typeface="DejaVu Sans"/>
                          <a:ea typeface="DejaVu Sans"/>
                          <a:cs typeface="DejaVu Sans"/>
                        </a:rPr>
                        <a:t>SELECT, Cursor, ArrayAdapter/ListView atau detail.</a:t>
                      </a:r>
                    </a:p>
                  </a:txBody>
                  <a:tcPr>
                    <a:lnL w="9525" cap="flat" cmpd="sng" algn="ctr">
                      <a:solidFill>
                        <a:srgbClr val="D9E3E8"/>
                      </a:solidFill>
                      <a:prstDash val="solid"/>
                      <a:round/>
                      <a:headEnd type="none" w="med" len="med"/>
                      <a:tailEnd type="none" w="med" len="me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EAF1F4"/>
                    </a:solidFill>
                  </a:tcPr>
                </a:tc>
                <a:extLst>
                  <a:ext uri="{0D108BD9-81ED-4DB2-BD59-A6C34878D82A}">
                    <a16:rowId xmlns:a16="http://schemas.microsoft.com/office/drawing/2014/main" val="10002"/>
                  </a:ext>
                </a:extLst>
              </a:tr>
              <a:tr h="619125">
                <a:tc>
                  <a:txBody>
                    <a:bodyPr/>
                    <a:lstStyle/>
                    <a:p>
                      <a:r>
                        <a:rPr sz="1725" b="0">
                          <a:solidFill>
                            <a:srgbClr val="183349"/>
                          </a:solidFill>
                          <a:latin typeface="DejaVu Sans"/>
                          <a:ea typeface="DejaVu Sans"/>
                          <a:cs typeface="DejaVu Sans"/>
                        </a:rPr>
                        <a:t>Update</a:t>
                      </a:r>
                    </a:p>
                  </a:txBody>
                  <a:tcPr>
                    <a:lnL w="9525">
                      <a:solidFill>
                        <a:srgbClr val="D9E3E8"/>
                      </a:solidFill>
                      <a:prstDash val="soli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FFFFFF"/>
                    </a:solidFill>
                  </a:tcPr>
                </a:tc>
                <a:tc>
                  <a:txBody>
                    <a:bodyPr/>
                    <a:lstStyle/>
                    <a:p>
                      <a:r>
                        <a:rPr sz="1725" b="0">
                          <a:solidFill>
                            <a:srgbClr val="183349"/>
                          </a:solidFill>
                          <a:latin typeface="DejaVu Sans"/>
                          <a:ea typeface="DejaVu Sans"/>
                          <a:cs typeface="DejaVu Sans"/>
                        </a:rPr>
                        <a:t>Pilih data, tampilkan form, UPDATE, muat ulang daftar.</a:t>
                      </a:r>
                    </a:p>
                  </a:txBody>
                  <a:tcPr>
                    <a:lnL w="9525" cap="flat" cmpd="sng" algn="ctr">
                      <a:solidFill>
                        <a:srgbClr val="D9E3E8"/>
                      </a:solidFill>
                      <a:prstDash val="solid"/>
                      <a:round/>
                      <a:headEnd type="none" w="med" len="med"/>
                      <a:tailEnd type="none" w="med" len="me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FFFFFF"/>
                    </a:solidFill>
                  </a:tcPr>
                </a:tc>
                <a:extLst>
                  <a:ext uri="{0D108BD9-81ED-4DB2-BD59-A6C34878D82A}">
                    <a16:rowId xmlns:a16="http://schemas.microsoft.com/office/drawing/2014/main" val="10003"/>
                  </a:ext>
                </a:extLst>
              </a:tr>
              <a:tr h="619125">
                <a:tc>
                  <a:txBody>
                    <a:bodyPr/>
                    <a:lstStyle/>
                    <a:p>
                      <a:r>
                        <a:rPr sz="1725" b="0">
                          <a:solidFill>
                            <a:srgbClr val="183349"/>
                          </a:solidFill>
                          <a:latin typeface="DejaVu Sans"/>
                          <a:ea typeface="DejaVu Sans"/>
                          <a:cs typeface="DejaVu Sans"/>
                        </a:rPr>
                        <a:t>Delete</a:t>
                      </a:r>
                    </a:p>
                  </a:txBody>
                  <a:tcPr>
                    <a:lnL w="9525">
                      <a:solidFill>
                        <a:srgbClr val="D9E3E8"/>
                      </a:solidFill>
                      <a:prstDash val="soli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EAF1F4"/>
                    </a:solidFill>
                  </a:tcPr>
                </a:tc>
                <a:tc>
                  <a:txBody>
                    <a:bodyPr/>
                    <a:lstStyle/>
                    <a:p>
                      <a:r>
                        <a:rPr sz="1725" b="0">
                          <a:solidFill>
                            <a:srgbClr val="183349"/>
                          </a:solidFill>
                          <a:latin typeface="DejaVu Sans"/>
                          <a:ea typeface="DejaVu Sans"/>
                          <a:cs typeface="DejaVu Sans"/>
                        </a:rPr>
                        <a:t>Pilih data, DELETE, lalu muat ulang daftar.</a:t>
                      </a:r>
                    </a:p>
                  </a:txBody>
                  <a:tcPr>
                    <a:lnL w="9525" cap="flat" cmpd="sng" algn="ctr">
                      <a:solidFill>
                        <a:srgbClr val="D9E3E8"/>
                      </a:solidFill>
                      <a:prstDash val="solid"/>
                      <a:round/>
                      <a:headEnd type="none" w="med" len="med"/>
                      <a:tailEnd type="none" w="med" len="me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EAF1F4"/>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9542994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6F9FA"/>
        </a:solidFill>
        <a:effectLst/>
      </p:bgPr>
    </p:bg>
    <p:spTree>
      <p:nvGrpSpPr>
        <p:cNvPr id="1" name=""/>
        <p:cNvGrpSpPr/>
        <p:nvPr/>
      </p:nvGrpSpPr>
      <p:grpSpPr>
        <a:xfrm>
          <a:off x="0" y="0"/>
          <a:ext cx="0" cy="0"/>
          <a:chOff x="0" y="0"/>
          <a:chExt cx="0" cy="0"/>
        </a:xfrm>
      </p:grpSpPr>
      <p:sp>
        <p:nvSpPr>
          <p:cNvPr id="13" name="text-0">
            <a:extLst>
              <a:ext uri="{FF2B5EF4-FFF2-40B4-BE49-F238E27FC236}">
                <a16:creationId xmlns:a16="http://schemas.microsoft.com/office/drawing/2014/main" id="{8885080C-406C-4813-BE88-4FCE4463A918}"/>
              </a:ext>
            </a:extLst>
          </p:cNvPr>
          <p:cNvSpPr>
            <a:spLocks noGrp="1"/>
          </p:cNvSpPr>
          <p:nvPr/>
        </p:nvSpPr>
        <p:spPr>
          <a:xfrm>
            <a:off x="609600" y="381000"/>
            <a:ext cx="10953750" cy="266700"/>
          </a:xfrm>
          <a:prstGeom prst="rect">
            <a:avLst/>
          </a:prstGeom>
          <a:noFill/>
          <a:ln w="0">
            <a:noFill/>
            <a:prstDash val="solid"/>
          </a:ln>
        </p:spPr>
        <p:txBody>
          <a:bodyPr lIns="0" tIns="0" rIns="0" bIns="0" anchor="t">
            <a:noAutofit/>
          </a:bodyPr>
          <a:lstStyle>
            <a:defPPr>
              <a:defRPr sz="1350" b="1">
                <a:solidFill>
                  <a:srgbClr val="007D85"/>
                </a:solidFill>
                <a:latin typeface="DejaVu Sans"/>
                <a:ea typeface="DejaVu Sans"/>
                <a:cs typeface="DejaVu Sans"/>
              </a:defRPr>
            </a:defPPr>
            <a:lvl1pPr>
              <a:defRPr sz="1350" b="1">
                <a:solidFill>
                  <a:srgbClr val="007D85"/>
                </a:solidFill>
                <a:latin typeface="DejaVu Sans"/>
                <a:ea typeface="DejaVu Sans"/>
                <a:cs typeface="DejaVu Sans"/>
              </a:defRPr>
            </a:lvl1pPr>
            <a:lvl2pPr>
              <a:defRPr sz="1350" b="1">
                <a:solidFill>
                  <a:srgbClr val="007D85"/>
                </a:solidFill>
                <a:latin typeface="DejaVu Sans"/>
                <a:ea typeface="DejaVu Sans"/>
                <a:cs typeface="DejaVu Sans"/>
              </a:defRPr>
            </a:lvl2pPr>
            <a:lvl3pPr>
              <a:defRPr sz="1350" b="1">
                <a:solidFill>
                  <a:srgbClr val="007D85"/>
                </a:solidFill>
                <a:latin typeface="DejaVu Sans"/>
                <a:ea typeface="DejaVu Sans"/>
                <a:cs typeface="DejaVu Sans"/>
              </a:defRPr>
            </a:lvl3pPr>
            <a:lvl4pPr>
              <a:defRPr sz="1350" b="1">
                <a:solidFill>
                  <a:srgbClr val="007D85"/>
                </a:solidFill>
                <a:latin typeface="DejaVu Sans"/>
                <a:ea typeface="DejaVu Sans"/>
                <a:cs typeface="DejaVu Sans"/>
              </a:defRPr>
            </a:lvl4pPr>
            <a:lvl5pPr>
              <a:defRPr sz="1350" b="1">
                <a:solidFill>
                  <a:srgbClr val="007D85"/>
                </a:solidFill>
                <a:latin typeface="DejaVu Sans"/>
                <a:ea typeface="DejaVu Sans"/>
                <a:cs typeface="DejaVu Sans"/>
              </a:defRPr>
            </a:lvl5pPr>
            <a:lvl6pPr>
              <a:defRPr sz="1350" b="1">
                <a:solidFill>
                  <a:srgbClr val="007D85"/>
                </a:solidFill>
                <a:latin typeface="DejaVu Sans"/>
                <a:ea typeface="DejaVu Sans"/>
                <a:cs typeface="DejaVu Sans"/>
              </a:defRPr>
            </a:lvl6pPr>
            <a:lvl7pPr>
              <a:defRPr sz="1350" b="1">
                <a:solidFill>
                  <a:srgbClr val="007D85"/>
                </a:solidFill>
                <a:latin typeface="DejaVu Sans"/>
                <a:ea typeface="DejaVu Sans"/>
                <a:cs typeface="DejaVu Sans"/>
              </a:defRPr>
            </a:lvl7pPr>
            <a:lvl8pPr>
              <a:defRPr sz="1350" b="1">
                <a:solidFill>
                  <a:srgbClr val="007D85"/>
                </a:solidFill>
                <a:latin typeface="DejaVu Sans"/>
                <a:ea typeface="DejaVu Sans"/>
                <a:cs typeface="DejaVu Sans"/>
              </a:defRPr>
            </a:lvl8pPr>
            <a:lvl9pPr>
              <a:defRPr sz="1350" b="1">
                <a:solidFill>
                  <a:srgbClr val="007D85"/>
                </a:solidFill>
                <a:latin typeface="DejaVu Sans"/>
                <a:ea typeface="DejaVu Sans"/>
                <a:cs typeface="DejaVu Sans"/>
              </a:defRPr>
            </a:lvl9pPr>
          </a:lstStyle>
          <a:p>
            <a:pPr>
              <a:defRPr sz="1350" b="1">
                <a:solidFill>
                  <a:srgbClr val="007D85"/>
                </a:solidFill>
                <a:latin typeface="DejaVu Sans"/>
                <a:ea typeface="DejaVu Sans"/>
                <a:cs typeface="DejaVu Sans"/>
              </a:defRPr>
            </a:pPr>
            <a:r>
              <a:rPr sz="1350" b="1">
                <a:solidFill>
                  <a:srgbClr val="007D85"/>
                </a:solidFill>
                <a:latin typeface="DejaVu Sans"/>
                <a:ea typeface="DejaVu Sans"/>
                <a:cs typeface="DejaVu Sans"/>
              </a:rPr>
              <a:t>BAB 6  FIREBASE</a:t>
            </a:r>
          </a:p>
        </p:txBody>
      </p:sp>
      <p:sp>
        <p:nvSpPr>
          <p:cNvPr id="2" name="text-1">
            <a:extLst>
              <a:ext uri="{FF2B5EF4-FFF2-40B4-BE49-F238E27FC236}">
                <a16:creationId xmlns:a16="http://schemas.microsoft.com/office/drawing/2014/main" id="{2BDF8768-8F3C-4B4B-889D-2BE314894BBC}"/>
              </a:ext>
            </a:extLst>
          </p:cNvPr>
          <p:cNvSpPr>
            <a:spLocks noGrp="1"/>
          </p:cNvSpPr>
          <p:nvPr/>
        </p:nvSpPr>
        <p:spPr>
          <a:xfrm>
            <a:off x="609600" y="866775"/>
            <a:ext cx="10953750" cy="895350"/>
          </a:xfrm>
          <a:prstGeom prst="rect">
            <a:avLst/>
          </a:prstGeom>
          <a:noFill/>
          <a:ln w="0">
            <a:noFill/>
            <a:prstDash val="solid"/>
          </a:ln>
        </p:spPr>
        <p:txBody>
          <a:bodyPr lIns="0" tIns="0" rIns="0" bIns="0" anchor="t">
            <a:noAutofit/>
          </a:bodyPr>
          <a:lstStyle>
            <a:defPPr>
              <a:defRPr sz="3150" b="1">
                <a:solidFill>
                  <a:srgbClr val="10283F"/>
                </a:solidFill>
                <a:latin typeface="DejaVu Sans"/>
                <a:ea typeface="DejaVu Sans"/>
                <a:cs typeface="DejaVu Sans"/>
              </a:defRPr>
            </a:defPPr>
            <a:lvl1pPr>
              <a:defRPr sz="3150" b="1">
                <a:solidFill>
                  <a:srgbClr val="10283F"/>
                </a:solidFill>
                <a:latin typeface="DejaVu Sans"/>
                <a:ea typeface="DejaVu Sans"/>
                <a:cs typeface="DejaVu Sans"/>
              </a:defRPr>
            </a:lvl1pPr>
            <a:lvl2pPr>
              <a:defRPr sz="3150" b="1">
                <a:solidFill>
                  <a:srgbClr val="10283F"/>
                </a:solidFill>
                <a:latin typeface="DejaVu Sans"/>
                <a:ea typeface="DejaVu Sans"/>
                <a:cs typeface="DejaVu Sans"/>
              </a:defRPr>
            </a:lvl2pPr>
            <a:lvl3pPr>
              <a:defRPr sz="3150" b="1">
                <a:solidFill>
                  <a:srgbClr val="10283F"/>
                </a:solidFill>
                <a:latin typeface="DejaVu Sans"/>
                <a:ea typeface="DejaVu Sans"/>
                <a:cs typeface="DejaVu Sans"/>
              </a:defRPr>
            </a:lvl3pPr>
            <a:lvl4pPr>
              <a:defRPr sz="3150" b="1">
                <a:solidFill>
                  <a:srgbClr val="10283F"/>
                </a:solidFill>
                <a:latin typeface="DejaVu Sans"/>
                <a:ea typeface="DejaVu Sans"/>
                <a:cs typeface="DejaVu Sans"/>
              </a:defRPr>
            </a:lvl4pPr>
            <a:lvl5pPr>
              <a:defRPr sz="3150" b="1">
                <a:solidFill>
                  <a:srgbClr val="10283F"/>
                </a:solidFill>
                <a:latin typeface="DejaVu Sans"/>
                <a:ea typeface="DejaVu Sans"/>
                <a:cs typeface="DejaVu Sans"/>
              </a:defRPr>
            </a:lvl5pPr>
            <a:lvl6pPr>
              <a:defRPr sz="3150" b="1">
                <a:solidFill>
                  <a:srgbClr val="10283F"/>
                </a:solidFill>
                <a:latin typeface="DejaVu Sans"/>
                <a:ea typeface="DejaVu Sans"/>
                <a:cs typeface="DejaVu Sans"/>
              </a:defRPr>
            </a:lvl6pPr>
            <a:lvl7pPr>
              <a:defRPr sz="3150" b="1">
                <a:solidFill>
                  <a:srgbClr val="10283F"/>
                </a:solidFill>
                <a:latin typeface="DejaVu Sans"/>
                <a:ea typeface="DejaVu Sans"/>
                <a:cs typeface="DejaVu Sans"/>
              </a:defRPr>
            </a:lvl7pPr>
            <a:lvl8pPr>
              <a:defRPr sz="3150" b="1">
                <a:solidFill>
                  <a:srgbClr val="10283F"/>
                </a:solidFill>
                <a:latin typeface="DejaVu Sans"/>
                <a:ea typeface="DejaVu Sans"/>
                <a:cs typeface="DejaVu Sans"/>
              </a:defRPr>
            </a:lvl8pPr>
            <a:lvl9pPr>
              <a:defRPr sz="3150" b="1">
                <a:solidFill>
                  <a:srgbClr val="10283F"/>
                </a:solidFill>
                <a:latin typeface="DejaVu Sans"/>
                <a:ea typeface="DejaVu Sans"/>
                <a:cs typeface="DejaVu Sans"/>
              </a:defRPr>
            </a:lvl9pPr>
          </a:lstStyle>
          <a:p>
            <a:pPr>
              <a:defRPr sz="3150" b="1">
                <a:solidFill>
                  <a:srgbClr val="10283F"/>
                </a:solidFill>
                <a:latin typeface="DejaVu Sans"/>
                <a:ea typeface="DejaVu Sans"/>
                <a:cs typeface="DejaVu Sans"/>
              </a:defRPr>
            </a:pPr>
            <a:r>
              <a:rPr sz="3150" b="1">
                <a:solidFill>
                  <a:srgbClr val="10283F"/>
                </a:solidFill>
                <a:latin typeface="DejaVu Sans"/>
                <a:ea typeface="DejaVu Sans"/>
                <a:cs typeface="DejaVu Sans"/>
              </a:rPr>
              <a:t>Firebase Realtime Database</a:t>
            </a:r>
          </a:p>
        </p:txBody>
      </p:sp>
      <p:sp>
        <p:nvSpPr>
          <p:cNvPr id="3" name="text-2">
            <a:extLst>
              <a:ext uri="{FF2B5EF4-FFF2-40B4-BE49-F238E27FC236}">
                <a16:creationId xmlns:a16="http://schemas.microsoft.com/office/drawing/2014/main" id="{190BC6B0-741C-4883-99B0-F88404575C88}"/>
              </a:ext>
            </a:extLst>
          </p:cNvPr>
          <p:cNvSpPr>
            <a:spLocks noGrp="1"/>
          </p:cNvSpPr>
          <p:nvPr/>
        </p:nvSpPr>
        <p:spPr>
          <a:xfrm>
            <a:off x="609600" y="6410325"/>
            <a:ext cx="10096500" cy="238125"/>
          </a:xfrm>
          <a:prstGeom prst="rect">
            <a:avLst/>
          </a:prstGeom>
          <a:noFill/>
          <a:ln w="0">
            <a:noFill/>
            <a:prstDash val="solid"/>
          </a:ln>
        </p:spPr>
        <p:txBody>
          <a:bodyPr lIns="0" tIns="0" rIns="0" bIns="0" anchor="t">
            <a:noAutofit/>
          </a:bodyPr>
          <a:lstStyle>
            <a:defPPr>
              <a:defRPr sz="1050" b="0">
                <a:solidFill>
                  <a:srgbClr val="506778"/>
                </a:solidFill>
                <a:latin typeface="DejaVu Sans"/>
                <a:ea typeface="DejaVu Sans"/>
                <a:cs typeface="DejaVu Sans"/>
              </a:defRPr>
            </a:defPPr>
            <a:lvl1pPr>
              <a:defRPr sz="1050" b="0">
                <a:solidFill>
                  <a:srgbClr val="506778"/>
                </a:solidFill>
                <a:latin typeface="DejaVu Sans"/>
                <a:ea typeface="DejaVu Sans"/>
                <a:cs typeface="DejaVu Sans"/>
              </a:defRPr>
            </a:lvl1pPr>
            <a:lvl2pPr>
              <a:defRPr sz="1050" b="0">
                <a:solidFill>
                  <a:srgbClr val="506778"/>
                </a:solidFill>
                <a:latin typeface="DejaVu Sans"/>
                <a:ea typeface="DejaVu Sans"/>
                <a:cs typeface="DejaVu Sans"/>
              </a:defRPr>
            </a:lvl2pPr>
            <a:lvl3pPr>
              <a:defRPr sz="1050" b="0">
                <a:solidFill>
                  <a:srgbClr val="506778"/>
                </a:solidFill>
                <a:latin typeface="DejaVu Sans"/>
                <a:ea typeface="DejaVu Sans"/>
                <a:cs typeface="DejaVu Sans"/>
              </a:defRPr>
            </a:lvl3pPr>
            <a:lvl4pPr>
              <a:defRPr sz="1050" b="0">
                <a:solidFill>
                  <a:srgbClr val="506778"/>
                </a:solidFill>
                <a:latin typeface="DejaVu Sans"/>
                <a:ea typeface="DejaVu Sans"/>
                <a:cs typeface="DejaVu Sans"/>
              </a:defRPr>
            </a:lvl4pPr>
            <a:lvl5pPr>
              <a:defRPr sz="1050" b="0">
                <a:solidFill>
                  <a:srgbClr val="506778"/>
                </a:solidFill>
                <a:latin typeface="DejaVu Sans"/>
                <a:ea typeface="DejaVu Sans"/>
                <a:cs typeface="DejaVu Sans"/>
              </a:defRPr>
            </a:lvl5pPr>
            <a:lvl6pPr>
              <a:defRPr sz="1050" b="0">
                <a:solidFill>
                  <a:srgbClr val="506778"/>
                </a:solidFill>
                <a:latin typeface="DejaVu Sans"/>
                <a:ea typeface="DejaVu Sans"/>
                <a:cs typeface="DejaVu Sans"/>
              </a:defRPr>
            </a:lvl6pPr>
            <a:lvl7pPr>
              <a:defRPr sz="1050" b="0">
                <a:solidFill>
                  <a:srgbClr val="506778"/>
                </a:solidFill>
                <a:latin typeface="DejaVu Sans"/>
                <a:ea typeface="DejaVu Sans"/>
                <a:cs typeface="DejaVu Sans"/>
              </a:defRPr>
            </a:lvl7pPr>
            <a:lvl8pPr>
              <a:defRPr sz="1050" b="0">
                <a:solidFill>
                  <a:srgbClr val="506778"/>
                </a:solidFill>
                <a:latin typeface="DejaVu Sans"/>
                <a:ea typeface="DejaVu Sans"/>
                <a:cs typeface="DejaVu Sans"/>
              </a:defRPr>
            </a:lvl8pPr>
            <a:lvl9pPr>
              <a:defRPr sz="1050" b="0">
                <a:solidFill>
                  <a:srgbClr val="506778"/>
                </a:solidFill>
                <a:latin typeface="DejaVu Sans"/>
                <a:ea typeface="DejaVu Sans"/>
                <a:cs typeface="DejaVu Sans"/>
              </a:defRPr>
            </a:lvl9pPr>
          </a:lstStyle>
          <a:p>
            <a:pPr>
              <a:defRPr sz="1050" b="0">
                <a:solidFill>
                  <a:srgbClr val="506778"/>
                </a:solidFill>
                <a:latin typeface="DejaVu Sans"/>
                <a:ea typeface="DejaVu Sans"/>
                <a:cs typeface="DejaVu Sans"/>
              </a:defRPr>
            </a:pPr>
            <a:r>
              <a:rPr sz="1050" b="0">
                <a:solidFill>
                  <a:srgbClr val="506778"/>
                </a:solidFill>
                <a:latin typeface="DejaVu Sans"/>
                <a:ea typeface="DejaVu Sans"/>
                <a:cs typeface="DejaVu Sans"/>
              </a:rPr>
              <a:t>Sumber: E-book Bab 6 (PDF hlm. 4–5)</a:t>
            </a:r>
          </a:p>
        </p:txBody>
      </p:sp>
      <p:sp>
        <p:nvSpPr>
          <p:cNvPr id="4" name="text-3">
            <a:extLst>
              <a:ext uri="{FF2B5EF4-FFF2-40B4-BE49-F238E27FC236}">
                <a16:creationId xmlns:a16="http://schemas.microsoft.com/office/drawing/2014/main" id="{19414E27-A281-4BCD-970A-BB61F1BCFDD8}"/>
              </a:ext>
            </a:extLst>
          </p:cNvPr>
          <p:cNvSpPr>
            <a:spLocks noGrp="1"/>
          </p:cNvSpPr>
          <p:nvPr/>
        </p:nvSpPr>
        <p:spPr>
          <a:xfrm>
            <a:off x="11106150" y="6372225"/>
            <a:ext cx="476250" cy="285750"/>
          </a:xfrm>
          <a:prstGeom prst="rect">
            <a:avLst/>
          </a:prstGeom>
          <a:noFill/>
          <a:ln w="0">
            <a:noFill/>
            <a:prstDash val="solid"/>
          </a:ln>
        </p:spPr>
        <p:txBody>
          <a:bodyPr lIns="0" tIns="0" rIns="0" bIns="0" anchor="t">
            <a:noAutofit/>
          </a:bodyPr>
          <a:lstStyle>
            <a:defPPr>
              <a:defRPr sz="1425" b="1">
                <a:solidFill>
                  <a:srgbClr val="007D85"/>
                </a:solidFill>
                <a:latin typeface="DejaVu Sans"/>
                <a:ea typeface="DejaVu Sans"/>
                <a:cs typeface="DejaVu Sans"/>
              </a:defRPr>
            </a:defPPr>
            <a:lvl1pPr>
              <a:defRPr sz="1425" b="1">
                <a:solidFill>
                  <a:srgbClr val="007D85"/>
                </a:solidFill>
                <a:latin typeface="DejaVu Sans"/>
                <a:ea typeface="DejaVu Sans"/>
                <a:cs typeface="DejaVu Sans"/>
              </a:defRPr>
            </a:lvl1pPr>
            <a:lvl2pPr>
              <a:defRPr sz="1425" b="1">
                <a:solidFill>
                  <a:srgbClr val="007D85"/>
                </a:solidFill>
                <a:latin typeface="DejaVu Sans"/>
                <a:ea typeface="DejaVu Sans"/>
                <a:cs typeface="DejaVu Sans"/>
              </a:defRPr>
            </a:lvl2pPr>
            <a:lvl3pPr>
              <a:defRPr sz="1425" b="1">
                <a:solidFill>
                  <a:srgbClr val="007D85"/>
                </a:solidFill>
                <a:latin typeface="DejaVu Sans"/>
                <a:ea typeface="DejaVu Sans"/>
                <a:cs typeface="DejaVu Sans"/>
              </a:defRPr>
            </a:lvl3pPr>
            <a:lvl4pPr>
              <a:defRPr sz="1425" b="1">
                <a:solidFill>
                  <a:srgbClr val="007D85"/>
                </a:solidFill>
                <a:latin typeface="DejaVu Sans"/>
                <a:ea typeface="DejaVu Sans"/>
                <a:cs typeface="DejaVu Sans"/>
              </a:defRPr>
            </a:lvl4pPr>
            <a:lvl5pPr>
              <a:defRPr sz="1425" b="1">
                <a:solidFill>
                  <a:srgbClr val="007D85"/>
                </a:solidFill>
                <a:latin typeface="DejaVu Sans"/>
                <a:ea typeface="DejaVu Sans"/>
                <a:cs typeface="DejaVu Sans"/>
              </a:defRPr>
            </a:lvl5pPr>
            <a:lvl6pPr>
              <a:defRPr sz="1425" b="1">
                <a:solidFill>
                  <a:srgbClr val="007D85"/>
                </a:solidFill>
                <a:latin typeface="DejaVu Sans"/>
                <a:ea typeface="DejaVu Sans"/>
                <a:cs typeface="DejaVu Sans"/>
              </a:defRPr>
            </a:lvl6pPr>
            <a:lvl7pPr>
              <a:defRPr sz="1425" b="1">
                <a:solidFill>
                  <a:srgbClr val="007D85"/>
                </a:solidFill>
                <a:latin typeface="DejaVu Sans"/>
                <a:ea typeface="DejaVu Sans"/>
                <a:cs typeface="DejaVu Sans"/>
              </a:defRPr>
            </a:lvl7pPr>
            <a:lvl8pPr>
              <a:defRPr sz="1425" b="1">
                <a:solidFill>
                  <a:srgbClr val="007D85"/>
                </a:solidFill>
                <a:latin typeface="DejaVu Sans"/>
                <a:ea typeface="DejaVu Sans"/>
                <a:cs typeface="DejaVu Sans"/>
              </a:defRPr>
            </a:lvl8pPr>
            <a:lvl9pPr>
              <a:defRPr sz="1425" b="1">
                <a:solidFill>
                  <a:srgbClr val="007D85"/>
                </a:solidFill>
                <a:latin typeface="DejaVu Sans"/>
                <a:ea typeface="DejaVu Sans"/>
                <a:cs typeface="DejaVu Sans"/>
              </a:defRPr>
            </a:lvl9pPr>
          </a:lstStyle>
          <a:p>
            <a:pPr>
              <a:defRPr sz="1425" b="1">
                <a:solidFill>
                  <a:srgbClr val="007D85"/>
                </a:solidFill>
                <a:latin typeface="DejaVu Sans"/>
                <a:ea typeface="DejaVu Sans"/>
                <a:cs typeface="DejaVu Sans"/>
              </a:defRPr>
            </a:pPr>
            <a:r>
              <a:rPr sz="1425" b="1">
                <a:solidFill>
                  <a:srgbClr val="007D85"/>
                </a:solidFill>
                <a:latin typeface="DejaVu Sans"/>
                <a:ea typeface="DejaVu Sans"/>
                <a:cs typeface="DejaVu Sans"/>
              </a:rPr>
              <a:t>34</a:t>
            </a:r>
          </a:p>
        </p:txBody>
      </p:sp>
      <p:sp>
        <p:nvSpPr>
          <p:cNvPr id="5" name="text-4">
            <a:extLst>
              <a:ext uri="{FF2B5EF4-FFF2-40B4-BE49-F238E27FC236}">
                <a16:creationId xmlns:a16="http://schemas.microsoft.com/office/drawing/2014/main" id="{EA7D2F3C-9405-4C0A-91F7-E610602F08E9}"/>
              </a:ext>
            </a:extLst>
          </p:cNvPr>
          <p:cNvSpPr>
            <a:spLocks noGrp="1"/>
          </p:cNvSpPr>
          <p:nvPr/>
        </p:nvSpPr>
        <p:spPr>
          <a:xfrm>
            <a:off x="609600" y="195262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Penyimpanan cloud</a:t>
            </a:r>
          </a:p>
        </p:txBody>
      </p:sp>
      <p:sp>
        <p:nvSpPr>
          <p:cNvPr id="6" name="text-5">
            <a:extLst>
              <a:ext uri="{FF2B5EF4-FFF2-40B4-BE49-F238E27FC236}">
                <a16:creationId xmlns:a16="http://schemas.microsoft.com/office/drawing/2014/main" id="{CEED7120-82FF-486E-BD9F-99EED21A03C7}"/>
              </a:ext>
            </a:extLst>
          </p:cNvPr>
          <p:cNvSpPr>
            <a:spLocks noGrp="1"/>
          </p:cNvSpPr>
          <p:nvPr/>
        </p:nvSpPr>
        <p:spPr>
          <a:xfrm>
            <a:off x="3714750" y="195262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Layanan database di luar perangkat untuk menyimpan dan berbagi data aplikasi.</a:t>
            </a:r>
          </a:p>
        </p:txBody>
      </p:sp>
      <p:sp>
        <p:nvSpPr>
          <p:cNvPr id="7" name="text-6">
            <a:extLst>
              <a:ext uri="{FF2B5EF4-FFF2-40B4-BE49-F238E27FC236}">
                <a16:creationId xmlns:a16="http://schemas.microsoft.com/office/drawing/2014/main" id="{25180D17-428F-4B02-BCA5-B34F28B2B678}"/>
              </a:ext>
            </a:extLst>
          </p:cNvPr>
          <p:cNvSpPr>
            <a:spLocks noGrp="1"/>
          </p:cNvSpPr>
          <p:nvPr/>
        </p:nvSpPr>
        <p:spPr>
          <a:xfrm>
            <a:off x="609600" y="300037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Struktur NoSQL</a:t>
            </a:r>
          </a:p>
        </p:txBody>
      </p:sp>
      <p:sp>
        <p:nvSpPr>
          <p:cNvPr id="8" name="text-7">
            <a:extLst>
              <a:ext uri="{FF2B5EF4-FFF2-40B4-BE49-F238E27FC236}">
                <a16:creationId xmlns:a16="http://schemas.microsoft.com/office/drawing/2014/main" id="{92C48B7E-9E0B-489F-B49C-A8DE9014628C}"/>
              </a:ext>
            </a:extLst>
          </p:cNvPr>
          <p:cNvSpPr>
            <a:spLocks noGrp="1"/>
          </p:cNvSpPr>
          <p:nvPr/>
        </p:nvSpPr>
        <p:spPr>
          <a:xfrm>
            <a:off x="3714750" y="300037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Data Realtime Database berbentuk pohon JSON, dengan node yang diakses melalui reference.</a:t>
            </a:r>
          </a:p>
        </p:txBody>
      </p:sp>
      <p:sp>
        <p:nvSpPr>
          <p:cNvPr id="9" name="text-8">
            <a:extLst>
              <a:ext uri="{FF2B5EF4-FFF2-40B4-BE49-F238E27FC236}">
                <a16:creationId xmlns:a16="http://schemas.microsoft.com/office/drawing/2014/main" id="{56DCCC04-E0B3-408D-8853-A49739104AB2}"/>
              </a:ext>
            </a:extLst>
          </p:cNvPr>
          <p:cNvSpPr>
            <a:spLocks noGrp="1"/>
          </p:cNvSpPr>
          <p:nvPr/>
        </p:nvSpPr>
        <p:spPr>
          <a:xfrm>
            <a:off x="609600" y="404812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Sinkronisasi</a:t>
            </a:r>
          </a:p>
        </p:txBody>
      </p:sp>
      <p:sp>
        <p:nvSpPr>
          <p:cNvPr id="10" name="text-9">
            <a:extLst>
              <a:ext uri="{FF2B5EF4-FFF2-40B4-BE49-F238E27FC236}">
                <a16:creationId xmlns:a16="http://schemas.microsoft.com/office/drawing/2014/main" id="{5AB8F6CD-B646-46F7-8917-84833C3F5CBF}"/>
              </a:ext>
            </a:extLst>
          </p:cNvPr>
          <p:cNvSpPr>
            <a:spLocks noGrp="1"/>
          </p:cNvSpPr>
          <p:nvPr/>
        </p:nvSpPr>
        <p:spPr>
          <a:xfrm>
            <a:off x="3714750" y="404812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Perubahan data dapat diteruskan ke client yang terhubung secara realtime.</a:t>
            </a:r>
          </a:p>
        </p:txBody>
      </p:sp>
      <p:sp>
        <p:nvSpPr>
          <p:cNvPr id="11" name="text-10">
            <a:extLst>
              <a:ext uri="{FF2B5EF4-FFF2-40B4-BE49-F238E27FC236}">
                <a16:creationId xmlns:a16="http://schemas.microsoft.com/office/drawing/2014/main" id="{5F4BDDAD-B47E-4845-A062-FCA9B66E629A}"/>
              </a:ext>
            </a:extLst>
          </p:cNvPr>
          <p:cNvSpPr>
            <a:spLocks noGrp="1"/>
          </p:cNvSpPr>
          <p:nvPr/>
        </p:nvSpPr>
        <p:spPr>
          <a:xfrm>
            <a:off x="609600" y="509587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Koneksi dan data lokal</a:t>
            </a:r>
          </a:p>
        </p:txBody>
      </p:sp>
      <p:sp>
        <p:nvSpPr>
          <p:cNvPr id="12" name="text-11">
            <a:extLst>
              <a:ext uri="{FF2B5EF4-FFF2-40B4-BE49-F238E27FC236}">
                <a16:creationId xmlns:a16="http://schemas.microsoft.com/office/drawing/2014/main" id="{B57E616E-A25B-48D0-8864-8BF62836B8D4}"/>
              </a:ext>
            </a:extLst>
          </p:cNvPr>
          <p:cNvSpPr>
            <a:spLocks noGrp="1"/>
          </p:cNvSpPr>
          <p:nvPr/>
        </p:nvSpPr>
        <p:spPr>
          <a:xfrm>
            <a:off x="3714750" y="509587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Modul membahas dukungan offline. Ketersediaan data lokal bergantung pada data dan konfigurasi aplikasi.</a:t>
            </a:r>
          </a:p>
        </p:txBody>
      </p:sp>
    </p:spTree>
    <p:extLst>
      <p:ext uri="{BB962C8B-B14F-4D97-AF65-F5344CB8AC3E}">
        <p14:creationId xmlns:p14="http://schemas.microsoft.com/office/powerpoint/2010/main" val="10514625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6F9FA"/>
        </a:solidFill>
        <a:effectLst/>
      </p:bgPr>
    </p:bg>
    <p:spTree>
      <p:nvGrpSpPr>
        <p:cNvPr id="1" name=""/>
        <p:cNvGrpSpPr/>
        <p:nvPr/>
      </p:nvGrpSpPr>
      <p:grpSpPr>
        <a:xfrm>
          <a:off x="0" y="0"/>
          <a:ext cx="0" cy="0"/>
          <a:chOff x="0" y="0"/>
          <a:chExt cx="0" cy="0"/>
        </a:xfrm>
      </p:grpSpPr>
      <p:sp>
        <p:nvSpPr>
          <p:cNvPr id="13" name="text-0">
            <a:extLst>
              <a:ext uri="{FF2B5EF4-FFF2-40B4-BE49-F238E27FC236}">
                <a16:creationId xmlns:a16="http://schemas.microsoft.com/office/drawing/2014/main" id="{8CAFD60A-3B31-4DA4-A8E9-D99CB3BE15BA}"/>
              </a:ext>
            </a:extLst>
          </p:cNvPr>
          <p:cNvSpPr>
            <a:spLocks noGrp="1"/>
          </p:cNvSpPr>
          <p:nvPr/>
        </p:nvSpPr>
        <p:spPr>
          <a:xfrm>
            <a:off x="609600" y="381000"/>
            <a:ext cx="10953750" cy="266700"/>
          </a:xfrm>
          <a:prstGeom prst="rect">
            <a:avLst/>
          </a:prstGeom>
          <a:noFill/>
          <a:ln w="0">
            <a:noFill/>
            <a:prstDash val="solid"/>
          </a:ln>
        </p:spPr>
        <p:txBody>
          <a:bodyPr lIns="0" tIns="0" rIns="0" bIns="0" anchor="t">
            <a:noAutofit/>
          </a:bodyPr>
          <a:lstStyle>
            <a:defPPr>
              <a:defRPr sz="1350" b="1">
                <a:solidFill>
                  <a:srgbClr val="007D85"/>
                </a:solidFill>
                <a:latin typeface="DejaVu Sans"/>
                <a:ea typeface="DejaVu Sans"/>
                <a:cs typeface="DejaVu Sans"/>
              </a:defRPr>
            </a:defPPr>
            <a:lvl1pPr>
              <a:defRPr sz="1350" b="1">
                <a:solidFill>
                  <a:srgbClr val="007D85"/>
                </a:solidFill>
                <a:latin typeface="DejaVu Sans"/>
                <a:ea typeface="DejaVu Sans"/>
                <a:cs typeface="DejaVu Sans"/>
              </a:defRPr>
            </a:lvl1pPr>
            <a:lvl2pPr>
              <a:defRPr sz="1350" b="1">
                <a:solidFill>
                  <a:srgbClr val="007D85"/>
                </a:solidFill>
                <a:latin typeface="DejaVu Sans"/>
                <a:ea typeface="DejaVu Sans"/>
                <a:cs typeface="DejaVu Sans"/>
              </a:defRPr>
            </a:lvl2pPr>
            <a:lvl3pPr>
              <a:defRPr sz="1350" b="1">
                <a:solidFill>
                  <a:srgbClr val="007D85"/>
                </a:solidFill>
                <a:latin typeface="DejaVu Sans"/>
                <a:ea typeface="DejaVu Sans"/>
                <a:cs typeface="DejaVu Sans"/>
              </a:defRPr>
            </a:lvl3pPr>
            <a:lvl4pPr>
              <a:defRPr sz="1350" b="1">
                <a:solidFill>
                  <a:srgbClr val="007D85"/>
                </a:solidFill>
                <a:latin typeface="DejaVu Sans"/>
                <a:ea typeface="DejaVu Sans"/>
                <a:cs typeface="DejaVu Sans"/>
              </a:defRPr>
            </a:lvl4pPr>
            <a:lvl5pPr>
              <a:defRPr sz="1350" b="1">
                <a:solidFill>
                  <a:srgbClr val="007D85"/>
                </a:solidFill>
                <a:latin typeface="DejaVu Sans"/>
                <a:ea typeface="DejaVu Sans"/>
                <a:cs typeface="DejaVu Sans"/>
              </a:defRPr>
            </a:lvl5pPr>
            <a:lvl6pPr>
              <a:defRPr sz="1350" b="1">
                <a:solidFill>
                  <a:srgbClr val="007D85"/>
                </a:solidFill>
                <a:latin typeface="DejaVu Sans"/>
                <a:ea typeface="DejaVu Sans"/>
                <a:cs typeface="DejaVu Sans"/>
              </a:defRPr>
            </a:lvl6pPr>
            <a:lvl7pPr>
              <a:defRPr sz="1350" b="1">
                <a:solidFill>
                  <a:srgbClr val="007D85"/>
                </a:solidFill>
                <a:latin typeface="DejaVu Sans"/>
                <a:ea typeface="DejaVu Sans"/>
                <a:cs typeface="DejaVu Sans"/>
              </a:defRPr>
            </a:lvl7pPr>
            <a:lvl8pPr>
              <a:defRPr sz="1350" b="1">
                <a:solidFill>
                  <a:srgbClr val="007D85"/>
                </a:solidFill>
                <a:latin typeface="DejaVu Sans"/>
                <a:ea typeface="DejaVu Sans"/>
                <a:cs typeface="DejaVu Sans"/>
              </a:defRPr>
            </a:lvl8pPr>
            <a:lvl9pPr>
              <a:defRPr sz="1350" b="1">
                <a:solidFill>
                  <a:srgbClr val="007D85"/>
                </a:solidFill>
                <a:latin typeface="DejaVu Sans"/>
                <a:ea typeface="DejaVu Sans"/>
                <a:cs typeface="DejaVu Sans"/>
              </a:defRPr>
            </a:lvl9pPr>
          </a:lstStyle>
          <a:p>
            <a:pPr>
              <a:defRPr sz="1350" b="1">
                <a:solidFill>
                  <a:srgbClr val="007D85"/>
                </a:solidFill>
                <a:latin typeface="DejaVu Sans"/>
                <a:ea typeface="DejaVu Sans"/>
                <a:cs typeface="DejaVu Sans"/>
              </a:defRPr>
            </a:pPr>
            <a:r>
              <a:rPr sz="1350" b="1">
                <a:solidFill>
                  <a:srgbClr val="007D85"/>
                </a:solidFill>
                <a:latin typeface="DejaVu Sans"/>
                <a:ea typeface="DejaVu Sans"/>
                <a:cs typeface="DejaVu Sans"/>
              </a:rPr>
              <a:t>BAB 6  FIREBASE</a:t>
            </a:r>
          </a:p>
        </p:txBody>
      </p:sp>
      <p:sp>
        <p:nvSpPr>
          <p:cNvPr id="2" name="text-1">
            <a:extLst>
              <a:ext uri="{FF2B5EF4-FFF2-40B4-BE49-F238E27FC236}">
                <a16:creationId xmlns:a16="http://schemas.microsoft.com/office/drawing/2014/main" id="{18AD690E-95B3-4240-A377-7CB4AEF8A305}"/>
              </a:ext>
            </a:extLst>
          </p:cNvPr>
          <p:cNvSpPr>
            <a:spLocks noGrp="1"/>
          </p:cNvSpPr>
          <p:nvPr/>
        </p:nvSpPr>
        <p:spPr>
          <a:xfrm>
            <a:off x="609600" y="866775"/>
            <a:ext cx="10953750" cy="895350"/>
          </a:xfrm>
          <a:prstGeom prst="rect">
            <a:avLst/>
          </a:prstGeom>
          <a:noFill/>
          <a:ln w="0">
            <a:noFill/>
            <a:prstDash val="solid"/>
          </a:ln>
        </p:spPr>
        <p:txBody>
          <a:bodyPr lIns="0" tIns="0" rIns="0" bIns="0" anchor="t">
            <a:noAutofit/>
          </a:bodyPr>
          <a:lstStyle>
            <a:defPPr>
              <a:defRPr sz="3150" b="1">
                <a:solidFill>
                  <a:srgbClr val="10283F"/>
                </a:solidFill>
                <a:latin typeface="DejaVu Sans"/>
                <a:ea typeface="DejaVu Sans"/>
                <a:cs typeface="DejaVu Sans"/>
              </a:defRPr>
            </a:defPPr>
            <a:lvl1pPr>
              <a:defRPr sz="3150" b="1">
                <a:solidFill>
                  <a:srgbClr val="10283F"/>
                </a:solidFill>
                <a:latin typeface="DejaVu Sans"/>
                <a:ea typeface="DejaVu Sans"/>
                <a:cs typeface="DejaVu Sans"/>
              </a:defRPr>
            </a:lvl1pPr>
            <a:lvl2pPr>
              <a:defRPr sz="3150" b="1">
                <a:solidFill>
                  <a:srgbClr val="10283F"/>
                </a:solidFill>
                <a:latin typeface="DejaVu Sans"/>
                <a:ea typeface="DejaVu Sans"/>
                <a:cs typeface="DejaVu Sans"/>
              </a:defRPr>
            </a:lvl2pPr>
            <a:lvl3pPr>
              <a:defRPr sz="3150" b="1">
                <a:solidFill>
                  <a:srgbClr val="10283F"/>
                </a:solidFill>
                <a:latin typeface="DejaVu Sans"/>
                <a:ea typeface="DejaVu Sans"/>
                <a:cs typeface="DejaVu Sans"/>
              </a:defRPr>
            </a:lvl3pPr>
            <a:lvl4pPr>
              <a:defRPr sz="3150" b="1">
                <a:solidFill>
                  <a:srgbClr val="10283F"/>
                </a:solidFill>
                <a:latin typeface="DejaVu Sans"/>
                <a:ea typeface="DejaVu Sans"/>
                <a:cs typeface="DejaVu Sans"/>
              </a:defRPr>
            </a:lvl4pPr>
            <a:lvl5pPr>
              <a:defRPr sz="3150" b="1">
                <a:solidFill>
                  <a:srgbClr val="10283F"/>
                </a:solidFill>
                <a:latin typeface="DejaVu Sans"/>
                <a:ea typeface="DejaVu Sans"/>
                <a:cs typeface="DejaVu Sans"/>
              </a:defRPr>
            </a:lvl5pPr>
            <a:lvl6pPr>
              <a:defRPr sz="3150" b="1">
                <a:solidFill>
                  <a:srgbClr val="10283F"/>
                </a:solidFill>
                <a:latin typeface="DejaVu Sans"/>
                <a:ea typeface="DejaVu Sans"/>
                <a:cs typeface="DejaVu Sans"/>
              </a:defRPr>
            </a:lvl6pPr>
            <a:lvl7pPr>
              <a:defRPr sz="3150" b="1">
                <a:solidFill>
                  <a:srgbClr val="10283F"/>
                </a:solidFill>
                <a:latin typeface="DejaVu Sans"/>
                <a:ea typeface="DejaVu Sans"/>
                <a:cs typeface="DejaVu Sans"/>
              </a:defRPr>
            </a:lvl7pPr>
            <a:lvl8pPr>
              <a:defRPr sz="3150" b="1">
                <a:solidFill>
                  <a:srgbClr val="10283F"/>
                </a:solidFill>
                <a:latin typeface="DejaVu Sans"/>
                <a:ea typeface="DejaVu Sans"/>
                <a:cs typeface="DejaVu Sans"/>
              </a:defRPr>
            </a:lvl8pPr>
            <a:lvl9pPr>
              <a:defRPr sz="3150" b="1">
                <a:solidFill>
                  <a:srgbClr val="10283F"/>
                </a:solidFill>
                <a:latin typeface="DejaVu Sans"/>
                <a:ea typeface="DejaVu Sans"/>
                <a:cs typeface="DejaVu Sans"/>
              </a:defRPr>
            </a:lvl9pPr>
          </a:lstStyle>
          <a:p>
            <a:pPr>
              <a:defRPr sz="3150" b="1">
                <a:solidFill>
                  <a:srgbClr val="10283F"/>
                </a:solidFill>
                <a:latin typeface="DejaVu Sans"/>
                <a:ea typeface="DejaVu Sans"/>
                <a:cs typeface="DejaVu Sans"/>
              </a:defRPr>
            </a:pPr>
            <a:r>
              <a:rPr sz="3150" b="1">
                <a:solidFill>
                  <a:srgbClr val="10283F"/>
                </a:solidFill>
                <a:latin typeface="DejaVu Sans"/>
                <a:ea typeface="DejaVu Sans"/>
                <a:cs typeface="DejaVu Sans"/>
              </a:rPr>
              <a:t>Konfigurasi proyek Firebase</a:t>
            </a:r>
          </a:p>
        </p:txBody>
      </p:sp>
      <p:sp>
        <p:nvSpPr>
          <p:cNvPr id="3" name="text-2">
            <a:extLst>
              <a:ext uri="{FF2B5EF4-FFF2-40B4-BE49-F238E27FC236}">
                <a16:creationId xmlns:a16="http://schemas.microsoft.com/office/drawing/2014/main" id="{88678412-3067-47CF-B769-C834E1A075CD}"/>
              </a:ext>
            </a:extLst>
          </p:cNvPr>
          <p:cNvSpPr>
            <a:spLocks noGrp="1"/>
          </p:cNvSpPr>
          <p:nvPr/>
        </p:nvSpPr>
        <p:spPr>
          <a:xfrm>
            <a:off x="609600" y="6410325"/>
            <a:ext cx="10096500" cy="238125"/>
          </a:xfrm>
          <a:prstGeom prst="rect">
            <a:avLst/>
          </a:prstGeom>
          <a:noFill/>
          <a:ln w="0">
            <a:noFill/>
            <a:prstDash val="solid"/>
          </a:ln>
        </p:spPr>
        <p:txBody>
          <a:bodyPr lIns="0" tIns="0" rIns="0" bIns="0" anchor="t">
            <a:noAutofit/>
          </a:bodyPr>
          <a:lstStyle>
            <a:defPPr>
              <a:defRPr sz="1050" b="0">
                <a:solidFill>
                  <a:srgbClr val="506778"/>
                </a:solidFill>
                <a:latin typeface="DejaVu Sans"/>
                <a:ea typeface="DejaVu Sans"/>
                <a:cs typeface="DejaVu Sans"/>
              </a:defRPr>
            </a:defPPr>
            <a:lvl1pPr>
              <a:defRPr sz="1050" b="0">
                <a:solidFill>
                  <a:srgbClr val="506778"/>
                </a:solidFill>
                <a:latin typeface="DejaVu Sans"/>
                <a:ea typeface="DejaVu Sans"/>
                <a:cs typeface="DejaVu Sans"/>
              </a:defRPr>
            </a:lvl1pPr>
            <a:lvl2pPr>
              <a:defRPr sz="1050" b="0">
                <a:solidFill>
                  <a:srgbClr val="506778"/>
                </a:solidFill>
                <a:latin typeface="DejaVu Sans"/>
                <a:ea typeface="DejaVu Sans"/>
                <a:cs typeface="DejaVu Sans"/>
              </a:defRPr>
            </a:lvl2pPr>
            <a:lvl3pPr>
              <a:defRPr sz="1050" b="0">
                <a:solidFill>
                  <a:srgbClr val="506778"/>
                </a:solidFill>
                <a:latin typeface="DejaVu Sans"/>
                <a:ea typeface="DejaVu Sans"/>
                <a:cs typeface="DejaVu Sans"/>
              </a:defRPr>
            </a:lvl3pPr>
            <a:lvl4pPr>
              <a:defRPr sz="1050" b="0">
                <a:solidFill>
                  <a:srgbClr val="506778"/>
                </a:solidFill>
                <a:latin typeface="DejaVu Sans"/>
                <a:ea typeface="DejaVu Sans"/>
                <a:cs typeface="DejaVu Sans"/>
              </a:defRPr>
            </a:lvl4pPr>
            <a:lvl5pPr>
              <a:defRPr sz="1050" b="0">
                <a:solidFill>
                  <a:srgbClr val="506778"/>
                </a:solidFill>
                <a:latin typeface="DejaVu Sans"/>
                <a:ea typeface="DejaVu Sans"/>
                <a:cs typeface="DejaVu Sans"/>
              </a:defRPr>
            </a:lvl5pPr>
            <a:lvl6pPr>
              <a:defRPr sz="1050" b="0">
                <a:solidFill>
                  <a:srgbClr val="506778"/>
                </a:solidFill>
                <a:latin typeface="DejaVu Sans"/>
                <a:ea typeface="DejaVu Sans"/>
                <a:cs typeface="DejaVu Sans"/>
              </a:defRPr>
            </a:lvl6pPr>
            <a:lvl7pPr>
              <a:defRPr sz="1050" b="0">
                <a:solidFill>
                  <a:srgbClr val="506778"/>
                </a:solidFill>
                <a:latin typeface="DejaVu Sans"/>
                <a:ea typeface="DejaVu Sans"/>
                <a:cs typeface="DejaVu Sans"/>
              </a:defRPr>
            </a:lvl7pPr>
            <a:lvl8pPr>
              <a:defRPr sz="1050" b="0">
                <a:solidFill>
                  <a:srgbClr val="506778"/>
                </a:solidFill>
                <a:latin typeface="DejaVu Sans"/>
                <a:ea typeface="DejaVu Sans"/>
                <a:cs typeface="DejaVu Sans"/>
              </a:defRPr>
            </a:lvl8pPr>
            <a:lvl9pPr>
              <a:defRPr sz="1050" b="0">
                <a:solidFill>
                  <a:srgbClr val="506778"/>
                </a:solidFill>
                <a:latin typeface="DejaVu Sans"/>
                <a:ea typeface="DejaVu Sans"/>
                <a:cs typeface="DejaVu Sans"/>
              </a:defRPr>
            </a:lvl9pPr>
          </a:lstStyle>
          <a:p>
            <a:pPr>
              <a:defRPr sz="1050" b="0">
                <a:solidFill>
                  <a:srgbClr val="506778"/>
                </a:solidFill>
                <a:latin typeface="DejaVu Sans"/>
                <a:ea typeface="DejaVu Sans"/>
                <a:cs typeface="DejaVu Sans"/>
              </a:defRPr>
            </a:pPr>
            <a:r>
              <a:rPr sz="1050" b="0">
                <a:solidFill>
                  <a:srgbClr val="506778"/>
                </a:solidFill>
                <a:latin typeface="DejaVu Sans"/>
                <a:ea typeface="DejaVu Sans"/>
                <a:cs typeface="DejaVu Sans"/>
              </a:rPr>
              <a:t>Sumber: E-book Bab 6 (PDF hlm. 5–12)</a:t>
            </a:r>
          </a:p>
        </p:txBody>
      </p:sp>
      <p:sp>
        <p:nvSpPr>
          <p:cNvPr id="4" name="text-3">
            <a:extLst>
              <a:ext uri="{FF2B5EF4-FFF2-40B4-BE49-F238E27FC236}">
                <a16:creationId xmlns:a16="http://schemas.microsoft.com/office/drawing/2014/main" id="{3114AC19-B6D5-4C3E-95CB-F198A3510221}"/>
              </a:ext>
            </a:extLst>
          </p:cNvPr>
          <p:cNvSpPr>
            <a:spLocks noGrp="1"/>
          </p:cNvSpPr>
          <p:nvPr/>
        </p:nvSpPr>
        <p:spPr>
          <a:xfrm>
            <a:off x="11106150" y="6372225"/>
            <a:ext cx="476250" cy="285750"/>
          </a:xfrm>
          <a:prstGeom prst="rect">
            <a:avLst/>
          </a:prstGeom>
          <a:noFill/>
          <a:ln w="0">
            <a:noFill/>
            <a:prstDash val="solid"/>
          </a:ln>
        </p:spPr>
        <p:txBody>
          <a:bodyPr lIns="0" tIns="0" rIns="0" bIns="0" anchor="t">
            <a:noAutofit/>
          </a:bodyPr>
          <a:lstStyle>
            <a:defPPr>
              <a:defRPr sz="1425" b="1">
                <a:solidFill>
                  <a:srgbClr val="007D85"/>
                </a:solidFill>
                <a:latin typeface="DejaVu Sans"/>
                <a:ea typeface="DejaVu Sans"/>
                <a:cs typeface="DejaVu Sans"/>
              </a:defRPr>
            </a:defPPr>
            <a:lvl1pPr>
              <a:defRPr sz="1425" b="1">
                <a:solidFill>
                  <a:srgbClr val="007D85"/>
                </a:solidFill>
                <a:latin typeface="DejaVu Sans"/>
                <a:ea typeface="DejaVu Sans"/>
                <a:cs typeface="DejaVu Sans"/>
              </a:defRPr>
            </a:lvl1pPr>
            <a:lvl2pPr>
              <a:defRPr sz="1425" b="1">
                <a:solidFill>
                  <a:srgbClr val="007D85"/>
                </a:solidFill>
                <a:latin typeface="DejaVu Sans"/>
                <a:ea typeface="DejaVu Sans"/>
                <a:cs typeface="DejaVu Sans"/>
              </a:defRPr>
            </a:lvl2pPr>
            <a:lvl3pPr>
              <a:defRPr sz="1425" b="1">
                <a:solidFill>
                  <a:srgbClr val="007D85"/>
                </a:solidFill>
                <a:latin typeface="DejaVu Sans"/>
                <a:ea typeface="DejaVu Sans"/>
                <a:cs typeface="DejaVu Sans"/>
              </a:defRPr>
            </a:lvl3pPr>
            <a:lvl4pPr>
              <a:defRPr sz="1425" b="1">
                <a:solidFill>
                  <a:srgbClr val="007D85"/>
                </a:solidFill>
                <a:latin typeface="DejaVu Sans"/>
                <a:ea typeface="DejaVu Sans"/>
                <a:cs typeface="DejaVu Sans"/>
              </a:defRPr>
            </a:lvl4pPr>
            <a:lvl5pPr>
              <a:defRPr sz="1425" b="1">
                <a:solidFill>
                  <a:srgbClr val="007D85"/>
                </a:solidFill>
                <a:latin typeface="DejaVu Sans"/>
                <a:ea typeface="DejaVu Sans"/>
                <a:cs typeface="DejaVu Sans"/>
              </a:defRPr>
            </a:lvl5pPr>
            <a:lvl6pPr>
              <a:defRPr sz="1425" b="1">
                <a:solidFill>
                  <a:srgbClr val="007D85"/>
                </a:solidFill>
                <a:latin typeface="DejaVu Sans"/>
                <a:ea typeface="DejaVu Sans"/>
                <a:cs typeface="DejaVu Sans"/>
              </a:defRPr>
            </a:lvl6pPr>
            <a:lvl7pPr>
              <a:defRPr sz="1425" b="1">
                <a:solidFill>
                  <a:srgbClr val="007D85"/>
                </a:solidFill>
                <a:latin typeface="DejaVu Sans"/>
                <a:ea typeface="DejaVu Sans"/>
                <a:cs typeface="DejaVu Sans"/>
              </a:defRPr>
            </a:lvl7pPr>
            <a:lvl8pPr>
              <a:defRPr sz="1425" b="1">
                <a:solidFill>
                  <a:srgbClr val="007D85"/>
                </a:solidFill>
                <a:latin typeface="DejaVu Sans"/>
                <a:ea typeface="DejaVu Sans"/>
                <a:cs typeface="DejaVu Sans"/>
              </a:defRPr>
            </a:lvl8pPr>
            <a:lvl9pPr>
              <a:defRPr sz="1425" b="1">
                <a:solidFill>
                  <a:srgbClr val="007D85"/>
                </a:solidFill>
                <a:latin typeface="DejaVu Sans"/>
                <a:ea typeface="DejaVu Sans"/>
                <a:cs typeface="DejaVu Sans"/>
              </a:defRPr>
            </a:lvl9pPr>
          </a:lstStyle>
          <a:p>
            <a:pPr>
              <a:defRPr sz="1425" b="1">
                <a:solidFill>
                  <a:srgbClr val="007D85"/>
                </a:solidFill>
                <a:latin typeface="DejaVu Sans"/>
                <a:ea typeface="DejaVu Sans"/>
                <a:cs typeface="DejaVu Sans"/>
              </a:defRPr>
            </a:pPr>
            <a:r>
              <a:rPr sz="1425" b="1">
                <a:solidFill>
                  <a:srgbClr val="007D85"/>
                </a:solidFill>
                <a:latin typeface="DejaVu Sans"/>
                <a:ea typeface="DejaVu Sans"/>
                <a:cs typeface="DejaVu Sans"/>
              </a:rPr>
              <a:t>35</a:t>
            </a:r>
          </a:p>
        </p:txBody>
      </p:sp>
      <p:sp>
        <p:nvSpPr>
          <p:cNvPr id="5" name="text-4">
            <a:extLst>
              <a:ext uri="{FF2B5EF4-FFF2-40B4-BE49-F238E27FC236}">
                <a16:creationId xmlns:a16="http://schemas.microsoft.com/office/drawing/2014/main" id="{91F00FE6-071C-4A10-B585-0078106E8697}"/>
              </a:ext>
            </a:extLst>
          </p:cNvPr>
          <p:cNvSpPr>
            <a:spLocks noGrp="1"/>
          </p:cNvSpPr>
          <p:nvPr/>
        </p:nvSpPr>
        <p:spPr>
          <a:xfrm>
            <a:off x="609600" y="195262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01  Proyek dan aplikasi</a:t>
            </a:r>
          </a:p>
        </p:txBody>
      </p:sp>
      <p:sp>
        <p:nvSpPr>
          <p:cNvPr id="6" name="text-5">
            <a:extLst>
              <a:ext uri="{FF2B5EF4-FFF2-40B4-BE49-F238E27FC236}">
                <a16:creationId xmlns:a16="http://schemas.microsoft.com/office/drawing/2014/main" id="{9E824251-4C0E-4ED3-BE88-61C22865DCE6}"/>
              </a:ext>
            </a:extLst>
          </p:cNvPr>
          <p:cNvSpPr>
            <a:spLocks noGrp="1"/>
          </p:cNvSpPr>
          <p:nvPr/>
        </p:nvSpPr>
        <p:spPr>
          <a:xfrm>
            <a:off x="3714750" y="195262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Buat proyek pada Firebase Console, lalu daftarkan aplikasi Android dengan nama paket yang sesuai.</a:t>
            </a:r>
          </a:p>
        </p:txBody>
      </p:sp>
      <p:sp>
        <p:nvSpPr>
          <p:cNvPr id="7" name="text-6">
            <a:extLst>
              <a:ext uri="{FF2B5EF4-FFF2-40B4-BE49-F238E27FC236}">
                <a16:creationId xmlns:a16="http://schemas.microsoft.com/office/drawing/2014/main" id="{4FE03EA2-9237-4F1F-AAB9-0E4C3CBAD52C}"/>
              </a:ext>
            </a:extLst>
          </p:cNvPr>
          <p:cNvSpPr>
            <a:spLocks noGrp="1"/>
          </p:cNvSpPr>
          <p:nvPr/>
        </p:nvSpPr>
        <p:spPr>
          <a:xfrm>
            <a:off x="609600" y="300037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02  File konfigurasi</a:t>
            </a:r>
          </a:p>
        </p:txBody>
      </p:sp>
      <p:sp>
        <p:nvSpPr>
          <p:cNvPr id="8" name="text-7">
            <a:extLst>
              <a:ext uri="{FF2B5EF4-FFF2-40B4-BE49-F238E27FC236}">
                <a16:creationId xmlns:a16="http://schemas.microsoft.com/office/drawing/2014/main" id="{B88D460E-0DB4-431C-8F87-9351CC5141B9}"/>
              </a:ext>
            </a:extLst>
          </p:cNvPr>
          <p:cNvSpPr>
            <a:spLocks noGrp="1"/>
          </p:cNvSpPr>
          <p:nvPr/>
        </p:nvSpPr>
        <p:spPr>
          <a:xfrm>
            <a:off x="3714750" y="300037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Unduh google-services.json dan tempatkan pada modul aplikasi.</a:t>
            </a:r>
          </a:p>
        </p:txBody>
      </p:sp>
      <p:sp>
        <p:nvSpPr>
          <p:cNvPr id="9" name="text-8">
            <a:extLst>
              <a:ext uri="{FF2B5EF4-FFF2-40B4-BE49-F238E27FC236}">
                <a16:creationId xmlns:a16="http://schemas.microsoft.com/office/drawing/2014/main" id="{A6C17D2E-D264-46E3-AB4A-9EC68609E35A}"/>
              </a:ext>
            </a:extLst>
          </p:cNvPr>
          <p:cNvSpPr>
            <a:spLocks noGrp="1"/>
          </p:cNvSpPr>
          <p:nvPr/>
        </p:nvSpPr>
        <p:spPr>
          <a:xfrm>
            <a:off x="609600" y="404812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03  Integrasi SDK</a:t>
            </a:r>
          </a:p>
        </p:txBody>
      </p:sp>
      <p:sp>
        <p:nvSpPr>
          <p:cNvPr id="10" name="text-9">
            <a:extLst>
              <a:ext uri="{FF2B5EF4-FFF2-40B4-BE49-F238E27FC236}">
                <a16:creationId xmlns:a16="http://schemas.microsoft.com/office/drawing/2014/main" id="{AEC1B0A3-7850-498E-B842-3A96594458E2}"/>
              </a:ext>
            </a:extLst>
          </p:cNvPr>
          <p:cNvSpPr>
            <a:spLocks noGrp="1"/>
          </p:cNvSpPr>
          <p:nvPr/>
        </p:nvSpPr>
        <p:spPr>
          <a:xfrm>
            <a:off x="3714750" y="404812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Tambahkan plugin Google services dan dependensi database, lalu sinkronkan Gradle.</a:t>
            </a:r>
          </a:p>
        </p:txBody>
      </p:sp>
      <p:sp>
        <p:nvSpPr>
          <p:cNvPr id="11" name="text-10">
            <a:extLst>
              <a:ext uri="{FF2B5EF4-FFF2-40B4-BE49-F238E27FC236}">
                <a16:creationId xmlns:a16="http://schemas.microsoft.com/office/drawing/2014/main" id="{F3CF0963-B87A-44C9-81D3-09CD662048D2}"/>
              </a:ext>
            </a:extLst>
          </p:cNvPr>
          <p:cNvSpPr>
            <a:spLocks noGrp="1"/>
          </p:cNvSpPr>
          <p:nvPr/>
        </p:nvSpPr>
        <p:spPr>
          <a:xfrm>
            <a:off x="609600" y="509587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04  Database</a:t>
            </a:r>
          </a:p>
        </p:txBody>
      </p:sp>
      <p:sp>
        <p:nvSpPr>
          <p:cNvPr id="12" name="text-11">
            <a:extLst>
              <a:ext uri="{FF2B5EF4-FFF2-40B4-BE49-F238E27FC236}">
                <a16:creationId xmlns:a16="http://schemas.microsoft.com/office/drawing/2014/main" id="{72DE7C4A-3302-480E-A40E-4A0DCD2CF3A2}"/>
              </a:ext>
            </a:extLst>
          </p:cNvPr>
          <p:cNvSpPr>
            <a:spLocks noGrp="1"/>
          </p:cNvSpPr>
          <p:nvPr/>
        </p:nvSpPr>
        <p:spPr>
          <a:xfrm>
            <a:off x="3714750" y="509587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Siapkan Realtime Database dan aturan akses sebelum menjalankan aplikasi.</a:t>
            </a:r>
          </a:p>
        </p:txBody>
      </p:sp>
    </p:spTree>
    <p:extLst>
      <p:ext uri="{BB962C8B-B14F-4D97-AF65-F5344CB8AC3E}">
        <p14:creationId xmlns:p14="http://schemas.microsoft.com/office/powerpoint/2010/main" val="18618778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6F9FA"/>
        </a:solidFill>
        <a:effectLst/>
      </p:bgPr>
    </p:bg>
    <p:spTree>
      <p:nvGrpSpPr>
        <p:cNvPr id="1" name=""/>
        <p:cNvGrpSpPr/>
        <p:nvPr/>
      </p:nvGrpSpPr>
      <p:grpSpPr>
        <a:xfrm>
          <a:off x="0" y="0"/>
          <a:ext cx="0" cy="0"/>
          <a:chOff x="0" y="0"/>
          <a:chExt cx="0" cy="0"/>
        </a:xfrm>
      </p:grpSpPr>
      <p:sp>
        <p:nvSpPr>
          <p:cNvPr id="13" name="text-0">
            <a:extLst>
              <a:ext uri="{FF2B5EF4-FFF2-40B4-BE49-F238E27FC236}">
                <a16:creationId xmlns:a16="http://schemas.microsoft.com/office/drawing/2014/main" id="{33F6DE29-AB70-4FAF-828C-7200F9C38CE4}"/>
              </a:ext>
            </a:extLst>
          </p:cNvPr>
          <p:cNvSpPr>
            <a:spLocks noGrp="1"/>
          </p:cNvSpPr>
          <p:nvPr/>
        </p:nvSpPr>
        <p:spPr>
          <a:xfrm>
            <a:off x="609600" y="381000"/>
            <a:ext cx="10953750" cy="266700"/>
          </a:xfrm>
          <a:prstGeom prst="rect">
            <a:avLst/>
          </a:prstGeom>
          <a:noFill/>
          <a:ln w="0">
            <a:noFill/>
            <a:prstDash val="solid"/>
          </a:ln>
        </p:spPr>
        <p:txBody>
          <a:bodyPr lIns="0" tIns="0" rIns="0" bIns="0" anchor="t">
            <a:noAutofit/>
          </a:bodyPr>
          <a:lstStyle>
            <a:defPPr>
              <a:defRPr sz="1350" b="1">
                <a:solidFill>
                  <a:srgbClr val="007D85"/>
                </a:solidFill>
                <a:latin typeface="DejaVu Sans"/>
                <a:ea typeface="DejaVu Sans"/>
                <a:cs typeface="DejaVu Sans"/>
              </a:defRPr>
            </a:defPPr>
            <a:lvl1pPr>
              <a:defRPr sz="1350" b="1">
                <a:solidFill>
                  <a:srgbClr val="007D85"/>
                </a:solidFill>
                <a:latin typeface="DejaVu Sans"/>
                <a:ea typeface="DejaVu Sans"/>
                <a:cs typeface="DejaVu Sans"/>
              </a:defRPr>
            </a:lvl1pPr>
            <a:lvl2pPr>
              <a:defRPr sz="1350" b="1">
                <a:solidFill>
                  <a:srgbClr val="007D85"/>
                </a:solidFill>
                <a:latin typeface="DejaVu Sans"/>
                <a:ea typeface="DejaVu Sans"/>
                <a:cs typeface="DejaVu Sans"/>
              </a:defRPr>
            </a:lvl2pPr>
            <a:lvl3pPr>
              <a:defRPr sz="1350" b="1">
                <a:solidFill>
                  <a:srgbClr val="007D85"/>
                </a:solidFill>
                <a:latin typeface="DejaVu Sans"/>
                <a:ea typeface="DejaVu Sans"/>
                <a:cs typeface="DejaVu Sans"/>
              </a:defRPr>
            </a:lvl3pPr>
            <a:lvl4pPr>
              <a:defRPr sz="1350" b="1">
                <a:solidFill>
                  <a:srgbClr val="007D85"/>
                </a:solidFill>
                <a:latin typeface="DejaVu Sans"/>
                <a:ea typeface="DejaVu Sans"/>
                <a:cs typeface="DejaVu Sans"/>
              </a:defRPr>
            </a:lvl4pPr>
            <a:lvl5pPr>
              <a:defRPr sz="1350" b="1">
                <a:solidFill>
                  <a:srgbClr val="007D85"/>
                </a:solidFill>
                <a:latin typeface="DejaVu Sans"/>
                <a:ea typeface="DejaVu Sans"/>
                <a:cs typeface="DejaVu Sans"/>
              </a:defRPr>
            </a:lvl5pPr>
            <a:lvl6pPr>
              <a:defRPr sz="1350" b="1">
                <a:solidFill>
                  <a:srgbClr val="007D85"/>
                </a:solidFill>
                <a:latin typeface="DejaVu Sans"/>
                <a:ea typeface="DejaVu Sans"/>
                <a:cs typeface="DejaVu Sans"/>
              </a:defRPr>
            </a:lvl6pPr>
            <a:lvl7pPr>
              <a:defRPr sz="1350" b="1">
                <a:solidFill>
                  <a:srgbClr val="007D85"/>
                </a:solidFill>
                <a:latin typeface="DejaVu Sans"/>
                <a:ea typeface="DejaVu Sans"/>
                <a:cs typeface="DejaVu Sans"/>
              </a:defRPr>
            </a:lvl7pPr>
            <a:lvl8pPr>
              <a:defRPr sz="1350" b="1">
                <a:solidFill>
                  <a:srgbClr val="007D85"/>
                </a:solidFill>
                <a:latin typeface="DejaVu Sans"/>
                <a:ea typeface="DejaVu Sans"/>
                <a:cs typeface="DejaVu Sans"/>
              </a:defRPr>
            </a:lvl8pPr>
            <a:lvl9pPr>
              <a:defRPr sz="1350" b="1">
                <a:solidFill>
                  <a:srgbClr val="007D85"/>
                </a:solidFill>
                <a:latin typeface="DejaVu Sans"/>
                <a:ea typeface="DejaVu Sans"/>
                <a:cs typeface="DejaVu Sans"/>
              </a:defRPr>
            </a:lvl9pPr>
          </a:lstStyle>
          <a:p>
            <a:pPr>
              <a:defRPr sz="1350" b="1">
                <a:solidFill>
                  <a:srgbClr val="007D85"/>
                </a:solidFill>
                <a:latin typeface="DejaVu Sans"/>
                <a:ea typeface="DejaVu Sans"/>
                <a:cs typeface="DejaVu Sans"/>
              </a:defRPr>
            </a:pPr>
            <a:r>
              <a:rPr sz="1350" b="1">
                <a:solidFill>
                  <a:srgbClr val="007D85"/>
                </a:solidFill>
                <a:latin typeface="DejaVu Sans"/>
                <a:ea typeface="DejaVu Sans"/>
                <a:cs typeface="DejaVu Sans"/>
              </a:rPr>
              <a:t>BAB 6  FIREBASE</a:t>
            </a:r>
          </a:p>
        </p:txBody>
      </p:sp>
      <p:sp>
        <p:nvSpPr>
          <p:cNvPr id="2" name="text-1">
            <a:extLst>
              <a:ext uri="{FF2B5EF4-FFF2-40B4-BE49-F238E27FC236}">
                <a16:creationId xmlns:a16="http://schemas.microsoft.com/office/drawing/2014/main" id="{15EB7956-32A0-4C73-88BB-B77DABDA7D1C}"/>
              </a:ext>
            </a:extLst>
          </p:cNvPr>
          <p:cNvSpPr>
            <a:spLocks noGrp="1"/>
          </p:cNvSpPr>
          <p:nvPr/>
        </p:nvSpPr>
        <p:spPr>
          <a:xfrm>
            <a:off x="609600" y="866775"/>
            <a:ext cx="10953750" cy="895350"/>
          </a:xfrm>
          <a:prstGeom prst="rect">
            <a:avLst/>
          </a:prstGeom>
          <a:noFill/>
          <a:ln w="0">
            <a:noFill/>
            <a:prstDash val="solid"/>
          </a:ln>
        </p:spPr>
        <p:txBody>
          <a:bodyPr lIns="0" tIns="0" rIns="0" bIns="0" anchor="t">
            <a:noAutofit/>
          </a:bodyPr>
          <a:lstStyle>
            <a:defPPr>
              <a:defRPr sz="3150" b="1">
                <a:solidFill>
                  <a:srgbClr val="10283F"/>
                </a:solidFill>
                <a:latin typeface="DejaVu Sans"/>
                <a:ea typeface="DejaVu Sans"/>
                <a:cs typeface="DejaVu Sans"/>
              </a:defRPr>
            </a:defPPr>
            <a:lvl1pPr>
              <a:defRPr sz="3150" b="1">
                <a:solidFill>
                  <a:srgbClr val="10283F"/>
                </a:solidFill>
                <a:latin typeface="DejaVu Sans"/>
                <a:ea typeface="DejaVu Sans"/>
                <a:cs typeface="DejaVu Sans"/>
              </a:defRPr>
            </a:lvl1pPr>
            <a:lvl2pPr>
              <a:defRPr sz="3150" b="1">
                <a:solidFill>
                  <a:srgbClr val="10283F"/>
                </a:solidFill>
                <a:latin typeface="DejaVu Sans"/>
                <a:ea typeface="DejaVu Sans"/>
                <a:cs typeface="DejaVu Sans"/>
              </a:defRPr>
            </a:lvl2pPr>
            <a:lvl3pPr>
              <a:defRPr sz="3150" b="1">
                <a:solidFill>
                  <a:srgbClr val="10283F"/>
                </a:solidFill>
                <a:latin typeface="DejaVu Sans"/>
                <a:ea typeface="DejaVu Sans"/>
                <a:cs typeface="DejaVu Sans"/>
              </a:defRPr>
            </a:lvl3pPr>
            <a:lvl4pPr>
              <a:defRPr sz="3150" b="1">
                <a:solidFill>
                  <a:srgbClr val="10283F"/>
                </a:solidFill>
                <a:latin typeface="DejaVu Sans"/>
                <a:ea typeface="DejaVu Sans"/>
                <a:cs typeface="DejaVu Sans"/>
              </a:defRPr>
            </a:lvl4pPr>
            <a:lvl5pPr>
              <a:defRPr sz="3150" b="1">
                <a:solidFill>
                  <a:srgbClr val="10283F"/>
                </a:solidFill>
                <a:latin typeface="DejaVu Sans"/>
                <a:ea typeface="DejaVu Sans"/>
                <a:cs typeface="DejaVu Sans"/>
              </a:defRPr>
            </a:lvl5pPr>
            <a:lvl6pPr>
              <a:defRPr sz="3150" b="1">
                <a:solidFill>
                  <a:srgbClr val="10283F"/>
                </a:solidFill>
                <a:latin typeface="DejaVu Sans"/>
                <a:ea typeface="DejaVu Sans"/>
                <a:cs typeface="DejaVu Sans"/>
              </a:defRPr>
            </a:lvl6pPr>
            <a:lvl7pPr>
              <a:defRPr sz="3150" b="1">
                <a:solidFill>
                  <a:srgbClr val="10283F"/>
                </a:solidFill>
                <a:latin typeface="DejaVu Sans"/>
                <a:ea typeface="DejaVu Sans"/>
                <a:cs typeface="DejaVu Sans"/>
              </a:defRPr>
            </a:lvl7pPr>
            <a:lvl8pPr>
              <a:defRPr sz="3150" b="1">
                <a:solidFill>
                  <a:srgbClr val="10283F"/>
                </a:solidFill>
                <a:latin typeface="DejaVu Sans"/>
                <a:ea typeface="DejaVu Sans"/>
                <a:cs typeface="DejaVu Sans"/>
              </a:defRPr>
            </a:lvl8pPr>
            <a:lvl9pPr>
              <a:defRPr sz="3150" b="1">
                <a:solidFill>
                  <a:srgbClr val="10283F"/>
                </a:solidFill>
                <a:latin typeface="DejaVu Sans"/>
                <a:ea typeface="DejaVu Sans"/>
                <a:cs typeface="DejaVu Sans"/>
              </a:defRPr>
            </a:lvl9pPr>
          </a:lstStyle>
          <a:p>
            <a:pPr>
              <a:defRPr sz="3150" b="1">
                <a:solidFill>
                  <a:srgbClr val="10283F"/>
                </a:solidFill>
                <a:latin typeface="DejaVu Sans"/>
                <a:ea typeface="DejaVu Sans"/>
                <a:cs typeface="DejaVu Sans"/>
              </a:defRPr>
            </a:pPr>
            <a:r>
              <a:rPr sz="3150" b="1">
                <a:solidFill>
                  <a:srgbClr val="10283F"/>
                </a:solidFill>
                <a:latin typeface="DejaVu Sans"/>
                <a:ea typeface="DejaVu Sans"/>
                <a:cs typeface="DejaVu Sans"/>
              </a:rPr>
              <a:t>Struktur aplikasi agenda Firebase</a:t>
            </a:r>
          </a:p>
        </p:txBody>
      </p:sp>
      <p:sp>
        <p:nvSpPr>
          <p:cNvPr id="3" name="text-2">
            <a:extLst>
              <a:ext uri="{FF2B5EF4-FFF2-40B4-BE49-F238E27FC236}">
                <a16:creationId xmlns:a16="http://schemas.microsoft.com/office/drawing/2014/main" id="{BC432BCC-105C-4725-9091-6A6720F1EF2A}"/>
              </a:ext>
            </a:extLst>
          </p:cNvPr>
          <p:cNvSpPr>
            <a:spLocks noGrp="1"/>
          </p:cNvSpPr>
          <p:nvPr/>
        </p:nvSpPr>
        <p:spPr>
          <a:xfrm>
            <a:off x="609600" y="6410325"/>
            <a:ext cx="10096500" cy="238125"/>
          </a:xfrm>
          <a:prstGeom prst="rect">
            <a:avLst/>
          </a:prstGeom>
          <a:noFill/>
          <a:ln w="0">
            <a:noFill/>
            <a:prstDash val="solid"/>
          </a:ln>
        </p:spPr>
        <p:txBody>
          <a:bodyPr lIns="0" tIns="0" rIns="0" bIns="0" anchor="t">
            <a:noAutofit/>
          </a:bodyPr>
          <a:lstStyle>
            <a:defPPr>
              <a:defRPr sz="1050" b="0">
                <a:solidFill>
                  <a:srgbClr val="506778"/>
                </a:solidFill>
                <a:latin typeface="DejaVu Sans"/>
                <a:ea typeface="DejaVu Sans"/>
                <a:cs typeface="DejaVu Sans"/>
              </a:defRPr>
            </a:defPPr>
            <a:lvl1pPr>
              <a:defRPr sz="1050" b="0">
                <a:solidFill>
                  <a:srgbClr val="506778"/>
                </a:solidFill>
                <a:latin typeface="DejaVu Sans"/>
                <a:ea typeface="DejaVu Sans"/>
                <a:cs typeface="DejaVu Sans"/>
              </a:defRPr>
            </a:lvl1pPr>
            <a:lvl2pPr>
              <a:defRPr sz="1050" b="0">
                <a:solidFill>
                  <a:srgbClr val="506778"/>
                </a:solidFill>
                <a:latin typeface="DejaVu Sans"/>
                <a:ea typeface="DejaVu Sans"/>
                <a:cs typeface="DejaVu Sans"/>
              </a:defRPr>
            </a:lvl2pPr>
            <a:lvl3pPr>
              <a:defRPr sz="1050" b="0">
                <a:solidFill>
                  <a:srgbClr val="506778"/>
                </a:solidFill>
                <a:latin typeface="DejaVu Sans"/>
                <a:ea typeface="DejaVu Sans"/>
                <a:cs typeface="DejaVu Sans"/>
              </a:defRPr>
            </a:lvl3pPr>
            <a:lvl4pPr>
              <a:defRPr sz="1050" b="0">
                <a:solidFill>
                  <a:srgbClr val="506778"/>
                </a:solidFill>
                <a:latin typeface="DejaVu Sans"/>
                <a:ea typeface="DejaVu Sans"/>
                <a:cs typeface="DejaVu Sans"/>
              </a:defRPr>
            </a:lvl4pPr>
            <a:lvl5pPr>
              <a:defRPr sz="1050" b="0">
                <a:solidFill>
                  <a:srgbClr val="506778"/>
                </a:solidFill>
                <a:latin typeface="DejaVu Sans"/>
                <a:ea typeface="DejaVu Sans"/>
                <a:cs typeface="DejaVu Sans"/>
              </a:defRPr>
            </a:lvl5pPr>
            <a:lvl6pPr>
              <a:defRPr sz="1050" b="0">
                <a:solidFill>
                  <a:srgbClr val="506778"/>
                </a:solidFill>
                <a:latin typeface="DejaVu Sans"/>
                <a:ea typeface="DejaVu Sans"/>
                <a:cs typeface="DejaVu Sans"/>
              </a:defRPr>
            </a:lvl6pPr>
            <a:lvl7pPr>
              <a:defRPr sz="1050" b="0">
                <a:solidFill>
                  <a:srgbClr val="506778"/>
                </a:solidFill>
                <a:latin typeface="DejaVu Sans"/>
                <a:ea typeface="DejaVu Sans"/>
                <a:cs typeface="DejaVu Sans"/>
              </a:defRPr>
            </a:lvl7pPr>
            <a:lvl8pPr>
              <a:defRPr sz="1050" b="0">
                <a:solidFill>
                  <a:srgbClr val="506778"/>
                </a:solidFill>
                <a:latin typeface="DejaVu Sans"/>
                <a:ea typeface="DejaVu Sans"/>
                <a:cs typeface="DejaVu Sans"/>
              </a:defRPr>
            </a:lvl8pPr>
            <a:lvl9pPr>
              <a:defRPr sz="1050" b="0">
                <a:solidFill>
                  <a:srgbClr val="506778"/>
                </a:solidFill>
                <a:latin typeface="DejaVu Sans"/>
                <a:ea typeface="DejaVu Sans"/>
                <a:cs typeface="DejaVu Sans"/>
              </a:defRPr>
            </a:lvl9pPr>
          </a:lstStyle>
          <a:p>
            <a:pPr>
              <a:defRPr sz="1050" b="0">
                <a:solidFill>
                  <a:srgbClr val="506778"/>
                </a:solidFill>
                <a:latin typeface="DejaVu Sans"/>
                <a:ea typeface="DejaVu Sans"/>
                <a:cs typeface="DejaVu Sans"/>
              </a:defRPr>
            </a:pPr>
            <a:r>
              <a:rPr sz="1050" b="0">
                <a:solidFill>
                  <a:srgbClr val="506778"/>
                </a:solidFill>
                <a:latin typeface="DejaVu Sans"/>
                <a:ea typeface="DejaVu Sans"/>
                <a:cs typeface="DejaVu Sans"/>
              </a:rPr>
              <a:t>Sumber: E-book Bab 6 (PDF hlm. 10–15, 19–25)</a:t>
            </a:r>
          </a:p>
        </p:txBody>
      </p:sp>
      <p:sp>
        <p:nvSpPr>
          <p:cNvPr id="4" name="text-3">
            <a:extLst>
              <a:ext uri="{FF2B5EF4-FFF2-40B4-BE49-F238E27FC236}">
                <a16:creationId xmlns:a16="http://schemas.microsoft.com/office/drawing/2014/main" id="{A1830EBD-1FD2-4E9A-9650-19C429291247}"/>
              </a:ext>
            </a:extLst>
          </p:cNvPr>
          <p:cNvSpPr>
            <a:spLocks noGrp="1"/>
          </p:cNvSpPr>
          <p:nvPr/>
        </p:nvSpPr>
        <p:spPr>
          <a:xfrm>
            <a:off x="11106150" y="6372225"/>
            <a:ext cx="476250" cy="285750"/>
          </a:xfrm>
          <a:prstGeom prst="rect">
            <a:avLst/>
          </a:prstGeom>
          <a:noFill/>
          <a:ln w="0">
            <a:noFill/>
            <a:prstDash val="solid"/>
          </a:ln>
        </p:spPr>
        <p:txBody>
          <a:bodyPr lIns="0" tIns="0" rIns="0" bIns="0" anchor="t">
            <a:noAutofit/>
          </a:bodyPr>
          <a:lstStyle>
            <a:defPPr>
              <a:defRPr sz="1425" b="1">
                <a:solidFill>
                  <a:srgbClr val="007D85"/>
                </a:solidFill>
                <a:latin typeface="DejaVu Sans"/>
                <a:ea typeface="DejaVu Sans"/>
                <a:cs typeface="DejaVu Sans"/>
              </a:defRPr>
            </a:defPPr>
            <a:lvl1pPr>
              <a:defRPr sz="1425" b="1">
                <a:solidFill>
                  <a:srgbClr val="007D85"/>
                </a:solidFill>
                <a:latin typeface="DejaVu Sans"/>
                <a:ea typeface="DejaVu Sans"/>
                <a:cs typeface="DejaVu Sans"/>
              </a:defRPr>
            </a:lvl1pPr>
            <a:lvl2pPr>
              <a:defRPr sz="1425" b="1">
                <a:solidFill>
                  <a:srgbClr val="007D85"/>
                </a:solidFill>
                <a:latin typeface="DejaVu Sans"/>
                <a:ea typeface="DejaVu Sans"/>
                <a:cs typeface="DejaVu Sans"/>
              </a:defRPr>
            </a:lvl2pPr>
            <a:lvl3pPr>
              <a:defRPr sz="1425" b="1">
                <a:solidFill>
                  <a:srgbClr val="007D85"/>
                </a:solidFill>
                <a:latin typeface="DejaVu Sans"/>
                <a:ea typeface="DejaVu Sans"/>
                <a:cs typeface="DejaVu Sans"/>
              </a:defRPr>
            </a:lvl3pPr>
            <a:lvl4pPr>
              <a:defRPr sz="1425" b="1">
                <a:solidFill>
                  <a:srgbClr val="007D85"/>
                </a:solidFill>
                <a:latin typeface="DejaVu Sans"/>
                <a:ea typeface="DejaVu Sans"/>
                <a:cs typeface="DejaVu Sans"/>
              </a:defRPr>
            </a:lvl4pPr>
            <a:lvl5pPr>
              <a:defRPr sz="1425" b="1">
                <a:solidFill>
                  <a:srgbClr val="007D85"/>
                </a:solidFill>
                <a:latin typeface="DejaVu Sans"/>
                <a:ea typeface="DejaVu Sans"/>
                <a:cs typeface="DejaVu Sans"/>
              </a:defRPr>
            </a:lvl5pPr>
            <a:lvl6pPr>
              <a:defRPr sz="1425" b="1">
                <a:solidFill>
                  <a:srgbClr val="007D85"/>
                </a:solidFill>
                <a:latin typeface="DejaVu Sans"/>
                <a:ea typeface="DejaVu Sans"/>
                <a:cs typeface="DejaVu Sans"/>
              </a:defRPr>
            </a:lvl6pPr>
            <a:lvl7pPr>
              <a:defRPr sz="1425" b="1">
                <a:solidFill>
                  <a:srgbClr val="007D85"/>
                </a:solidFill>
                <a:latin typeface="DejaVu Sans"/>
                <a:ea typeface="DejaVu Sans"/>
                <a:cs typeface="DejaVu Sans"/>
              </a:defRPr>
            </a:lvl7pPr>
            <a:lvl8pPr>
              <a:defRPr sz="1425" b="1">
                <a:solidFill>
                  <a:srgbClr val="007D85"/>
                </a:solidFill>
                <a:latin typeface="DejaVu Sans"/>
                <a:ea typeface="DejaVu Sans"/>
                <a:cs typeface="DejaVu Sans"/>
              </a:defRPr>
            </a:lvl8pPr>
            <a:lvl9pPr>
              <a:defRPr sz="1425" b="1">
                <a:solidFill>
                  <a:srgbClr val="007D85"/>
                </a:solidFill>
                <a:latin typeface="DejaVu Sans"/>
                <a:ea typeface="DejaVu Sans"/>
                <a:cs typeface="DejaVu Sans"/>
              </a:defRPr>
            </a:lvl9pPr>
          </a:lstStyle>
          <a:p>
            <a:pPr>
              <a:defRPr sz="1425" b="1">
                <a:solidFill>
                  <a:srgbClr val="007D85"/>
                </a:solidFill>
                <a:latin typeface="DejaVu Sans"/>
                <a:ea typeface="DejaVu Sans"/>
                <a:cs typeface="DejaVu Sans"/>
              </a:defRPr>
            </a:pPr>
            <a:r>
              <a:rPr sz="1425" b="1">
                <a:solidFill>
                  <a:srgbClr val="007D85"/>
                </a:solidFill>
                <a:latin typeface="DejaVu Sans"/>
                <a:ea typeface="DejaVu Sans"/>
                <a:cs typeface="DejaVu Sans"/>
              </a:rPr>
              <a:t>36</a:t>
            </a:r>
          </a:p>
        </p:txBody>
      </p:sp>
      <p:sp>
        <p:nvSpPr>
          <p:cNvPr id="5" name="text-4">
            <a:extLst>
              <a:ext uri="{FF2B5EF4-FFF2-40B4-BE49-F238E27FC236}">
                <a16:creationId xmlns:a16="http://schemas.microsoft.com/office/drawing/2014/main" id="{DBFF1AD9-9981-4A30-9A6B-F6540F1D2662}"/>
              </a:ext>
            </a:extLst>
          </p:cNvPr>
          <p:cNvSpPr>
            <a:spLocks noGrp="1"/>
          </p:cNvSpPr>
          <p:nvPr/>
        </p:nvSpPr>
        <p:spPr>
          <a:xfrm>
            <a:off x="609600" y="195262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Model Agenda</a:t>
            </a:r>
          </a:p>
        </p:txBody>
      </p:sp>
      <p:sp>
        <p:nvSpPr>
          <p:cNvPr id="6" name="text-5">
            <a:extLst>
              <a:ext uri="{FF2B5EF4-FFF2-40B4-BE49-F238E27FC236}">
                <a16:creationId xmlns:a16="http://schemas.microsoft.com/office/drawing/2014/main" id="{B4202AF3-30A7-47F9-B9E3-22181996EAFB}"/>
              </a:ext>
            </a:extLst>
          </p:cNvPr>
          <p:cNvSpPr>
            <a:spLocks noGrp="1"/>
          </p:cNvSpPr>
          <p:nvPr/>
        </p:nvSpPr>
        <p:spPr>
          <a:xfrm>
            <a:off x="3714750" y="195262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Menyimpan id dan item, menyediakan konstruktor kosong serta getter.</a:t>
            </a:r>
          </a:p>
        </p:txBody>
      </p:sp>
      <p:sp>
        <p:nvSpPr>
          <p:cNvPr id="7" name="text-6">
            <a:extLst>
              <a:ext uri="{FF2B5EF4-FFF2-40B4-BE49-F238E27FC236}">
                <a16:creationId xmlns:a16="http://schemas.microsoft.com/office/drawing/2014/main" id="{7857045D-94B2-4030-8AB2-97A30DF0722C}"/>
              </a:ext>
            </a:extLst>
          </p:cNvPr>
          <p:cNvSpPr>
            <a:spLocks noGrp="1"/>
          </p:cNvSpPr>
          <p:nvPr/>
        </p:nvSpPr>
        <p:spPr>
          <a:xfrm>
            <a:off x="609600" y="300037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Antarmuka</a:t>
            </a:r>
          </a:p>
        </p:txBody>
      </p:sp>
      <p:sp>
        <p:nvSpPr>
          <p:cNvPr id="8" name="text-7">
            <a:extLst>
              <a:ext uri="{FF2B5EF4-FFF2-40B4-BE49-F238E27FC236}">
                <a16:creationId xmlns:a16="http://schemas.microsoft.com/office/drawing/2014/main" id="{2F7B25EF-D8E4-4148-BABE-6B69DC19B311}"/>
              </a:ext>
            </a:extLst>
          </p:cNvPr>
          <p:cNvSpPr>
            <a:spLocks noGrp="1"/>
          </p:cNvSpPr>
          <p:nvPr/>
        </p:nvSpPr>
        <p:spPr>
          <a:xfrm>
            <a:off x="3714750" y="300037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Form agenda, tombol simpan, ListView, dan dialog update/delete.</a:t>
            </a:r>
          </a:p>
        </p:txBody>
      </p:sp>
      <p:sp>
        <p:nvSpPr>
          <p:cNvPr id="9" name="text-8">
            <a:extLst>
              <a:ext uri="{FF2B5EF4-FFF2-40B4-BE49-F238E27FC236}">
                <a16:creationId xmlns:a16="http://schemas.microsoft.com/office/drawing/2014/main" id="{43C738D2-2B95-4927-B8A8-36FA0B80377E}"/>
              </a:ext>
            </a:extLst>
          </p:cNvPr>
          <p:cNvSpPr>
            <a:spLocks noGrp="1"/>
          </p:cNvSpPr>
          <p:nvPr/>
        </p:nvSpPr>
        <p:spPr>
          <a:xfrm>
            <a:off x="609600" y="404812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Akses database</a:t>
            </a:r>
          </a:p>
        </p:txBody>
      </p:sp>
      <p:sp>
        <p:nvSpPr>
          <p:cNvPr id="10" name="text-9">
            <a:extLst>
              <a:ext uri="{FF2B5EF4-FFF2-40B4-BE49-F238E27FC236}">
                <a16:creationId xmlns:a16="http://schemas.microsoft.com/office/drawing/2014/main" id="{AE60654A-9CA0-447E-A05D-8513317FF7AC}"/>
              </a:ext>
            </a:extLst>
          </p:cNvPr>
          <p:cNvSpPr>
            <a:spLocks noGrp="1"/>
          </p:cNvSpPr>
          <p:nvPr/>
        </p:nvSpPr>
        <p:spPr>
          <a:xfrm>
            <a:off x="3714750" y="404812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FirebaseDatabase memberikan instance, DatabaseReference menentukan lokasi baca dan tulis.</a:t>
            </a:r>
          </a:p>
        </p:txBody>
      </p:sp>
      <p:sp>
        <p:nvSpPr>
          <p:cNvPr id="11" name="text-10">
            <a:extLst>
              <a:ext uri="{FF2B5EF4-FFF2-40B4-BE49-F238E27FC236}">
                <a16:creationId xmlns:a16="http://schemas.microsoft.com/office/drawing/2014/main" id="{92B4C4E9-BB31-4526-B9AF-D78CE92BD2B4}"/>
              </a:ext>
            </a:extLst>
          </p:cNvPr>
          <p:cNvSpPr>
            <a:spLocks noGrp="1"/>
          </p:cNvSpPr>
          <p:nvPr/>
        </p:nvSpPr>
        <p:spPr>
          <a:xfrm>
            <a:off x="609600" y="509587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Adapter</a:t>
            </a:r>
          </a:p>
        </p:txBody>
      </p:sp>
      <p:sp>
        <p:nvSpPr>
          <p:cNvPr id="12" name="text-11">
            <a:extLst>
              <a:ext uri="{FF2B5EF4-FFF2-40B4-BE49-F238E27FC236}">
                <a16:creationId xmlns:a16="http://schemas.microsoft.com/office/drawing/2014/main" id="{3097BC38-4331-4413-AF4D-FD28D95FF564}"/>
              </a:ext>
            </a:extLst>
          </p:cNvPr>
          <p:cNvSpPr>
            <a:spLocks noGrp="1"/>
          </p:cNvSpPr>
          <p:nvPr/>
        </p:nvSpPr>
        <p:spPr>
          <a:xfrm>
            <a:off x="3714750" y="509587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AgendaList mengubah koleksi objek Agenda menjadi baris pada daftar.</a:t>
            </a:r>
          </a:p>
        </p:txBody>
      </p:sp>
    </p:spTree>
    <p:extLst>
      <p:ext uri="{BB962C8B-B14F-4D97-AF65-F5344CB8AC3E}">
        <p14:creationId xmlns:p14="http://schemas.microsoft.com/office/powerpoint/2010/main" val="14951035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6F9FA"/>
        </a:solidFill>
        <a:effectLst/>
      </p:bgPr>
    </p:bg>
    <p:spTree>
      <p:nvGrpSpPr>
        <p:cNvPr id="1" name=""/>
        <p:cNvGrpSpPr/>
        <p:nvPr/>
      </p:nvGrpSpPr>
      <p:grpSpPr>
        <a:xfrm>
          <a:off x="0" y="0"/>
          <a:ext cx="0" cy="0"/>
          <a:chOff x="0" y="0"/>
          <a:chExt cx="0" cy="0"/>
        </a:xfrm>
      </p:grpSpPr>
      <p:sp>
        <p:nvSpPr>
          <p:cNvPr id="12" name="text-0">
            <a:extLst>
              <a:ext uri="{FF2B5EF4-FFF2-40B4-BE49-F238E27FC236}">
                <a16:creationId xmlns:a16="http://schemas.microsoft.com/office/drawing/2014/main" id="{76BC39C9-913C-4C43-9E0A-2C47E83EFE7E}"/>
              </a:ext>
            </a:extLst>
          </p:cNvPr>
          <p:cNvSpPr>
            <a:spLocks noGrp="1"/>
          </p:cNvSpPr>
          <p:nvPr/>
        </p:nvSpPr>
        <p:spPr>
          <a:xfrm>
            <a:off x="609600" y="381000"/>
            <a:ext cx="10953750" cy="266700"/>
          </a:xfrm>
          <a:prstGeom prst="rect">
            <a:avLst/>
          </a:prstGeom>
          <a:noFill/>
          <a:ln w="0">
            <a:noFill/>
            <a:prstDash val="solid"/>
          </a:ln>
        </p:spPr>
        <p:txBody>
          <a:bodyPr lIns="0" tIns="0" rIns="0" bIns="0" anchor="t">
            <a:noAutofit/>
          </a:bodyPr>
          <a:lstStyle>
            <a:defPPr>
              <a:defRPr sz="1350" b="1">
                <a:solidFill>
                  <a:srgbClr val="007D85"/>
                </a:solidFill>
                <a:latin typeface="DejaVu Sans"/>
                <a:ea typeface="DejaVu Sans"/>
                <a:cs typeface="DejaVu Sans"/>
              </a:defRPr>
            </a:defPPr>
            <a:lvl1pPr>
              <a:defRPr sz="1350" b="1">
                <a:solidFill>
                  <a:srgbClr val="007D85"/>
                </a:solidFill>
                <a:latin typeface="DejaVu Sans"/>
                <a:ea typeface="DejaVu Sans"/>
                <a:cs typeface="DejaVu Sans"/>
              </a:defRPr>
            </a:lvl1pPr>
            <a:lvl2pPr>
              <a:defRPr sz="1350" b="1">
                <a:solidFill>
                  <a:srgbClr val="007D85"/>
                </a:solidFill>
                <a:latin typeface="DejaVu Sans"/>
                <a:ea typeface="DejaVu Sans"/>
                <a:cs typeface="DejaVu Sans"/>
              </a:defRPr>
            </a:lvl2pPr>
            <a:lvl3pPr>
              <a:defRPr sz="1350" b="1">
                <a:solidFill>
                  <a:srgbClr val="007D85"/>
                </a:solidFill>
                <a:latin typeface="DejaVu Sans"/>
                <a:ea typeface="DejaVu Sans"/>
                <a:cs typeface="DejaVu Sans"/>
              </a:defRPr>
            </a:lvl3pPr>
            <a:lvl4pPr>
              <a:defRPr sz="1350" b="1">
                <a:solidFill>
                  <a:srgbClr val="007D85"/>
                </a:solidFill>
                <a:latin typeface="DejaVu Sans"/>
                <a:ea typeface="DejaVu Sans"/>
                <a:cs typeface="DejaVu Sans"/>
              </a:defRPr>
            </a:lvl4pPr>
            <a:lvl5pPr>
              <a:defRPr sz="1350" b="1">
                <a:solidFill>
                  <a:srgbClr val="007D85"/>
                </a:solidFill>
                <a:latin typeface="DejaVu Sans"/>
                <a:ea typeface="DejaVu Sans"/>
                <a:cs typeface="DejaVu Sans"/>
              </a:defRPr>
            </a:lvl5pPr>
            <a:lvl6pPr>
              <a:defRPr sz="1350" b="1">
                <a:solidFill>
                  <a:srgbClr val="007D85"/>
                </a:solidFill>
                <a:latin typeface="DejaVu Sans"/>
                <a:ea typeface="DejaVu Sans"/>
                <a:cs typeface="DejaVu Sans"/>
              </a:defRPr>
            </a:lvl6pPr>
            <a:lvl7pPr>
              <a:defRPr sz="1350" b="1">
                <a:solidFill>
                  <a:srgbClr val="007D85"/>
                </a:solidFill>
                <a:latin typeface="DejaVu Sans"/>
                <a:ea typeface="DejaVu Sans"/>
                <a:cs typeface="DejaVu Sans"/>
              </a:defRPr>
            </a:lvl7pPr>
            <a:lvl8pPr>
              <a:defRPr sz="1350" b="1">
                <a:solidFill>
                  <a:srgbClr val="007D85"/>
                </a:solidFill>
                <a:latin typeface="DejaVu Sans"/>
                <a:ea typeface="DejaVu Sans"/>
                <a:cs typeface="DejaVu Sans"/>
              </a:defRPr>
            </a:lvl8pPr>
            <a:lvl9pPr>
              <a:defRPr sz="1350" b="1">
                <a:solidFill>
                  <a:srgbClr val="007D85"/>
                </a:solidFill>
                <a:latin typeface="DejaVu Sans"/>
                <a:ea typeface="DejaVu Sans"/>
                <a:cs typeface="DejaVu Sans"/>
              </a:defRPr>
            </a:lvl9pPr>
          </a:lstStyle>
          <a:p>
            <a:pPr>
              <a:defRPr sz="1350" b="1">
                <a:solidFill>
                  <a:srgbClr val="007D85"/>
                </a:solidFill>
                <a:latin typeface="DejaVu Sans"/>
                <a:ea typeface="DejaVu Sans"/>
                <a:cs typeface="DejaVu Sans"/>
              </a:defRPr>
            </a:pPr>
            <a:r>
              <a:rPr sz="1350" b="1">
                <a:solidFill>
                  <a:srgbClr val="007D85"/>
                </a:solidFill>
                <a:latin typeface="DejaVu Sans"/>
                <a:ea typeface="DejaVu Sans"/>
                <a:cs typeface="DejaVu Sans"/>
              </a:rPr>
              <a:t>BAB 6  FIREBASE</a:t>
            </a:r>
          </a:p>
        </p:txBody>
      </p:sp>
      <p:sp>
        <p:nvSpPr>
          <p:cNvPr id="2" name="text-1">
            <a:extLst>
              <a:ext uri="{FF2B5EF4-FFF2-40B4-BE49-F238E27FC236}">
                <a16:creationId xmlns:a16="http://schemas.microsoft.com/office/drawing/2014/main" id="{0BEE4540-CD6F-4B49-B863-EC6E62458AF0}"/>
              </a:ext>
            </a:extLst>
          </p:cNvPr>
          <p:cNvSpPr>
            <a:spLocks noGrp="1"/>
          </p:cNvSpPr>
          <p:nvPr/>
        </p:nvSpPr>
        <p:spPr>
          <a:xfrm>
            <a:off x="609600" y="866775"/>
            <a:ext cx="10953750" cy="895350"/>
          </a:xfrm>
          <a:prstGeom prst="rect">
            <a:avLst/>
          </a:prstGeom>
          <a:noFill/>
          <a:ln w="0">
            <a:noFill/>
            <a:prstDash val="solid"/>
          </a:ln>
        </p:spPr>
        <p:txBody>
          <a:bodyPr lIns="0" tIns="0" rIns="0" bIns="0" anchor="t">
            <a:noAutofit/>
          </a:bodyPr>
          <a:lstStyle>
            <a:defPPr>
              <a:defRPr sz="3150" b="1">
                <a:solidFill>
                  <a:srgbClr val="10283F"/>
                </a:solidFill>
                <a:latin typeface="DejaVu Sans"/>
                <a:ea typeface="DejaVu Sans"/>
                <a:cs typeface="DejaVu Sans"/>
              </a:defRPr>
            </a:defPPr>
            <a:lvl1pPr>
              <a:defRPr sz="3150" b="1">
                <a:solidFill>
                  <a:srgbClr val="10283F"/>
                </a:solidFill>
                <a:latin typeface="DejaVu Sans"/>
                <a:ea typeface="DejaVu Sans"/>
                <a:cs typeface="DejaVu Sans"/>
              </a:defRPr>
            </a:lvl1pPr>
            <a:lvl2pPr>
              <a:defRPr sz="3150" b="1">
                <a:solidFill>
                  <a:srgbClr val="10283F"/>
                </a:solidFill>
                <a:latin typeface="DejaVu Sans"/>
                <a:ea typeface="DejaVu Sans"/>
                <a:cs typeface="DejaVu Sans"/>
              </a:defRPr>
            </a:lvl2pPr>
            <a:lvl3pPr>
              <a:defRPr sz="3150" b="1">
                <a:solidFill>
                  <a:srgbClr val="10283F"/>
                </a:solidFill>
                <a:latin typeface="DejaVu Sans"/>
                <a:ea typeface="DejaVu Sans"/>
                <a:cs typeface="DejaVu Sans"/>
              </a:defRPr>
            </a:lvl3pPr>
            <a:lvl4pPr>
              <a:defRPr sz="3150" b="1">
                <a:solidFill>
                  <a:srgbClr val="10283F"/>
                </a:solidFill>
                <a:latin typeface="DejaVu Sans"/>
                <a:ea typeface="DejaVu Sans"/>
                <a:cs typeface="DejaVu Sans"/>
              </a:defRPr>
            </a:lvl4pPr>
            <a:lvl5pPr>
              <a:defRPr sz="3150" b="1">
                <a:solidFill>
                  <a:srgbClr val="10283F"/>
                </a:solidFill>
                <a:latin typeface="DejaVu Sans"/>
                <a:ea typeface="DejaVu Sans"/>
                <a:cs typeface="DejaVu Sans"/>
              </a:defRPr>
            </a:lvl5pPr>
            <a:lvl6pPr>
              <a:defRPr sz="3150" b="1">
                <a:solidFill>
                  <a:srgbClr val="10283F"/>
                </a:solidFill>
                <a:latin typeface="DejaVu Sans"/>
                <a:ea typeface="DejaVu Sans"/>
                <a:cs typeface="DejaVu Sans"/>
              </a:defRPr>
            </a:lvl6pPr>
            <a:lvl7pPr>
              <a:defRPr sz="3150" b="1">
                <a:solidFill>
                  <a:srgbClr val="10283F"/>
                </a:solidFill>
                <a:latin typeface="DejaVu Sans"/>
                <a:ea typeface="DejaVu Sans"/>
                <a:cs typeface="DejaVu Sans"/>
              </a:defRPr>
            </a:lvl7pPr>
            <a:lvl8pPr>
              <a:defRPr sz="3150" b="1">
                <a:solidFill>
                  <a:srgbClr val="10283F"/>
                </a:solidFill>
                <a:latin typeface="DejaVu Sans"/>
                <a:ea typeface="DejaVu Sans"/>
                <a:cs typeface="DejaVu Sans"/>
              </a:defRPr>
            </a:lvl8pPr>
            <a:lvl9pPr>
              <a:defRPr sz="3150" b="1">
                <a:solidFill>
                  <a:srgbClr val="10283F"/>
                </a:solidFill>
                <a:latin typeface="DejaVu Sans"/>
                <a:ea typeface="DejaVu Sans"/>
                <a:cs typeface="DejaVu Sans"/>
              </a:defRPr>
            </a:lvl9pPr>
          </a:lstStyle>
          <a:p>
            <a:pPr>
              <a:defRPr sz="3150" b="1">
                <a:solidFill>
                  <a:srgbClr val="10283F"/>
                </a:solidFill>
                <a:latin typeface="DejaVu Sans"/>
                <a:ea typeface="DejaVu Sans"/>
                <a:cs typeface="DejaVu Sans"/>
              </a:defRPr>
            </a:pPr>
            <a:r>
              <a:rPr sz="3150" b="1">
                <a:solidFill>
                  <a:srgbClr val="10283F"/>
                </a:solidFill>
                <a:latin typeface="DejaVu Sans"/>
                <a:ea typeface="DejaVu Sans"/>
                <a:cs typeface="DejaVu Sans"/>
              </a:rPr>
              <a:t>Menambah dan mengubah agenda</a:t>
            </a:r>
          </a:p>
        </p:txBody>
      </p:sp>
      <p:sp>
        <p:nvSpPr>
          <p:cNvPr id="3" name="text-2">
            <a:extLst>
              <a:ext uri="{FF2B5EF4-FFF2-40B4-BE49-F238E27FC236}">
                <a16:creationId xmlns:a16="http://schemas.microsoft.com/office/drawing/2014/main" id="{521FC779-0A79-499C-AA6F-E94B74931B63}"/>
              </a:ext>
            </a:extLst>
          </p:cNvPr>
          <p:cNvSpPr>
            <a:spLocks noGrp="1"/>
          </p:cNvSpPr>
          <p:nvPr/>
        </p:nvSpPr>
        <p:spPr>
          <a:xfrm>
            <a:off x="609600" y="6410325"/>
            <a:ext cx="10096500" cy="238125"/>
          </a:xfrm>
          <a:prstGeom prst="rect">
            <a:avLst/>
          </a:prstGeom>
          <a:noFill/>
          <a:ln w="0">
            <a:noFill/>
            <a:prstDash val="solid"/>
          </a:ln>
        </p:spPr>
        <p:txBody>
          <a:bodyPr lIns="0" tIns="0" rIns="0" bIns="0" anchor="t">
            <a:noAutofit/>
          </a:bodyPr>
          <a:lstStyle>
            <a:defPPr>
              <a:defRPr sz="1050" b="0">
                <a:solidFill>
                  <a:srgbClr val="506778"/>
                </a:solidFill>
                <a:latin typeface="DejaVu Sans"/>
                <a:ea typeface="DejaVu Sans"/>
                <a:cs typeface="DejaVu Sans"/>
              </a:defRPr>
            </a:defPPr>
            <a:lvl1pPr>
              <a:defRPr sz="1050" b="0">
                <a:solidFill>
                  <a:srgbClr val="506778"/>
                </a:solidFill>
                <a:latin typeface="DejaVu Sans"/>
                <a:ea typeface="DejaVu Sans"/>
                <a:cs typeface="DejaVu Sans"/>
              </a:defRPr>
            </a:lvl1pPr>
            <a:lvl2pPr>
              <a:defRPr sz="1050" b="0">
                <a:solidFill>
                  <a:srgbClr val="506778"/>
                </a:solidFill>
                <a:latin typeface="DejaVu Sans"/>
                <a:ea typeface="DejaVu Sans"/>
                <a:cs typeface="DejaVu Sans"/>
              </a:defRPr>
            </a:lvl2pPr>
            <a:lvl3pPr>
              <a:defRPr sz="1050" b="0">
                <a:solidFill>
                  <a:srgbClr val="506778"/>
                </a:solidFill>
                <a:latin typeface="DejaVu Sans"/>
                <a:ea typeface="DejaVu Sans"/>
                <a:cs typeface="DejaVu Sans"/>
              </a:defRPr>
            </a:lvl3pPr>
            <a:lvl4pPr>
              <a:defRPr sz="1050" b="0">
                <a:solidFill>
                  <a:srgbClr val="506778"/>
                </a:solidFill>
                <a:latin typeface="DejaVu Sans"/>
                <a:ea typeface="DejaVu Sans"/>
                <a:cs typeface="DejaVu Sans"/>
              </a:defRPr>
            </a:lvl4pPr>
            <a:lvl5pPr>
              <a:defRPr sz="1050" b="0">
                <a:solidFill>
                  <a:srgbClr val="506778"/>
                </a:solidFill>
                <a:latin typeface="DejaVu Sans"/>
                <a:ea typeface="DejaVu Sans"/>
                <a:cs typeface="DejaVu Sans"/>
              </a:defRPr>
            </a:lvl5pPr>
            <a:lvl6pPr>
              <a:defRPr sz="1050" b="0">
                <a:solidFill>
                  <a:srgbClr val="506778"/>
                </a:solidFill>
                <a:latin typeface="DejaVu Sans"/>
                <a:ea typeface="DejaVu Sans"/>
                <a:cs typeface="DejaVu Sans"/>
              </a:defRPr>
            </a:lvl6pPr>
            <a:lvl7pPr>
              <a:defRPr sz="1050" b="0">
                <a:solidFill>
                  <a:srgbClr val="506778"/>
                </a:solidFill>
                <a:latin typeface="DejaVu Sans"/>
                <a:ea typeface="DejaVu Sans"/>
                <a:cs typeface="DejaVu Sans"/>
              </a:defRPr>
            </a:lvl7pPr>
            <a:lvl8pPr>
              <a:defRPr sz="1050" b="0">
                <a:solidFill>
                  <a:srgbClr val="506778"/>
                </a:solidFill>
                <a:latin typeface="DejaVu Sans"/>
                <a:ea typeface="DejaVu Sans"/>
                <a:cs typeface="DejaVu Sans"/>
              </a:defRPr>
            </a:lvl8pPr>
            <a:lvl9pPr>
              <a:defRPr sz="1050" b="0">
                <a:solidFill>
                  <a:srgbClr val="506778"/>
                </a:solidFill>
                <a:latin typeface="DejaVu Sans"/>
                <a:ea typeface="DejaVu Sans"/>
                <a:cs typeface="DejaVu Sans"/>
              </a:defRPr>
            </a:lvl9pPr>
          </a:lstStyle>
          <a:p>
            <a:pPr>
              <a:defRPr sz="1050" b="0">
                <a:solidFill>
                  <a:srgbClr val="506778"/>
                </a:solidFill>
                <a:latin typeface="DejaVu Sans"/>
                <a:ea typeface="DejaVu Sans"/>
                <a:cs typeface="DejaVu Sans"/>
              </a:defRPr>
            </a:pPr>
            <a:r>
              <a:rPr sz="1050" b="0">
                <a:solidFill>
                  <a:srgbClr val="506778"/>
                </a:solidFill>
                <a:latin typeface="DejaVu Sans"/>
                <a:ea typeface="DejaVu Sans"/>
                <a:cs typeface="DejaVu Sans"/>
              </a:rPr>
              <a:t>Sumber: E-book Bab 6 (PDF hlm. 14, 18, 22–24)</a:t>
            </a:r>
          </a:p>
        </p:txBody>
      </p:sp>
      <p:sp>
        <p:nvSpPr>
          <p:cNvPr id="4" name="text-3">
            <a:extLst>
              <a:ext uri="{FF2B5EF4-FFF2-40B4-BE49-F238E27FC236}">
                <a16:creationId xmlns:a16="http://schemas.microsoft.com/office/drawing/2014/main" id="{619758AA-739B-4C27-A0FD-6CEE7FD0AF19}"/>
              </a:ext>
            </a:extLst>
          </p:cNvPr>
          <p:cNvSpPr>
            <a:spLocks noGrp="1"/>
          </p:cNvSpPr>
          <p:nvPr/>
        </p:nvSpPr>
        <p:spPr>
          <a:xfrm>
            <a:off x="11106150" y="6372225"/>
            <a:ext cx="476250" cy="285750"/>
          </a:xfrm>
          <a:prstGeom prst="rect">
            <a:avLst/>
          </a:prstGeom>
          <a:noFill/>
          <a:ln w="0">
            <a:noFill/>
            <a:prstDash val="solid"/>
          </a:ln>
        </p:spPr>
        <p:txBody>
          <a:bodyPr lIns="0" tIns="0" rIns="0" bIns="0" anchor="t">
            <a:noAutofit/>
          </a:bodyPr>
          <a:lstStyle>
            <a:defPPr>
              <a:defRPr sz="1425" b="1">
                <a:solidFill>
                  <a:srgbClr val="007D85"/>
                </a:solidFill>
                <a:latin typeface="DejaVu Sans"/>
                <a:ea typeface="DejaVu Sans"/>
                <a:cs typeface="DejaVu Sans"/>
              </a:defRPr>
            </a:defPPr>
            <a:lvl1pPr>
              <a:defRPr sz="1425" b="1">
                <a:solidFill>
                  <a:srgbClr val="007D85"/>
                </a:solidFill>
                <a:latin typeface="DejaVu Sans"/>
                <a:ea typeface="DejaVu Sans"/>
                <a:cs typeface="DejaVu Sans"/>
              </a:defRPr>
            </a:lvl1pPr>
            <a:lvl2pPr>
              <a:defRPr sz="1425" b="1">
                <a:solidFill>
                  <a:srgbClr val="007D85"/>
                </a:solidFill>
                <a:latin typeface="DejaVu Sans"/>
                <a:ea typeface="DejaVu Sans"/>
                <a:cs typeface="DejaVu Sans"/>
              </a:defRPr>
            </a:lvl2pPr>
            <a:lvl3pPr>
              <a:defRPr sz="1425" b="1">
                <a:solidFill>
                  <a:srgbClr val="007D85"/>
                </a:solidFill>
                <a:latin typeface="DejaVu Sans"/>
                <a:ea typeface="DejaVu Sans"/>
                <a:cs typeface="DejaVu Sans"/>
              </a:defRPr>
            </a:lvl3pPr>
            <a:lvl4pPr>
              <a:defRPr sz="1425" b="1">
                <a:solidFill>
                  <a:srgbClr val="007D85"/>
                </a:solidFill>
                <a:latin typeface="DejaVu Sans"/>
                <a:ea typeface="DejaVu Sans"/>
                <a:cs typeface="DejaVu Sans"/>
              </a:defRPr>
            </a:lvl4pPr>
            <a:lvl5pPr>
              <a:defRPr sz="1425" b="1">
                <a:solidFill>
                  <a:srgbClr val="007D85"/>
                </a:solidFill>
                <a:latin typeface="DejaVu Sans"/>
                <a:ea typeface="DejaVu Sans"/>
                <a:cs typeface="DejaVu Sans"/>
              </a:defRPr>
            </a:lvl5pPr>
            <a:lvl6pPr>
              <a:defRPr sz="1425" b="1">
                <a:solidFill>
                  <a:srgbClr val="007D85"/>
                </a:solidFill>
                <a:latin typeface="DejaVu Sans"/>
                <a:ea typeface="DejaVu Sans"/>
                <a:cs typeface="DejaVu Sans"/>
              </a:defRPr>
            </a:lvl6pPr>
            <a:lvl7pPr>
              <a:defRPr sz="1425" b="1">
                <a:solidFill>
                  <a:srgbClr val="007D85"/>
                </a:solidFill>
                <a:latin typeface="DejaVu Sans"/>
                <a:ea typeface="DejaVu Sans"/>
                <a:cs typeface="DejaVu Sans"/>
              </a:defRPr>
            </a:lvl7pPr>
            <a:lvl8pPr>
              <a:defRPr sz="1425" b="1">
                <a:solidFill>
                  <a:srgbClr val="007D85"/>
                </a:solidFill>
                <a:latin typeface="DejaVu Sans"/>
                <a:ea typeface="DejaVu Sans"/>
                <a:cs typeface="DejaVu Sans"/>
              </a:defRPr>
            </a:lvl8pPr>
            <a:lvl9pPr>
              <a:defRPr sz="1425" b="1">
                <a:solidFill>
                  <a:srgbClr val="007D85"/>
                </a:solidFill>
                <a:latin typeface="DejaVu Sans"/>
                <a:ea typeface="DejaVu Sans"/>
                <a:cs typeface="DejaVu Sans"/>
              </a:defRPr>
            </a:lvl9pPr>
          </a:lstStyle>
          <a:p>
            <a:pPr>
              <a:defRPr sz="1425" b="1">
                <a:solidFill>
                  <a:srgbClr val="007D85"/>
                </a:solidFill>
                <a:latin typeface="DejaVu Sans"/>
                <a:ea typeface="DejaVu Sans"/>
                <a:cs typeface="DejaVu Sans"/>
              </a:defRPr>
            </a:pPr>
            <a:r>
              <a:rPr sz="1425" b="1">
                <a:solidFill>
                  <a:srgbClr val="007D85"/>
                </a:solidFill>
                <a:latin typeface="DejaVu Sans"/>
                <a:ea typeface="DejaVu Sans"/>
                <a:cs typeface="DejaVu Sans"/>
              </a:rPr>
              <a:t>37</a:t>
            </a:r>
          </a:p>
        </p:txBody>
      </p:sp>
      <p:sp>
        <p:nvSpPr>
          <p:cNvPr id="5" name="text-4">
            <a:extLst>
              <a:ext uri="{FF2B5EF4-FFF2-40B4-BE49-F238E27FC236}">
                <a16:creationId xmlns:a16="http://schemas.microsoft.com/office/drawing/2014/main" id="{D640BFFE-3C9A-40BE-AB6C-98FECCC8DCA0}"/>
              </a:ext>
            </a:extLst>
          </p:cNvPr>
          <p:cNvSpPr>
            <a:spLocks noGrp="1"/>
          </p:cNvSpPr>
          <p:nvPr/>
        </p:nvSpPr>
        <p:spPr>
          <a:xfrm>
            <a:off x="609600" y="2000250"/>
            <a:ext cx="3857625" cy="3238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Create</a:t>
            </a:r>
          </a:p>
        </p:txBody>
      </p:sp>
      <p:sp>
        <p:nvSpPr>
          <p:cNvPr id="6" name="text-5">
            <a:extLst>
              <a:ext uri="{FF2B5EF4-FFF2-40B4-BE49-F238E27FC236}">
                <a16:creationId xmlns:a16="http://schemas.microsoft.com/office/drawing/2014/main" id="{EDA2A8FE-04C7-4C37-9294-9407F0D5EAB5}"/>
              </a:ext>
            </a:extLst>
          </p:cNvPr>
          <p:cNvSpPr>
            <a:spLocks noGrp="1"/>
          </p:cNvSpPr>
          <p:nvPr/>
        </p:nvSpPr>
        <p:spPr>
          <a:xfrm>
            <a:off x="609600" y="2400300"/>
            <a:ext cx="3857625" cy="914400"/>
          </a:xfrm>
          <a:prstGeom prst="rect">
            <a:avLst/>
          </a:prstGeom>
          <a:noFill/>
          <a:ln w="0">
            <a:noFill/>
            <a:prstDash val="solid"/>
          </a:ln>
        </p:spPr>
        <p:txBody>
          <a:bodyPr lIns="0" tIns="0" rIns="0" bIns="0" anchor="t">
            <a:noAutofit/>
          </a:bodyPr>
          <a:lstStyle>
            <a:defPPr>
              <a:defRPr sz="1725" b="0">
                <a:solidFill>
                  <a:srgbClr val="183349"/>
                </a:solidFill>
                <a:latin typeface="DejaVu Sans"/>
                <a:ea typeface="DejaVu Sans"/>
                <a:cs typeface="DejaVu Sans"/>
              </a:defRPr>
            </a:defPPr>
            <a:lvl1pPr>
              <a:defRPr sz="1725" b="0">
                <a:solidFill>
                  <a:srgbClr val="183349"/>
                </a:solidFill>
                <a:latin typeface="DejaVu Sans"/>
                <a:ea typeface="DejaVu Sans"/>
                <a:cs typeface="DejaVu Sans"/>
              </a:defRPr>
            </a:lvl1pPr>
            <a:lvl2pPr>
              <a:defRPr sz="1725" b="0">
                <a:solidFill>
                  <a:srgbClr val="183349"/>
                </a:solidFill>
                <a:latin typeface="DejaVu Sans"/>
                <a:ea typeface="DejaVu Sans"/>
                <a:cs typeface="DejaVu Sans"/>
              </a:defRPr>
            </a:lvl2pPr>
            <a:lvl3pPr>
              <a:defRPr sz="1725" b="0">
                <a:solidFill>
                  <a:srgbClr val="183349"/>
                </a:solidFill>
                <a:latin typeface="DejaVu Sans"/>
                <a:ea typeface="DejaVu Sans"/>
                <a:cs typeface="DejaVu Sans"/>
              </a:defRPr>
            </a:lvl3pPr>
            <a:lvl4pPr>
              <a:defRPr sz="1725" b="0">
                <a:solidFill>
                  <a:srgbClr val="183349"/>
                </a:solidFill>
                <a:latin typeface="DejaVu Sans"/>
                <a:ea typeface="DejaVu Sans"/>
                <a:cs typeface="DejaVu Sans"/>
              </a:defRPr>
            </a:lvl4pPr>
            <a:lvl5pPr>
              <a:defRPr sz="1725" b="0">
                <a:solidFill>
                  <a:srgbClr val="183349"/>
                </a:solidFill>
                <a:latin typeface="DejaVu Sans"/>
                <a:ea typeface="DejaVu Sans"/>
                <a:cs typeface="DejaVu Sans"/>
              </a:defRPr>
            </a:lvl5pPr>
            <a:lvl6pPr>
              <a:defRPr sz="1725" b="0">
                <a:solidFill>
                  <a:srgbClr val="183349"/>
                </a:solidFill>
                <a:latin typeface="DejaVu Sans"/>
                <a:ea typeface="DejaVu Sans"/>
                <a:cs typeface="DejaVu Sans"/>
              </a:defRPr>
            </a:lvl6pPr>
            <a:lvl7pPr>
              <a:defRPr sz="1725" b="0">
                <a:solidFill>
                  <a:srgbClr val="183349"/>
                </a:solidFill>
                <a:latin typeface="DejaVu Sans"/>
                <a:ea typeface="DejaVu Sans"/>
                <a:cs typeface="DejaVu Sans"/>
              </a:defRPr>
            </a:lvl7pPr>
            <a:lvl8pPr>
              <a:defRPr sz="1725" b="0">
                <a:solidFill>
                  <a:srgbClr val="183349"/>
                </a:solidFill>
                <a:latin typeface="DejaVu Sans"/>
                <a:ea typeface="DejaVu Sans"/>
                <a:cs typeface="DejaVu Sans"/>
              </a:defRPr>
            </a:lvl8pPr>
            <a:lvl9pPr>
              <a:defRPr sz="1725" b="0">
                <a:solidFill>
                  <a:srgbClr val="183349"/>
                </a:solidFill>
                <a:latin typeface="DejaVu Sans"/>
                <a:ea typeface="DejaVu Sans"/>
                <a:cs typeface="DejaVu Sans"/>
              </a:defRPr>
            </a:lvl9pPr>
          </a:lstStyle>
          <a:p>
            <a:pPr>
              <a:defRPr sz="1725" b="0">
                <a:solidFill>
                  <a:srgbClr val="183349"/>
                </a:solidFill>
                <a:latin typeface="DejaVu Sans"/>
                <a:ea typeface="DejaVu Sans"/>
                <a:cs typeface="DejaVu Sans"/>
              </a:defRPr>
            </a:pPr>
            <a:r>
              <a:rPr sz="1725" b="0">
                <a:solidFill>
                  <a:srgbClr val="183349"/>
                </a:solidFill>
                <a:latin typeface="DejaVu Sans"/>
                <a:ea typeface="DejaVu Sans"/>
                <a:cs typeface="DejaVu Sans"/>
              </a:rPr>
              <a:t>push().getKey() membuat ID baru, lalu setValue() menyimpan objek pada node tersebut.</a:t>
            </a:r>
          </a:p>
        </p:txBody>
      </p:sp>
      <p:sp>
        <p:nvSpPr>
          <p:cNvPr id="7" name="text-6">
            <a:extLst>
              <a:ext uri="{FF2B5EF4-FFF2-40B4-BE49-F238E27FC236}">
                <a16:creationId xmlns:a16="http://schemas.microsoft.com/office/drawing/2014/main" id="{360BA8D8-74C5-4118-9978-3E4008D64E3E}"/>
              </a:ext>
            </a:extLst>
          </p:cNvPr>
          <p:cNvSpPr>
            <a:spLocks noGrp="1"/>
          </p:cNvSpPr>
          <p:nvPr/>
        </p:nvSpPr>
        <p:spPr>
          <a:xfrm>
            <a:off x="609600" y="3371850"/>
            <a:ext cx="3857625" cy="3238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Update</a:t>
            </a:r>
          </a:p>
        </p:txBody>
      </p:sp>
      <p:sp>
        <p:nvSpPr>
          <p:cNvPr id="8" name="text-7">
            <a:extLst>
              <a:ext uri="{FF2B5EF4-FFF2-40B4-BE49-F238E27FC236}">
                <a16:creationId xmlns:a16="http://schemas.microsoft.com/office/drawing/2014/main" id="{7B8CB32A-526B-4247-97DB-81BDE5B37E3C}"/>
              </a:ext>
            </a:extLst>
          </p:cNvPr>
          <p:cNvSpPr>
            <a:spLocks noGrp="1"/>
          </p:cNvSpPr>
          <p:nvPr/>
        </p:nvSpPr>
        <p:spPr>
          <a:xfrm>
            <a:off x="609600" y="3771900"/>
            <a:ext cx="3857625" cy="914400"/>
          </a:xfrm>
          <a:prstGeom prst="rect">
            <a:avLst/>
          </a:prstGeom>
          <a:noFill/>
          <a:ln w="0">
            <a:noFill/>
            <a:prstDash val="solid"/>
          </a:ln>
        </p:spPr>
        <p:txBody>
          <a:bodyPr lIns="0" tIns="0" rIns="0" bIns="0" anchor="t">
            <a:noAutofit/>
          </a:bodyPr>
          <a:lstStyle>
            <a:defPPr>
              <a:defRPr sz="1725" b="0">
                <a:solidFill>
                  <a:srgbClr val="183349"/>
                </a:solidFill>
                <a:latin typeface="DejaVu Sans"/>
                <a:ea typeface="DejaVu Sans"/>
                <a:cs typeface="DejaVu Sans"/>
              </a:defRPr>
            </a:defPPr>
            <a:lvl1pPr>
              <a:defRPr sz="1725" b="0">
                <a:solidFill>
                  <a:srgbClr val="183349"/>
                </a:solidFill>
                <a:latin typeface="DejaVu Sans"/>
                <a:ea typeface="DejaVu Sans"/>
                <a:cs typeface="DejaVu Sans"/>
              </a:defRPr>
            </a:lvl1pPr>
            <a:lvl2pPr>
              <a:defRPr sz="1725" b="0">
                <a:solidFill>
                  <a:srgbClr val="183349"/>
                </a:solidFill>
                <a:latin typeface="DejaVu Sans"/>
                <a:ea typeface="DejaVu Sans"/>
                <a:cs typeface="DejaVu Sans"/>
              </a:defRPr>
            </a:lvl2pPr>
            <a:lvl3pPr>
              <a:defRPr sz="1725" b="0">
                <a:solidFill>
                  <a:srgbClr val="183349"/>
                </a:solidFill>
                <a:latin typeface="DejaVu Sans"/>
                <a:ea typeface="DejaVu Sans"/>
                <a:cs typeface="DejaVu Sans"/>
              </a:defRPr>
            </a:lvl3pPr>
            <a:lvl4pPr>
              <a:defRPr sz="1725" b="0">
                <a:solidFill>
                  <a:srgbClr val="183349"/>
                </a:solidFill>
                <a:latin typeface="DejaVu Sans"/>
                <a:ea typeface="DejaVu Sans"/>
                <a:cs typeface="DejaVu Sans"/>
              </a:defRPr>
            </a:lvl4pPr>
            <a:lvl5pPr>
              <a:defRPr sz="1725" b="0">
                <a:solidFill>
                  <a:srgbClr val="183349"/>
                </a:solidFill>
                <a:latin typeface="DejaVu Sans"/>
                <a:ea typeface="DejaVu Sans"/>
                <a:cs typeface="DejaVu Sans"/>
              </a:defRPr>
            </a:lvl5pPr>
            <a:lvl6pPr>
              <a:defRPr sz="1725" b="0">
                <a:solidFill>
                  <a:srgbClr val="183349"/>
                </a:solidFill>
                <a:latin typeface="DejaVu Sans"/>
                <a:ea typeface="DejaVu Sans"/>
                <a:cs typeface="DejaVu Sans"/>
              </a:defRPr>
            </a:lvl6pPr>
            <a:lvl7pPr>
              <a:defRPr sz="1725" b="0">
                <a:solidFill>
                  <a:srgbClr val="183349"/>
                </a:solidFill>
                <a:latin typeface="DejaVu Sans"/>
                <a:ea typeface="DejaVu Sans"/>
                <a:cs typeface="DejaVu Sans"/>
              </a:defRPr>
            </a:lvl7pPr>
            <a:lvl8pPr>
              <a:defRPr sz="1725" b="0">
                <a:solidFill>
                  <a:srgbClr val="183349"/>
                </a:solidFill>
                <a:latin typeface="DejaVu Sans"/>
                <a:ea typeface="DejaVu Sans"/>
                <a:cs typeface="DejaVu Sans"/>
              </a:defRPr>
            </a:lvl8pPr>
            <a:lvl9pPr>
              <a:defRPr sz="1725" b="0">
                <a:solidFill>
                  <a:srgbClr val="183349"/>
                </a:solidFill>
                <a:latin typeface="DejaVu Sans"/>
                <a:ea typeface="DejaVu Sans"/>
                <a:cs typeface="DejaVu Sans"/>
              </a:defRPr>
            </a:lvl9pPr>
          </a:lstStyle>
          <a:p>
            <a:pPr>
              <a:defRPr sz="1725" b="0">
                <a:solidFill>
                  <a:srgbClr val="183349"/>
                </a:solidFill>
                <a:latin typeface="DejaVu Sans"/>
                <a:ea typeface="DejaVu Sans"/>
                <a:cs typeface="DejaVu Sans"/>
              </a:defRPr>
            </a:pPr>
            <a:r>
              <a:rPr sz="1725" b="0">
                <a:solidFill>
                  <a:srgbClr val="183349"/>
                </a:solidFill>
                <a:latin typeface="DejaVu Sans"/>
                <a:ea typeface="DejaVu Sans"/>
                <a:cs typeface="DejaVu Sans"/>
              </a:rPr>
              <a:t>setValue() pada ID yang sama menimpa nilai node agenda.</a:t>
            </a:r>
          </a:p>
        </p:txBody>
      </p:sp>
      <p:sp>
        <p:nvSpPr>
          <p:cNvPr id="9" name="text-8">
            <a:extLst>
              <a:ext uri="{FF2B5EF4-FFF2-40B4-BE49-F238E27FC236}">
                <a16:creationId xmlns:a16="http://schemas.microsoft.com/office/drawing/2014/main" id="{8EA01A94-3206-4D42-BC7B-5A2CC7FAF1D7}"/>
              </a:ext>
            </a:extLst>
          </p:cNvPr>
          <p:cNvSpPr>
            <a:spLocks noGrp="1"/>
          </p:cNvSpPr>
          <p:nvPr/>
        </p:nvSpPr>
        <p:spPr>
          <a:xfrm>
            <a:off x="609600" y="4743450"/>
            <a:ext cx="3857625" cy="3238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Identitas data</a:t>
            </a:r>
          </a:p>
        </p:txBody>
      </p:sp>
      <p:sp>
        <p:nvSpPr>
          <p:cNvPr id="10" name="text-9">
            <a:extLst>
              <a:ext uri="{FF2B5EF4-FFF2-40B4-BE49-F238E27FC236}">
                <a16:creationId xmlns:a16="http://schemas.microsoft.com/office/drawing/2014/main" id="{B1F1984F-7A8B-43EE-B223-AD9723F3562A}"/>
              </a:ext>
            </a:extLst>
          </p:cNvPr>
          <p:cNvSpPr>
            <a:spLocks noGrp="1"/>
          </p:cNvSpPr>
          <p:nvPr/>
        </p:nvSpPr>
        <p:spPr>
          <a:xfrm>
            <a:off x="609600" y="5143500"/>
            <a:ext cx="3857625" cy="914400"/>
          </a:xfrm>
          <a:prstGeom prst="rect">
            <a:avLst/>
          </a:prstGeom>
          <a:noFill/>
          <a:ln w="0">
            <a:noFill/>
            <a:prstDash val="solid"/>
          </a:ln>
        </p:spPr>
        <p:txBody>
          <a:bodyPr lIns="0" tIns="0" rIns="0" bIns="0" anchor="t">
            <a:noAutofit/>
          </a:bodyPr>
          <a:lstStyle>
            <a:defPPr>
              <a:defRPr sz="1725" b="0">
                <a:solidFill>
                  <a:srgbClr val="183349"/>
                </a:solidFill>
                <a:latin typeface="DejaVu Sans"/>
                <a:ea typeface="DejaVu Sans"/>
                <a:cs typeface="DejaVu Sans"/>
              </a:defRPr>
            </a:defPPr>
            <a:lvl1pPr>
              <a:defRPr sz="1725" b="0">
                <a:solidFill>
                  <a:srgbClr val="183349"/>
                </a:solidFill>
                <a:latin typeface="DejaVu Sans"/>
                <a:ea typeface="DejaVu Sans"/>
                <a:cs typeface="DejaVu Sans"/>
              </a:defRPr>
            </a:lvl1pPr>
            <a:lvl2pPr>
              <a:defRPr sz="1725" b="0">
                <a:solidFill>
                  <a:srgbClr val="183349"/>
                </a:solidFill>
                <a:latin typeface="DejaVu Sans"/>
                <a:ea typeface="DejaVu Sans"/>
                <a:cs typeface="DejaVu Sans"/>
              </a:defRPr>
            </a:lvl2pPr>
            <a:lvl3pPr>
              <a:defRPr sz="1725" b="0">
                <a:solidFill>
                  <a:srgbClr val="183349"/>
                </a:solidFill>
                <a:latin typeface="DejaVu Sans"/>
                <a:ea typeface="DejaVu Sans"/>
                <a:cs typeface="DejaVu Sans"/>
              </a:defRPr>
            </a:lvl3pPr>
            <a:lvl4pPr>
              <a:defRPr sz="1725" b="0">
                <a:solidFill>
                  <a:srgbClr val="183349"/>
                </a:solidFill>
                <a:latin typeface="DejaVu Sans"/>
                <a:ea typeface="DejaVu Sans"/>
                <a:cs typeface="DejaVu Sans"/>
              </a:defRPr>
            </a:lvl4pPr>
            <a:lvl5pPr>
              <a:defRPr sz="1725" b="0">
                <a:solidFill>
                  <a:srgbClr val="183349"/>
                </a:solidFill>
                <a:latin typeface="DejaVu Sans"/>
                <a:ea typeface="DejaVu Sans"/>
                <a:cs typeface="DejaVu Sans"/>
              </a:defRPr>
            </a:lvl5pPr>
            <a:lvl6pPr>
              <a:defRPr sz="1725" b="0">
                <a:solidFill>
                  <a:srgbClr val="183349"/>
                </a:solidFill>
                <a:latin typeface="DejaVu Sans"/>
                <a:ea typeface="DejaVu Sans"/>
                <a:cs typeface="DejaVu Sans"/>
              </a:defRPr>
            </a:lvl6pPr>
            <a:lvl7pPr>
              <a:defRPr sz="1725" b="0">
                <a:solidFill>
                  <a:srgbClr val="183349"/>
                </a:solidFill>
                <a:latin typeface="DejaVu Sans"/>
                <a:ea typeface="DejaVu Sans"/>
                <a:cs typeface="DejaVu Sans"/>
              </a:defRPr>
            </a:lvl7pPr>
            <a:lvl8pPr>
              <a:defRPr sz="1725" b="0">
                <a:solidFill>
                  <a:srgbClr val="183349"/>
                </a:solidFill>
                <a:latin typeface="DejaVu Sans"/>
                <a:ea typeface="DejaVu Sans"/>
                <a:cs typeface="DejaVu Sans"/>
              </a:defRPr>
            </a:lvl8pPr>
            <a:lvl9pPr>
              <a:defRPr sz="1725" b="0">
                <a:solidFill>
                  <a:srgbClr val="183349"/>
                </a:solidFill>
                <a:latin typeface="DejaVu Sans"/>
                <a:ea typeface="DejaVu Sans"/>
                <a:cs typeface="DejaVu Sans"/>
              </a:defRPr>
            </a:lvl9pPr>
          </a:lstStyle>
          <a:p>
            <a:pPr>
              <a:defRPr sz="1725" b="0">
                <a:solidFill>
                  <a:srgbClr val="183349"/>
                </a:solidFill>
                <a:latin typeface="DejaVu Sans"/>
                <a:ea typeface="DejaVu Sans"/>
                <a:cs typeface="DejaVu Sans"/>
              </a:defRPr>
            </a:pPr>
            <a:r>
              <a:rPr sz="1725" b="0">
                <a:solidFill>
                  <a:srgbClr val="183349"/>
                </a:solidFill>
                <a:latin typeface="DejaVu Sans"/>
                <a:ea typeface="DejaVu Sans"/>
                <a:cs typeface="DejaVu Sans"/>
              </a:rPr>
              <a:t>ID dipertahankan saat mengubah isi agar operasi menyasar agenda yang benar.</a:t>
            </a:r>
          </a:p>
        </p:txBody>
      </p:sp>
      <p:sp>
        <p:nvSpPr>
          <p:cNvPr id="11" name="text-10">
            <a:extLst>
              <a:ext uri="{FF2B5EF4-FFF2-40B4-BE49-F238E27FC236}">
                <a16:creationId xmlns:a16="http://schemas.microsoft.com/office/drawing/2014/main" id="{A11DE2B9-411E-4290-8D9A-66297EC90CBC}"/>
              </a:ext>
            </a:extLst>
          </p:cNvPr>
          <p:cNvSpPr>
            <a:spLocks noGrp="1"/>
          </p:cNvSpPr>
          <p:nvPr/>
        </p:nvSpPr>
        <p:spPr>
          <a:xfrm>
            <a:off x="4857750" y="2152650"/>
            <a:ext cx="6724650" cy="3714750"/>
          </a:xfrm>
          <a:prstGeom prst="rect">
            <a:avLst/>
          </a:prstGeom>
          <a:noFill/>
          <a:ln w="0">
            <a:noFill/>
            <a:prstDash val="solid"/>
          </a:ln>
        </p:spPr>
        <p:txBody>
          <a:bodyPr lIns="0" tIns="0" rIns="0" bIns="0" anchor="t">
            <a:noAutofit/>
          </a:bodyPr>
          <a:lstStyle>
            <a:defPPr>
              <a:defRPr sz="1575" b="0">
                <a:solidFill>
                  <a:srgbClr val="10283F"/>
                </a:solidFill>
                <a:latin typeface="DejaVu Sans Mono"/>
                <a:ea typeface="DejaVu Sans Mono"/>
                <a:cs typeface="DejaVu Sans Mono"/>
              </a:defRPr>
            </a:defPPr>
            <a:lvl1pPr>
              <a:defRPr sz="1575" b="0">
                <a:solidFill>
                  <a:srgbClr val="10283F"/>
                </a:solidFill>
                <a:latin typeface="DejaVu Sans Mono"/>
                <a:ea typeface="DejaVu Sans Mono"/>
                <a:cs typeface="DejaVu Sans Mono"/>
              </a:defRPr>
            </a:lvl1pPr>
            <a:lvl2pPr>
              <a:defRPr sz="1575" b="0">
                <a:solidFill>
                  <a:srgbClr val="10283F"/>
                </a:solidFill>
                <a:latin typeface="DejaVu Sans Mono"/>
                <a:ea typeface="DejaVu Sans Mono"/>
                <a:cs typeface="DejaVu Sans Mono"/>
              </a:defRPr>
            </a:lvl2pPr>
            <a:lvl3pPr>
              <a:defRPr sz="1575" b="0">
                <a:solidFill>
                  <a:srgbClr val="10283F"/>
                </a:solidFill>
                <a:latin typeface="DejaVu Sans Mono"/>
                <a:ea typeface="DejaVu Sans Mono"/>
                <a:cs typeface="DejaVu Sans Mono"/>
              </a:defRPr>
            </a:lvl3pPr>
            <a:lvl4pPr>
              <a:defRPr sz="1575" b="0">
                <a:solidFill>
                  <a:srgbClr val="10283F"/>
                </a:solidFill>
                <a:latin typeface="DejaVu Sans Mono"/>
                <a:ea typeface="DejaVu Sans Mono"/>
                <a:cs typeface="DejaVu Sans Mono"/>
              </a:defRPr>
            </a:lvl4pPr>
            <a:lvl5pPr>
              <a:defRPr sz="1575" b="0">
                <a:solidFill>
                  <a:srgbClr val="10283F"/>
                </a:solidFill>
                <a:latin typeface="DejaVu Sans Mono"/>
                <a:ea typeface="DejaVu Sans Mono"/>
                <a:cs typeface="DejaVu Sans Mono"/>
              </a:defRPr>
            </a:lvl5pPr>
            <a:lvl6pPr>
              <a:defRPr sz="1575" b="0">
                <a:solidFill>
                  <a:srgbClr val="10283F"/>
                </a:solidFill>
                <a:latin typeface="DejaVu Sans Mono"/>
                <a:ea typeface="DejaVu Sans Mono"/>
                <a:cs typeface="DejaVu Sans Mono"/>
              </a:defRPr>
            </a:lvl6pPr>
            <a:lvl7pPr>
              <a:defRPr sz="1575" b="0">
                <a:solidFill>
                  <a:srgbClr val="10283F"/>
                </a:solidFill>
                <a:latin typeface="DejaVu Sans Mono"/>
                <a:ea typeface="DejaVu Sans Mono"/>
                <a:cs typeface="DejaVu Sans Mono"/>
              </a:defRPr>
            </a:lvl7pPr>
            <a:lvl8pPr>
              <a:defRPr sz="1575" b="0">
                <a:solidFill>
                  <a:srgbClr val="10283F"/>
                </a:solidFill>
                <a:latin typeface="DejaVu Sans Mono"/>
                <a:ea typeface="DejaVu Sans Mono"/>
                <a:cs typeface="DejaVu Sans Mono"/>
              </a:defRPr>
            </a:lvl8pPr>
            <a:lvl9pPr>
              <a:defRPr sz="1575" b="0">
                <a:solidFill>
                  <a:srgbClr val="10283F"/>
                </a:solidFill>
                <a:latin typeface="DejaVu Sans Mono"/>
                <a:ea typeface="DejaVu Sans Mono"/>
                <a:cs typeface="DejaVu Sans Mono"/>
              </a:defRPr>
            </a:lvl9pPr>
          </a:lstStyle>
          <a:p>
            <a:pPr>
              <a:defRPr sz="1575" b="0">
                <a:solidFill>
                  <a:srgbClr val="10283F"/>
                </a:solidFill>
                <a:latin typeface="DejaVu Sans"/>
                <a:ea typeface="DejaVu Sans"/>
                <a:cs typeface="DejaVu Sans"/>
              </a:defRPr>
            </a:pPr>
            <a:r>
              <a:rPr sz="1575" b="0">
                <a:solidFill>
                  <a:srgbClr val="10283F"/>
                </a:solidFill>
                <a:latin typeface="DejaVu Sans Mono"/>
                <a:ea typeface="DejaVu Sans Mono"/>
                <a:cs typeface="DejaVu Sans Mono"/>
              </a:rPr>
              <a:t>// Create</a:t>
            </a:r>
          </a:p>
          <a:p>
            <a:pPr>
              <a:defRPr sz="1575" b="0">
                <a:solidFill>
                  <a:srgbClr val="10283F"/>
                </a:solidFill>
                <a:latin typeface="DejaVu Sans"/>
                <a:ea typeface="DejaVu Sans"/>
                <a:cs typeface="DejaVu Sans"/>
              </a:defRPr>
            </a:pPr>
            <a:r>
              <a:rPr sz="1575" b="0">
                <a:solidFill>
                  <a:srgbClr val="10283F"/>
                </a:solidFill>
                <a:latin typeface="DejaVu Sans Mono"/>
                <a:ea typeface="DejaVu Sans Mono"/>
                <a:cs typeface="DejaVu Sans Mono"/>
              </a:rPr>
              <a:t>String id = ref.push().getKey();</a:t>
            </a:r>
          </a:p>
          <a:p>
            <a:pPr>
              <a:defRPr sz="1575" b="0">
                <a:solidFill>
                  <a:srgbClr val="10283F"/>
                </a:solidFill>
                <a:latin typeface="DejaVu Sans"/>
                <a:ea typeface="DejaVu Sans"/>
                <a:cs typeface="DejaVu Sans"/>
              </a:defRPr>
            </a:pPr>
            <a:r>
              <a:rPr sz="1575" b="0">
                <a:solidFill>
                  <a:srgbClr val="10283F"/>
                </a:solidFill>
                <a:latin typeface="DejaVu Sans Mono"/>
                <a:ea typeface="DejaVu Sans Mono"/>
                <a:cs typeface="DejaVu Sans Mono"/>
              </a:rPr>
              <a:t>Agenda data = new Agenda(id, item);</a:t>
            </a:r>
          </a:p>
          <a:p>
            <a:pPr>
              <a:defRPr sz="1575" b="0">
                <a:solidFill>
                  <a:srgbClr val="10283F"/>
                </a:solidFill>
                <a:latin typeface="DejaVu Sans"/>
                <a:ea typeface="DejaVu Sans"/>
                <a:cs typeface="DejaVu Sans"/>
              </a:defRPr>
            </a:pPr>
            <a:r>
              <a:rPr sz="1575" b="0">
                <a:solidFill>
                  <a:srgbClr val="10283F"/>
                </a:solidFill>
                <a:latin typeface="DejaVu Sans Mono"/>
                <a:ea typeface="DejaVu Sans Mono"/>
                <a:cs typeface="DejaVu Sans Mono"/>
              </a:rPr>
              <a:t>ref.child(id).setValue(data);</a:t>
            </a:r>
          </a:p>
          <a:p>
            <a:endParaRPr sz="1575" b="0">
              <a:solidFill>
                <a:srgbClr val="10283F"/>
              </a:solidFill>
              <a:latin typeface="DejaVu Sans Mono"/>
              <a:ea typeface="DejaVu Sans Mono"/>
              <a:cs typeface="DejaVu Sans Mono"/>
            </a:endParaRPr>
          </a:p>
          <a:p>
            <a:pPr>
              <a:defRPr sz="1575" b="0">
                <a:solidFill>
                  <a:srgbClr val="10283F"/>
                </a:solidFill>
                <a:latin typeface="DejaVu Sans"/>
                <a:ea typeface="DejaVu Sans"/>
                <a:cs typeface="DejaVu Sans"/>
              </a:defRPr>
            </a:pPr>
            <a:r>
              <a:rPr sz="1575" b="0">
                <a:solidFill>
                  <a:srgbClr val="10283F"/>
                </a:solidFill>
                <a:latin typeface="DejaVu Sans Mono"/>
                <a:ea typeface="DejaVu Sans Mono"/>
                <a:cs typeface="DejaVu Sans Mono"/>
              </a:rPr>
              <a:t>// Update pada ID yang sama</a:t>
            </a:r>
          </a:p>
          <a:p>
            <a:pPr>
              <a:defRPr sz="1575" b="0">
                <a:solidFill>
                  <a:srgbClr val="10283F"/>
                </a:solidFill>
                <a:latin typeface="DejaVu Sans"/>
                <a:ea typeface="DejaVu Sans"/>
                <a:cs typeface="DejaVu Sans"/>
              </a:defRPr>
            </a:pPr>
            <a:r>
              <a:rPr sz="1575" b="0">
                <a:solidFill>
                  <a:srgbClr val="10283F"/>
                </a:solidFill>
                <a:latin typeface="DejaVu Sans Mono"/>
                <a:ea typeface="DejaVu Sans Mono"/>
                <a:cs typeface="DejaVu Sans Mono"/>
              </a:rPr>
              <a:t>ref.child(id).setValue(new Agenda(id, itemBaru));</a:t>
            </a:r>
          </a:p>
        </p:txBody>
      </p:sp>
    </p:spTree>
    <p:extLst>
      <p:ext uri="{BB962C8B-B14F-4D97-AF65-F5344CB8AC3E}">
        <p14:creationId xmlns:p14="http://schemas.microsoft.com/office/powerpoint/2010/main" val="6793892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6F9FA"/>
        </a:solidFill>
        <a:effectLst/>
      </p:bgPr>
    </p:bg>
    <p:spTree>
      <p:nvGrpSpPr>
        <p:cNvPr id="1" name=""/>
        <p:cNvGrpSpPr/>
        <p:nvPr/>
      </p:nvGrpSpPr>
      <p:grpSpPr>
        <a:xfrm>
          <a:off x="0" y="0"/>
          <a:ext cx="0" cy="0"/>
          <a:chOff x="0" y="0"/>
          <a:chExt cx="0" cy="0"/>
        </a:xfrm>
      </p:grpSpPr>
      <p:sp>
        <p:nvSpPr>
          <p:cNvPr id="13" name="text-0">
            <a:extLst>
              <a:ext uri="{FF2B5EF4-FFF2-40B4-BE49-F238E27FC236}">
                <a16:creationId xmlns:a16="http://schemas.microsoft.com/office/drawing/2014/main" id="{F23ADA7C-D6D3-40DA-8183-29B6DC4F76F5}"/>
              </a:ext>
            </a:extLst>
          </p:cNvPr>
          <p:cNvSpPr>
            <a:spLocks noGrp="1"/>
          </p:cNvSpPr>
          <p:nvPr/>
        </p:nvSpPr>
        <p:spPr>
          <a:xfrm>
            <a:off x="609600" y="381000"/>
            <a:ext cx="10953750" cy="266700"/>
          </a:xfrm>
          <a:prstGeom prst="rect">
            <a:avLst/>
          </a:prstGeom>
          <a:noFill/>
          <a:ln w="0">
            <a:noFill/>
            <a:prstDash val="solid"/>
          </a:ln>
        </p:spPr>
        <p:txBody>
          <a:bodyPr lIns="0" tIns="0" rIns="0" bIns="0" anchor="t">
            <a:noAutofit/>
          </a:bodyPr>
          <a:lstStyle>
            <a:defPPr>
              <a:defRPr sz="1350" b="1">
                <a:solidFill>
                  <a:srgbClr val="007D85"/>
                </a:solidFill>
                <a:latin typeface="DejaVu Sans"/>
                <a:ea typeface="DejaVu Sans"/>
                <a:cs typeface="DejaVu Sans"/>
              </a:defRPr>
            </a:defPPr>
            <a:lvl1pPr>
              <a:defRPr sz="1350" b="1">
                <a:solidFill>
                  <a:srgbClr val="007D85"/>
                </a:solidFill>
                <a:latin typeface="DejaVu Sans"/>
                <a:ea typeface="DejaVu Sans"/>
                <a:cs typeface="DejaVu Sans"/>
              </a:defRPr>
            </a:lvl1pPr>
            <a:lvl2pPr>
              <a:defRPr sz="1350" b="1">
                <a:solidFill>
                  <a:srgbClr val="007D85"/>
                </a:solidFill>
                <a:latin typeface="DejaVu Sans"/>
                <a:ea typeface="DejaVu Sans"/>
                <a:cs typeface="DejaVu Sans"/>
              </a:defRPr>
            </a:lvl2pPr>
            <a:lvl3pPr>
              <a:defRPr sz="1350" b="1">
                <a:solidFill>
                  <a:srgbClr val="007D85"/>
                </a:solidFill>
                <a:latin typeface="DejaVu Sans"/>
                <a:ea typeface="DejaVu Sans"/>
                <a:cs typeface="DejaVu Sans"/>
              </a:defRPr>
            </a:lvl3pPr>
            <a:lvl4pPr>
              <a:defRPr sz="1350" b="1">
                <a:solidFill>
                  <a:srgbClr val="007D85"/>
                </a:solidFill>
                <a:latin typeface="DejaVu Sans"/>
                <a:ea typeface="DejaVu Sans"/>
                <a:cs typeface="DejaVu Sans"/>
              </a:defRPr>
            </a:lvl4pPr>
            <a:lvl5pPr>
              <a:defRPr sz="1350" b="1">
                <a:solidFill>
                  <a:srgbClr val="007D85"/>
                </a:solidFill>
                <a:latin typeface="DejaVu Sans"/>
                <a:ea typeface="DejaVu Sans"/>
                <a:cs typeface="DejaVu Sans"/>
              </a:defRPr>
            </a:lvl5pPr>
            <a:lvl6pPr>
              <a:defRPr sz="1350" b="1">
                <a:solidFill>
                  <a:srgbClr val="007D85"/>
                </a:solidFill>
                <a:latin typeface="DejaVu Sans"/>
                <a:ea typeface="DejaVu Sans"/>
                <a:cs typeface="DejaVu Sans"/>
              </a:defRPr>
            </a:lvl6pPr>
            <a:lvl7pPr>
              <a:defRPr sz="1350" b="1">
                <a:solidFill>
                  <a:srgbClr val="007D85"/>
                </a:solidFill>
                <a:latin typeface="DejaVu Sans"/>
                <a:ea typeface="DejaVu Sans"/>
                <a:cs typeface="DejaVu Sans"/>
              </a:defRPr>
            </a:lvl7pPr>
            <a:lvl8pPr>
              <a:defRPr sz="1350" b="1">
                <a:solidFill>
                  <a:srgbClr val="007D85"/>
                </a:solidFill>
                <a:latin typeface="DejaVu Sans"/>
                <a:ea typeface="DejaVu Sans"/>
                <a:cs typeface="DejaVu Sans"/>
              </a:defRPr>
            </a:lvl8pPr>
            <a:lvl9pPr>
              <a:defRPr sz="1350" b="1">
                <a:solidFill>
                  <a:srgbClr val="007D85"/>
                </a:solidFill>
                <a:latin typeface="DejaVu Sans"/>
                <a:ea typeface="DejaVu Sans"/>
                <a:cs typeface="DejaVu Sans"/>
              </a:defRPr>
            </a:lvl9pPr>
          </a:lstStyle>
          <a:p>
            <a:pPr>
              <a:defRPr sz="1350" b="1">
                <a:solidFill>
                  <a:srgbClr val="007D85"/>
                </a:solidFill>
                <a:latin typeface="DejaVu Sans"/>
                <a:ea typeface="DejaVu Sans"/>
                <a:cs typeface="DejaVu Sans"/>
              </a:defRPr>
            </a:pPr>
            <a:r>
              <a:rPr sz="1350" b="1">
                <a:solidFill>
                  <a:srgbClr val="007D85"/>
                </a:solidFill>
                <a:latin typeface="DejaVu Sans"/>
                <a:ea typeface="DejaVu Sans"/>
                <a:cs typeface="DejaVu Sans"/>
              </a:rPr>
              <a:t>BAB 6  FIREBASE</a:t>
            </a:r>
          </a:p>
        </p:txBody>
      </p:sp>
      <p:sp>
        <p:nvSpPr>
          <p:cNvPr id="2" name="text-1">
            <a:extLst>
              <a:ext uri="{FF2B5EF4-FFF2-40B4-BE49-F238E27FC236}">
                <a16:creationId xmlns:a16="http://schemas.microsoft.com/office/drawing/2014/main" id="{F408D8F3-C966-43A2-BB26-DE4BFA0116A2}"/>
              </a:ext>
            </a:extLst>
          </p:cNvPr>
          <p:cNvSpPr>
            <a:spLocks noGrp="1"/>
          </p:cNvSpPr>
          <p:nvPr/>
        </p:nvSpPr>
        <p:spPr>
          <a:xfrm>
            <a:off x="609600" y="866775"/>
            <a:ext cx="10953750" cy="895350"/>
          </a:xfrm>
          <a:prstGeom prst="rect">
            <a:avLst/>
          </a:prstGeom>
          <a:noFill/>
          <a:ln w="0">
            <a:noFill/>
            <a:prstDash val="solid"/>
          </a:ln>
        </p:spPr>
        <p:txBody>
          <a:bodyPr lIns="0" tIns="0" rIns="0" bIns="0" anchor="t">
            <a:noAutofit/>
          </a:bodyPr>
          <a:lstStyle>
            <a:defPPr>
              <a:defRPr sz="3150" b="1">
                <a:solidFill>
                  <a:srgbClr val="10283F"/>
                </a:solidFill>
                <a:latin typeface="DejaVu Sans"/>
                <a:ea typeface="DejaVu Sans"/>
                <a:cs typeface="DejaVu Sans"/>
              </a:defRPr>
            </a:defPPr>
            <a:lvl1pPr>
              <a:defRPr sz="3150" b="1">
                <a:solidFill>
                  <a:srgbClr val="10283F"/>
                </a:solidFill>
                <a:latin typeface="DejaVu Sans"/>
                <a:ea typeface="DejaVu Sans"/>
                <a:cs typeface="DejaVu Sans"/>
              </a:defRPr>
            </a:lvl1pPr>
            <a:lvl2pPr>
              <a:defRPr sz="3150" b="1">
                <a:solidFill>
                  <a:srgbClr val="10283F"/>
                </a:solidFill>
                <a:latin typeface="DejaVu Sans"/>
                <a:ea typeface="DejaVu Sans"/>
                <a:cs typeface="DejaVu Sans"/>
              </a:defRPr>
            </a:lvl2pPr>
            <a:lvl3pPr>
              <a:defRPr sz="3150" b="1">
                <a:solidFill>
                  <a:srgbClr val="10283F"/>
                </a:solidFill>
                <a:latin typeface="DejaVu Sans"/>
                <a:ea typeface="DejaVu Sans"/>
                <a:cs typeface="DejaVu Sans"/>
              </a:defRPr>
            </a:lvl3pPr>
            <a:lvl4pPr>
              <a:defRPr sz="3150" b="1">
                <a:solidFill>
                  <a:srgbClr val="10283F"/>
                </a:solidFill>
                <a:latin typeface="DejaVu Sans"/>
                <a:ea typeface="DejaVu Sans"/>
                <a:cs typeface="DejaVu Sans"/>
              </a:defRPr>
            </a:lvl4pPr>
            <a:lvl5pPr>
              <a:defRPr sz="3150" b="1">
                <a:solidFill>
                  <a:srgbClr val="10283F"/>
                </a:solidFill>
                <a:latin typeface="DejaVu Sans"/>
                <a:ea typeface="DejaVu Sans"/>
                <a:cs typeface="DejaVu Sans"/>
              </a:defRPr>
            </a:lvl5pPr>
            <a:lvl6pPr>
              <a:defRPr sz="3150" b="1">
                <a:solidFill>
                  <a:srgbClr val="10283F"/>
                </a:solidFill>
                <a:latin typeface="DejaVu Sans"/>
                <a:ea typeface="DejaVu Sans"/>
                <a:cs typeface="DejaVu Sans"/>
              </a:defRPr>
            </a:lvl6pPr>
            <a:lvl7pPr>
              <a:defRPr sz="3150" b="1">
                <a:solidFill>
                  <a:srgbClr val="10283F"/>
                </a:solidFill>
                <a:latin typeface="DejaVu Sans"/>
                <a:ea typeface="DejaVu Sans"/>
                <a:cs typeface="DejaVu Sans"/>
              </a:defRPr>
            </a:lvl7pPr>
            <a:lvl8pPr>
              <a:defRPr sz="3150" b="1">
                <a:solidFill>
                  <a:srgbClr val="10283F"/>
                </a:solidFill>
                <a:latin typeface="DejaVu Sans"/>
                <a:ea typeface="DejaVu Sans"/>
                <a:cs typeface="DejaVu Sans"/>
              </a:defRPr>
            </a:lvl8pPr>
            <a:lvl9pPr>
              <a:defRPr sz="3150" b="1">
                <a:solidFill>
                  <a:srgbClr val="10283F"/>
                </a:solidFill>
                <a:latin typeface="DejaVu Sans"/>
                <a:ea typeface="DejaVu Sans"/>
                <a:cs typeface="DejaVu Sans"/>
              </a:defRPr>
            </a:lvl9pPr>
          </a:lstStyle>
          <a:p>
            <a:pPr>
              <a:defRPr sz="3150" b="1">
                <a:solidFill>
                  <a:srgbClr val="10283F"/>
                </a:solidFill>
                <a:latin typeface="DejaVu Sans"/>
                <a:ea typeface="DejaVu Sans"/>
                <a:cs typeface="DejaVu Sans"/>
              </a:defRPr>
            </a:pPr>
            <a:r>
              <a:rPr sz="3150" b="1">
                <a:solidFill>
                  <a:srgbClr val="10283F"/>
                </a:solidFill>
                <a:latin typeface="DejaVu Sans"/>
                <a:ea typeface="DejaVu Sans"/>
                <a:cs typeface="DejaVu Sans"/>
              </a:rPr>
              <a:t>Pembacaan realtime dan penghapusan</a:t>
            </a:r>
          </a:p>
        </p:txBody>
      </p:sp>
      <p:sp>
        <p:nvSpPr>
          <p:cNvPr id="3" name="text-2">
            <a:extLst>
              <a:ext uri="{FF2B5EF4-FFF2-40B4-BE49-F238E27FC236}">
                <a16:creationId xmlns:a16="http://schemas.microsoft.com/office/drawing/2014/main" id="{631F0F81-C811-4DE9-A273-E9EB2462E79B}"/>
              </a:ext>
            </a:extLst>
          </p:cNvPr>
          <p:cNvSpPr>
            <a:spLocks noGrp="1"/>
          </p:cNvSpPr>
          <p:nvPr/>
        </p:nvSpPr>
        <p:spPr>
          <a:xfrm>
            <a:off x="609600" y="6410325"/>
            <a:ext cx="10096500" cy="238125"/>
          </a:xfrm>
          <a:prstGeom prst="rect">
            <a:avLst/>
          </a:prstGeom>
          <a:noFill/>
          <a:ln w="0">
            <a:noFill/>
            <a:prstDash val="solid"/>
          </a:ln>
        </p:spPr>
        <p:txBody>
          <a:bodyPr lIns="0" tIns="0" rIns="0" bIns="0" anchor="t">
            <a:noAutofit/>
          </a:bodyPr>
          <a:lstStyle>
            <a:defPPr>
              <a:defRPr sz="1050" b="0">
                <a:solidFill>
                  <a:srgbClr val="506778"/>
                </a:solidFill>
                <a:latin typeface="DejaVu Sans"/>
                <a:ea typeface="DejaVu Sans"/>
                <a:cs typeface="DejaVu Sans"/>
              </a:defRPr>
            </a:defPPr>
            <a:lvl1pPr>
              <a:defRPr sz="1050" b="0">
                <a:solidFill>
                  <a:srgbClr val="506778"/>
                </a:solidFill>
                <a:latin typeface="DejaVu Sans"/>
                <a:ea typeface="DejaVu Sans"/>
                <a:cs typeface="DejaVu Sans"/>
              </a:defRPr>
            </a:lvl1pPr>
            <a:lvl2pPr>
              <a:defRPr sz="1050" b="0">
                <a:solidFill>
                  <a:srgbClr val="506778"/>
                </a:solidFill>
                <a:latin typeface="DejaVu Sans"/>
                <a:ea typeface="DejaVu Sans"/>
                <a:cs typeface="DejaVu Sans"/>
              </a:defRPr>
            </a:lvl2pPr>
            <a:lvl3pPr>
              <a:defRPr sz="1050" b="0">
                <a:solidFill>
                  <a:srgbClr val="506778"/>
                </a:solidFill>
                <a:latin typeface="DejaVu Sans"/>
                <a:ea typeface="DejaVu Sans"/>
                <a:cs typeface="DejaVu Sans"/>
              </a:defRPr>
            </a:lvl3pPr>
            <a:lvl4pPr>
              <a:defRPr sz="1050" b="0">
                <a:solidFill>
                  <a:srgbClr val="506778"/>
                </a:solidFill>
                <a:latin typeface="DejaVu Sans"/>
                <a:ea typeface="DejaVu Sans"/>
                <a:cs typeface="DejaVu Sans"/>
              </a:defRPr>
            </a:lvl4pPr>
            <a:lvl5pPr>
              <a:defRPr sz="1050" b="0">
                <a:solidFill>
                  <a:srgbClr val="506778"/>
                </a:solidFill>
                <a:latin typeface="DejaVu Sans"/>
                <a:ea typeface="DejaVu Sans"/>
                <a:cs typeface="DejaVu Sans"/>
              </a:defRPr>
            </a:lvl5pPr>
            <a:lvl6pPr>
              <a:defRPr sz="1050" b="0">
                <a:solidFill>
                  <a:srgbClr val="506778"/>
                </a:solidFill>
                <a:latin typeface="DejaVu Sans"/>
                <a:ea typeface="DejaVu Sans"/>
                <a:cs typeface="DejaVu Sans"/>
              </a:defRPr>
            </a:lvl6pPr>
            <a:lvl7pPr>
              <a:defRPr sz="1050" b="0">
                <a:solidFill>
                  <a:srgbClr val="506778"/>
                </a:solidFill>
                <a:latin typeface="DejaVu Sans"/>
                <a:ea typeface="DejaVu Sans"/>
                <a:cs typeface="DejaVu Sans"/>
              </a:defRPr>
            </a:lvl7pPr>
            <a:lvl8pPr>
              <a:defRPr sz="1050" b="0">
                <a:solidFill>
                  <a:srgbClr val="506778"/>
                </a:solidFill>
                <a:latin typeface="DejaVu Sans"/>
                <a:ea typeface="DejaVu Sans"/>
                <a:cs typeface="DejaVu Sans"/>
              </a:defRPr>
            </a:lvl8pPr>
            <a:lvl9pPr>
              <a:defRPr sz="1050" b="0">
                <a:solidFill>
                  <a:srgbClr val="506778"/>
                </a:solidFill>
                <a:latin typeface="DejaVu Sans"/>
                <a:ea typeface="DejaVu Sans"/>
                <a:cs typeface="DejaVu Sans"/>
              </a:defRPr>
            </a:lvl9pPr>
          </a:lstStyle>
          <a:p>
            <a:pPr>
              <a:defRPr sz="1050" b="0">
                <a:solidFill>
                  <a:srgbClr val="506778"/>
                </a:solidFill>
                <a:latin typeface="DejaVu Sans"/>
                <a:ea typeface="DejaVu Sans"/>
                <a:cs typeface="DejaVu Sans"/>
              </a:defRPr>
            </a:pPr>
            <a:r>
              <a:rPr sz="1050" b="0">
                <a:solidFill>
                  <a:srgbClr val="506778"/>
                </a:solidFill>
                <a:latin typeface="DejaVu Sans"/>
                <a:ea typeface="DejaVu Sans"/>
                <a:cs typeface="DejaVu Sans"/>
              </a:rPr>
              <a:t>Sumber: E-book Bab 6 (PDF hlm. 15–18, 22–24)</a:t>
            </a:r>
          </a:p>
        </p:txBody>
      </p:sp>
      <p:sp>
        <p:nvSpPr>
          <p:cNvPr id="4" name="text-3">
            <a:extLst>
              <a:ext uri="{FF2B5EF4-FFF2-40B4-BE49-F238E27FC236}">
                <a16:creationId xmlns:a16="http://schemas.microsoft.com/office/drawing/2014/main" id="{6ACA403A-B722-498A-80FA-21C2D7737F88}"/>
              </a:ext>
            </a:extLst>
          </p:cNvPr>
          <p:cNvSpPr>
            <a:spLocks noGrp="1"/>
          </p:cNvSpPr>
          <p:nvPr/>
        </p:nvSpPr>
        <p:spPr>
          <a:xfrm>
            <a:off x="11106150" y="6372225"/>
            <a:ext cx="476250" cy="285750"/>
          </a:xfrm>
          <a:prstGeom prst="rect">
            <a:avLst/>
          </a:prstGeom>
          <a:noFill/>
          <a:ln w="0">
            <a:noFill/>
            <a:prstDash val="solid"/>
          </a:ln>
        </p:spPr>
        <p:txBody>
          <a:bodyPr lIns="0" tIns="0" rIns="0" bIns="0" anchor="t">
            <a:noAutofit/>
          </a:bodyPr>
          <a:lstStyle>
            <a:defPPr>
              <a:defRPr sz="1425" b="1">
                <a:solidFill>
                  <a:srgbClr val="007D85"/>
                </a:solidFill>
                <a:latin typeface="DejaVu Sans"/>
                <a:ea typeface="DejaVu Sans"/>
                <a:cs typeface="DejaVu Sans"/>
              </a:defRPr>
            </a:defPPr>
            <a:lvl1pPr>
              <a:defRPr sz="1425" b="1">
                <a:solidFill>
                  <a:srgbClr val="007D85"/>
                </a:solidFill>
                <a:latin typeface="DejaVu Sans"/>
                <a:ea typeface="DejaVu Sans"/>
                <a:cs typeface="DejaVu Sans"/>
              </a:defRPr>
            </a:lvl1pPr>
            <a:lvl2pPr>
              <a:defRPr sz="1425" b="1">
                <a:solidFill>
                  <a:srgbClr val="007D85"/>
                </a:solidFill>
                <a:latin typeface="DejaVu Sans"/>
                <a:ea typeface="DejaVu Sans"/>
                <a:cs typeface="DejaVu Sans"/>
              </a:defRPr>
            </a:lvl2pPr>
            <a:lvl3pPr>
              <a:defRPr sz="1425" b="1">
                <a:solidFill>
                  <a:srgbClr val="007D85"/>
                </a:solidFill>
                <a:latin typeface="DejaVu Sans"/>
                <a:ea typeface="DejaVu Sans"/>
                <a:cs typeface="DejaVu Sans"/>
              </a:defRPr>
            </a:lvl3pPr>
            <a:lvl4pPr>
              <a:defRPr sz="1425" b="1">
                <a:solidFill>
                  <a:srgbClr val="007D85"/>
                </a:solidFill>
                <a:latin typeface="DejaVu Sans"/>
                <a:ea typeface="DejaVu Sans"/>
                <a:cs typeface="DejaVu Sans"/>
              </a:defRPr>
            </a:lvl4pPr>
            <a:lvl5pPr>
              <a:defRPr sz="1425" b="1">
                <a:solidFill>
                  <a:srgbClr val="007D85"/>
                </a:solidFill>
                <a:latin typeface="DejaVu Sans"/>
                <a:ea typeface="DejaVu Sans"/>
                <a:cs typeface="DejaVu Sans"/>
              </a:defRPr>
            </a:lvl5pPr>
            <a:lvl6pPr>
              <a:defRPr sz="1425" b="1">
                <a:solidFill>
                  <a:srgbClr val="007D85"/>
                </a:solidFill>
                <a:latin typeface="DejaVu Sans"/>
                <a:ea typeface="DejaVu Sans"/>
                <a:cs typeface="DejaVu Sans"/>
              </a:defRPr>
            </a:lvl6pPr>
            <a:lvl7pPr>
              <a:defRPr sz="1425" b="1">
                <a:solidFill>
                  <a:srgbClr val="007D85"/>
                </a:solidFill>
                <a:latin typeface="DejaVu Sans"/>
                <a:ea typeface="DejaVu Sans"/>
                <a:cs typeface="DejaVu Sans"/>
              </a:defRPr>
            </a:lvl7pPr>
            <a:lvl8pPr>
              <a:defRPr sz="1425" b="1">
                <a:solidFill>
                  <a:srgbClr val="007D85"/>
                </a:solidFill>
                <a:latin typeface="DejaVu Sans"/>
                <a:ea typeface="DejaVu Sans"/>
                <a:cs typeface="DejaVu Sans"/>
              </a:defRPr>
            </a:lvl8pPr>
            <a:lvl9pPr>
              <a:defRPr sz="1425" b="1">
                <a:solidFill>
                  <a:srgbClr val="007D85"/>
                </a:solidFill>
                <a:latin typeface="DejaVu Sans"/>
                <a:ea typeface="DejaVu Sans"/>
                <a:cs typeface="DejaVu Sans"/>
              </a:defRPr>
            </a:lvl9pPr>
          </a:lstStyle>
          <a:p>
            <a:pPr>
              <a:defRPr sz="1425" b="1">
                <a:solidFill>
                  <a:srgbClr val="007D85"/>
                </a:solidFill>
                <a:latin typeface="DejaVu Sans"/>
                <a:ea typeface="DejaVu Sans"/>
                <a:cs typeface="DejaVu Sans"/>
              </a:defRPr>
            </a:pPr>
            <a:r>
              <a:rPr sz="1425" b="1">
                <a:solidFill>
                  <a:srgbClr val="007D85"/>
                </a:solidFill>
                <a:latin typeface="DejaVu Sans"/>
                <a:ea typeface="DejaVu Sans"/>
                <a:cs typeface="DejaVu Sans"/>
              </a:rPr>
              <a:t>38</a:t>
            </a:r>
          </a:p>
        </p:txBody>
      </p:sp>
      <p:sp>
        <p:nvSpPr>
          <p:cNvPr id="5" name="text-4">
            <a:extLst>
              <a:ext uri="{FF2B5EF4-FFF2-40B4-BE49-F238E27FC236}">
                <a16:creationId xmlns:a16="http://schemas.microsoft.com/office/drawing/2014/main" id="{0C46A714-82A7-408A-B6C1-19A95D60236F}"/>
              </a:ext>
            </a:extLst>
          </p:cNvPr>
          <p:cNvSpPr>
            <a:spLocks noGrp="1"/>
          </p:cNvSpPr>
          <p:nvPr/>
        </p:nvSpPr>
        <p:spPr>
          <a:xfrm>
            <a:off x="609600" y="195262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Listener</a:t>
            </a:r>
          </a:p>
        </p:txBody>
      </p:sp>
      <p:sp>
        <p:nvSpPr>
          <p:cNvPr id="6" name="text-5">
            <a:extLst>
              <a:ext uri="{FF2B5EF4-FFF2-40B4-BE49-F238E27FC236}">
                <a16:creationId xmlns:a16="http://schemas.microsoft.com/office/drawing/2014/main" id="{7E8002F8-797D-45F6-A3BB-383004608CD8}"/>
              </a:ext>
            </a:extLst>
          </p:cNvPr>
          <p:cNvSpPr>
            <a:spLocks noGrp="1"/>
          </p:cNvSpPr>
          <p:nvPr/>
        </p:nvSpPr>
        <p:spPr>
          <a:xfrm>
            <a:off x="3714750" y="195262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ValueEventListener memantau perubahan pada reference database.</a:t>
            </a:r>
          </a:p>
        </p:txBody>
      </p:sp>
      <p:sp>
        <p:nvSpPr>
          <p:cNvPr id="7" name="text-6">
            <a:extLst>
              <a:ext uri="{FF2B5EF4-FFF2-40B4-BE49-F238E27FC236}">
                <a16:creationId xmlns:a16="http://schemas.microsoft.com/office/drawing/2014/main" id="{9316E25C-0554-473A-8D2A-33B28DCB2E36}"/>
              </a:ext>
            </a:extLst>
          </p:cNvPr>
          <p:cNvSpPr>
            <a:spLocks noGrp="1"/>
          </p:cNvSpPr>
          <p:nvPr/>
        </p:nvSpPr>
        <p:spPr>
          <a:xfrm>
            <a:off x="609600" y="300037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Pembaruan daftar</a:t>
            </a:r>
          </a:p>
        </p:txBody>
      </p:sp>
      <p:sp>
        <p:nvSpPr>
          <p:cNvPr id="8" name="text-7">
            <a:extLst>
              <a:ext uri="{FF2B5EF4-FFF2-40B4-BE49-F238E27FC236}">
                <a16:creationId xmlns:a16="http://schemas.microsoft.com/office/drawing/2014/main" id="{20A44AE4-B606-446A-8742-174290C6F627}"/>
              </a:ext>
            </a:extLst>
          </p:cNvPr>
          <p:cNvSpPr>
            <a:spLocks noGrp="1"/>
          </p:cNvSpPr>
          <p:nvPr/>
        </p:nvSpPr>
        <p:spPr>
          <a:xfrm>
            <a:off x="3714750" y="300037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onDataChange() membaca DataSnapshot, membentuk daftar Agenda, dan memperbarui adapter.</a:t>
            </a:r>
          </a:p>
        </p:txBody>
      </p:sp>
      <p:sp>
        <p:nvSpPr>
          <p:cNvPr id="9" name="text-8">
            <a:extLst>
              <a:ext uri="{FF2B5EF4-FFF2-40B4-BE49-F238E27FC236}">
                <a16:creationId xmlns:a16="http://schemas.microsoft.com/office/drawing/2014/main" id="{449EB178-C736-40F3-B7D8-2CF259209079}"/>
              </a:ext>
            </a:extLst>
          </p:cNvPr>
          <p:cNvSpPr>
            <a:spLocks noGrp="1"/>
          </p:cNvSpPr>
          <p:nvPr/>
        </p:nvSpPr>
        <p:spPr>
          <a:xfrm>
            <a:off x="609600" y="404812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Hapus</a:t>
            </a:r>
          </a:p>
        </p:txBody>
      </p:sp>
      <p:sp>
        <p:nvSpPr>
          <p:cNvPr id="10" name="text-9">
            <a:extLst>
              <a:ext uri="{FF2B5EF4-FFF2-40B4-BE49-F238E27FC236}">
                <a16:creationId xmlns:a16="http://schemas.microsoft.com/office/drawing/2014/main" id="{CA000412-E5A5-4A8B-8D88-D0EBEA2BF4FF}"/>
              </a:ext>
            </a:extLst>
          </p:cNvPr>
          <p:cNvSpPr>
            <a:spLocks noGrp="1"/>
          </p:cNvSpPr>
          <p:nvPr/>
        </p:nvSpPr>
        <p:spPr>
          <a:xfrm>
            <a:off x="3714750" y="404812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removeValue() pada child(id) menghapus agenda yang dipilih.</a:t>
            </a:r>
          </a:p>
        </p:txBody>
      </p:sp>
      <p:sp>
        <p:nvSpPr>
          <p:cNvPr id="11" name="text-10">
            <a:extLst>
              <a:ext uri="{FF2B5EF4-FFF2-40B4-BE49-F238E27FC236}">
                <a16:creationId xmlns:a16="http://schemas.microsoft.com/office/drawing/2014/main" id="{55223B3B-C535-4AD5-912A-E27050E8F279}"/>
              </a:ext>
            </a:extLst>
          </p:cNvPr>
          <p:cNvSpPr>
            <a:spLocks noGrp="1"/>
          </p:cNvSpPr>
          <p:nvPr/>
        </p:nvSpPr>
        <p:spPr>
          <a:xfrm>
            <a:off x="609600" y="509587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Kegagalan operasi</a:t>
            </a:r>
          </a:p>
        </p:txBody>
      </p:sp>
      <p:sp>
        <p:nvSpPr>
          <p:cNvPr id="12" name="text-11">
            <a:extLst>
              <a:ext uri="{FF2B5EF4-FFF2-40B4-BE49-F238E27FC236}">
                <a16:creationId xmlns:a16="http://schemas.microsoft.com/office/drawing/2014/main" id="{502805CF-2806-4DD8-8D44-FD03DDB115EA}"/>
              </a:ext>
            </a:extLst>
          </p:cNvPr>
          <p:cNvSpPr>
            <a:spLocks noGrp="1"/>
          </p:cNvSpPr>
          <p:nvPr/>
        </p:nvSpPr>
        <p:spPr>
          <a:xfrm>
            <a:off x="3714750" y="509587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onCancelled() menyediakan jalur penanganan kesalahan pembacaan. Contoh sumber belum mengisinya.</a:t>
            </a:r>
          </a:p>
        </p:txBody>
      </p:sp>
    </p:spTree>
    <p:extLst>
      <p:ext uri="{BB962C8B-B14F-4D97-AF65-F5344CB8AC3E}">
        <p14:creationId xmlns:p14="http://schemas.microsoft.com/office/powerpoint/2010/main" val="14191760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6F9FA"/>
        </a:solidFill>
        <a:effectLst/>
      </p:bgPr>
    </p:bg>
    <p:spTree>
      <p:nvGrpSpPr>
        <p:cNvPr id="1" name=""/>
        <p:cNvGrpSpPr/>
        <p:nvPr/>
      </p:nvGrpSpPr>
      <p:grpSpPr>
        <a:xfrm>
          <a:off x="0" y="0"/>
          <a:ext cx="0" cy="0"/>
          <a:chOff x="0" y="0"/>
          <a:chExt cx="0" cy="0"/>
        </a:xfrm>
      </p:grpSpPr>
      <p:sp>
        <p:nvSpPr>
          <p:cNvPr id="13" name="text-0">
            <a:extLst>
              <a:ext uri="{FF2B5EF4-FFF2-40B4-BE49-F238E27FC236}">
                <a16:creationId xmlns:a16="http://schemas.microsoft.com/office/drawing/2014/main" id="{771AE964-02E9-4C3A-BB08-20ADA2B33B84}"/>
              </a:ext>
            </a:extLst>
          </p:cNvPr>
          <p:cNvSpPr>
            <a:spLocks noGrp="1"/>
          </p:cNvSpPr>
          <p:nvPr/>
        </p:nvSpPr>
        <p:spPr>
          <a:xfrm>
            <a:off x="609600" y="381000"/>
            <a:ext cx="10953750" cy="266700"/>
          </a:xfrm>
          <a:prstGeom prst="rect">
            <a:avLst/>
          </a:prstGeom>
          <a:noFill/>
          <a:ln w="0">
            <a:noFill/>
            <a:prstDash val="solid"/>
          </a:ln>
        </p:spPr>
        <p:txBody>
          <a:bodyPr lIns="0" tIns="0" rIns="0" bIns="0" anchor="t">
            <a:noAutofit/>
          </a:bodyPr>
          <a:lstStyle>
            <a:defPPr>
              <a:defRPr sz="1350" b="1">
                <a:solidFill>
                  <a:srgbClr val="007D85"/>
                </a:solidFill>
                <a:latin typeface="DejaVu Sans"/>
                <a:ea typeface="DejaVu Sans"/>
                <a:cs typeface="DejaVu Sans"/>
              </a:defRPr>
            </a:defPPr>
            <a:lvl1pPr>
              <a:defRPr sz="1350" b="1">
                <a:solidFill>
                  <a:srgbClr val="007D85"/>
                </a:solidFill>
                <a:latin typeface="DejaVu Sans"/>
                <a:ea typeface="DejaVu Sans"/>
                <a:cs typeface="DejaVu Sans"/>
              </a:defRPr>
            </a:lvl1pPr>
            <a:lvl2pPr>
              <a:defRPr sz="1350" b="1">
                <a:solidFill>
                  <a:srgbClr val="007D85"/>
                </a:solidFill>
                <a:latin typeface="DejaVu Sans"/>
                <a:ea typeface="DejaVu Sans"/>
                <a:cs typeface="DejaVu Sans"/>
              </a:defRPr>
            </a:lvl2pPr>
            <a:lvl3pPr>
              <a:defRPr sz="1350" b="1">
                <a:solidFill>
                  <a:srgbClr val="007D85"/>
                </a:solidFill>
                <a:latin typeface="DejaVu Sans"/>
                <a:ea typeface="DejaVu Sans"/>
                <a:cs typeface="DejaVu Sans"/>
              </a:defRPr>
            </a:lvl3pPr>
            <a:lvl4pPr>
              <a:defRPr sz="1350" b="1">
                <a:solidFill>
                  <a:srgbClr val="007D85"/>
                </a:solidFill>
                <a:latin typeface="DejaVu Sans"/>
                <a:ea typeface="DejaVu Sans"/>
                <a:cs typeface="DejaVu Sans"/>
              </a:defRPr>
            </a:lvl4pPr>
            <a:lvl5pPr>
              <a:defRPr sz="1350" b="1">
                <a:solidFill>
                  <a:srgbClr val="007D85"/>
                </a:solidFill>
                <a:latin typeface="DejaVu Sans"/>
                <a:ea typeface="DejaVu Sans"/>
                <a:cs typeface="DejaVu Sans"/>
              </a:defRPr>
            </a:lvl5pPr>
            <a:lvl6pPr>
              <a:defRPr sz="1350" b="1">
                <a:solidFill>
                  <a:srgbClr val="007D85"/>
                </a:solidFill>
                <a:latin typeface="DejaVu Sans"/>
                <a:ea typeface="DejaVu Sans"/>
                <a:cs typeface="DejaVu Sans"/>
              </a:defRPr>
            </a:lvl6pPr>
            <a:lvl7pPr>
              <a:defRPr sz="1350" b="1">
                <a:solidFill>
                  <a:srgbClr val="007D85"/>
                </a:solidFill>
                <a:latin typeface="DejaVu Sans"/>
                <a:ea typeface="DejaVu Sans"/>
                <a:cs typeface="DejaVu Sans"/>
              </a:defRPr>
            </a:lvl7pPr>
            <a:lvl8pPr>
              <a:defRPr sz="1350" b="1">
                <a:solidFill>
                  <a:srgbClr val="007D85"/>
                </a:solidFill>
                <a:latin typeface="DejaVu Sans"/>
                <a:ea typeface="DejaVu Sans"/>
                <a:cs typeface="DejaVu Sans"/>
              </a:defRPr>
            </a:lvl8pPr>
            <a:lvl9pPr>
              <a:defRPr sz="1350" b="1">
                <a:solidFill>
                  <a:srgbClr val="007D85"/>
                </a:solidFill>
                <a:latin typeface="DejaVu Sans"/>
                <a:ea typeface="DejaVu Sans"/>
                <a:cs typeface="DejaVu Sans"/>
              </a:defRPr>
            </a:lvl9pPr>
          </a:lstStyle>
          <a:p>
            <a:pPr>
              <a:defRPr sz="1350" b="1">
                <a:solidFill>
                  <a:srgbClr val="007D85"/>
                </a:solidFill>
                <a:latin typeface="DejaVu Sans"/>
                <a:ea typeface="DejaVu Sans"/>
                <a:cs typeface="DejaVu Sans"/>
              </a:defRPr>
            </a:pPr>
            <a:r>
              <a:rPr sz="1350" b="1">
                <a:solidFill>
                  <a:srgbClr val="007D85"/>
                </a:solidFill>
                <a:latin typeface="DejaVu Sans"/>
                <a:ea typeface="DejaVu Sans"/>
                <a:cs typeface="DejaVu Sans"/>
              </a:rPr>
              <a:t>BAB 6  FIREBASE</a:t>
            </a:r>
          </a:p>
        </p:txBody>
      </p:sp>
      <p:sp>
        <p:nvSpPr>
          <p:cNvPr id="2" name="text-1">
            <a:extLst>
              <a:ext uri="{FF2B5EF4-FFF2-40B4-BE49-F238E27FC236}">
                <a16:creationId xmlns:a16="http://schemas.microsoft.com/office/drawing/2014/main" id="{01B373BE-9AE1-4892-BDCD-9D97DB737FA5}"/>
              </a:ext>
            </a:extLst>
          </p:cNvPr>
          <p:cNvSpPr>
            <a:spLocks noGrp="1"/>
          </p:cNvSpPr>
          <p:nvPr/>
        </p:nvSpPr>
        <p:spPr>
          <a:xfrm>
            <a:off x="609600" y="866775"/>
            <a:ext cx="10953750" cy="895350"/>
          </a:xfrm>
          <a:prstGeom prst="rect">
            <a:avLst/>
          </a:prstGeom>
          <a:noFill/>
          <a:ln w="0">
            <a:noFill/>
            <a:prstDash val="solid"/>
          </a:ln>
        </p:spPr>
        <p:txBody>
          <a:bodyPr lIns="0" tIns="0" rIns="0" bIns="0" anchor="t">
            <a:noAutofit/>
          </a:bodyPr>
          <a:lstStyle>
            <a:defPPr>
              <a:defRPr sz="3150" b="1">
                <a:solidFill>
                  <a:srgbClr val="10283F"/>
                </a:solidFill>
                <a:latin typeface="DejaVu Sans"/>
                <a:ea typeface="DejaVu Sans"/>
                <a:cs typeface="DejaVu Sans"/>
              </a:defRPr>
            </a:defPPr>
            <a:lvl1pPr>
              <a:defRPr sz="3150" b="1">
                <a:solidFill>
                  <a:srgbClr val="10283F"/>
                </a:solidFill>
                <a:latin typeface="DejaVu Sans"/>
                <a:ea typeface="DejaVu Sans"/>
                <a:cs typeface="DejaVu Sans"/>
              </a:defRPr>
            </a:lvl1pPr>
            <a:lvl2pPr>
              <a:defRPr sz="3150" b="1">
                <a:solidFill>
                  <a:srgbClr val="10283F"/>
                </a:solidFill>
                <a:latin typeface="DejaVu Sans"/>
                <a:ea typeface="DejaVu Sans"/>
                <a:cs typeface="DejaVu Sans"/>
              </a:defRPr>
            </a:lvl2pPr>
            <a:lvl3pPr>
              <a:defRPr sz="3150" b="1">
                <a:solidFill>
                  <a:srgbClr val="10283F"/>
                </a:solidFill>
                <a:latin typeface="DejaVu Sans"/>
                <a:ea typeface="DejaVu Sans"/>
                <a:cs typeface="DejaVu Sans"/>
              </a:defRPr>
            </a:lvl3pPr>
            <a:lvl4pPr>
              <a:defRPr sz="3150" b="1">
                <a:solidFill>
                  <a:srgbClr val="10283F"/>
                </a:solidFill>
                <a:latin typeface="DejaVu Sans"/>
                <a:ea typeface="DejaVu Sans"/>
                <a:cs typeface="DejaVu Sans"/>
              </a:defRPr>
            </a:lvl4pPr>
            <a:lvl5pPr>
              <a:defRPr sz="3150" b="1">
                <a:solidFill>
                  <a:srgbClr val="10283F"/>
                </a:solidFill>
                <a:latin typeface="DejaVu Sans"/>
                <a:ea typeface="DejaVu Sans"/>
                <a:cs typeface="DejaVu Sans"/>
              </a:defRPr>
            </a:lvl5pPr>
            <a:lvl6pPr>
              <a:defRPr sz="3150" b="1">
                <a:solidFill>
                  <a:srgbClr val="10283F"/>
                </a:solidFill>
                <a:latin typeface="DejaVu Sans"/>
                <a:ea typeface="DejaVu Sans"/>
                <a:cs typeface="DejaVu Sans"/>
              </a:defRPr>
            </a:lvl6pPr>
            <a:lvl7pPr>
              <a:defRPr sz="3150" b="1">
                <a:solidFill>
                  <a:srgbClr val="10283F"/>
                </a:solidFill>
                <a:latin typeface="DejaVu Sans"/>
                <a:ea typeface="DejaVu Sans"/>
                <a:cs typeface="DejaVu Sans"/>
              </a:defRPr>
            </a:lvl7pPr>
            <a:lvl8pPr>
              <a:defRPr sz="3150" b="1">
                <a:solidFill>
                  <a:srgbClr val="10283F"/>
                </a:solidFill>
                <a:latin typeface="DejaVu Sans"/>
                <a:ea typeface="DejaVu Sans"/>
                <a:cs typeface="DejaVu Sans"/>
              </a:defRPr>
            </a:lvl8pPr>
            <a:lvl9pPr>
              <a:defRPr sz="3150" b="1">
                <a:solidFill>
                  <a:srgbClr val="10283F"/>
                </a:solidFill>
                <a:latin typeface="DejaVu Sans"/>
                <a:ea typeface="DejaVu Sans"/>
                <a:cs typeface="DejaVu Sans"/>
              </a:defRPr>
            </a:lvl9pPr>
          </a:lstStyle>
          <a:p>
            <a:pPr>
              <a:defRPr sz="3150" b="1">
                <a:solidFill>
                  <a:srgbClr val="10283F"/>
                </a:solidFill>
                <a:latin typeface="DejaVu Sans"/>
                <a:ea typeface="DejaVu Sans"/>
                <a:cs typeface="DejaVu Sans"/>
              </a:defRPr>
            </a:pPr>
            <a:r>
              <a:rPr sz="3150" b="1">
                <a:solidFill>
                  <a:srgbClr val="10283F"/>
                </a:solidFill>
                <a:latin typeface="DejaVu Sans"/>
                <a:ea typeface="DejaVu Sans"/>
                <a:cs typeface="DejaVu Sans"/>
              </a:rPr>
              <a:t>Aturan akses dan alur CRUD Firebase</a:t>
            </a:r>
          </a:p>
        </p:txBody>
      </p:sp>
      <p:sp>
        <p:nvSpPr>
          <p:cNvPr id="3" name="text-2">
            <a:extLst>
              <a:ext uri="{FF2B5EF4-FFF2-40B4-BE49-F238E27FC236}">
                <a16:creationId xmlns:a16="http://schemas.microsoft.com/office/drawing/2014/main" id="{1AC4BFFD-4DAE-42E8-83E0-027541DFC31D}"/>
              </a:ext>
            </a:extLst>
          </p:cNvPr>
          <p:cNvSpPr>
            <a:spLocks noGrp="1"/>
          </p:cNvSpPr>
          <p:nvPr/>
        </p:nvSpPr>
        <p:spPr>
          <a:xfrm>
            <a:off x="609600" y="6410325"/>
            <a:ext cx="10096500" cy="238125"/>
          </a:xfrm>
          <a:prstGeom prst="rect">
            <a:avLst/>
          </a:prstGeom>
          <a:noFill/>
          <a:ln w="0">
            <a:noFill/>
            <a:prstDash val="solid"/>
          </a:ln>
        </p:spPr>
        <p:txBody>
          <a:bodyPr lIns="0" tIns="0" rIns="0" bIns="0" anchor="t">
            <a:noAutofit/>
          </a:bodyPr>
          <a:lstStyle>
            <a:defPPr>
              <a:defRPr sz="1050" b="0">
                <a:solidFill>
                  <a:srgbClr val="506778"/>
                </a:solidFill>
                <a:latin typeface="DejaVu Sans"/>
                <a:ea typeface="DejaVu Sans"/>
                <a:cs typeface="DejaVu Sans"/>
              </a:defRPr>
            </a:defPPr>
            <a:lvl1pPr>
              <a:defRPr sz="1050" b="0">
                <a:solidFill>
                  <a:srgbClr val="506778"/>
                </a:solidFill>
                <a:latin typeface="DejaVu Sans"/>
                <a:ea typeface="DejaVu Sans"/>
                <a:cs typeface="DejaVu Sans"/>
              </a:defRPr>
            </a:lvl1pPr>
            <a:lvl2pPr>
              <a:defRPr sz="1050" b="0">
                <a:solidFill>
                  <a:srgbClr val="506778"/>
                </a:solidFill>
                <a:latin typeface="DejaVu Sans"/>
                <a:ea typeface="DejaVu Sans"/>
                <a:cs typeface="DejaVu Sans"/>
              </a:defRPr>
            </a:lvl2pPr>
            <a:lvl3pPr>
              <a:defRPr sz="1050" b="0">
                <a:solidFill>
                  <a:srgbClr val="506778"/>
                </a:solidFill>
                <a:latin typeface="DejaVu Sans"/>
                <a:ea typeface="DejaVu Sans"/>
                <a:cs typeface="DejaVu Sans"/>
              </a:defRPr>
            </a:lvl3pPr>
            <a:lvl4pPr>
              <a:defRPr sz="1050" b="0">
                <a:solidFill>
                  <a:srgbClr val="506778"/>
                </a:solidFill>
                <a:latin typeface="DejaVu Sans"/>
                <a:ea typeface="DejaVu Sans"/>
                <a:cs typeface="DejaVu Sans"/>
              </a:defRPr>
            </a:lvl4pPr>
            <a:lvl5pPr>
              <a:defRPr sz="1050" b="0">
                <a:solidFill>
                  <a:srgbClr val="506778"/>
                </a:solidFill>
                <a:latin typeface="DejaVu Sans"/>
                <a:ea typeface="DejaVu Sans"/>
                <a:cs typeface="DejaVu Sans"/>
              </a:defRPr>
            </a:lvl5pPr>
            <a:lvl6pPr>
              <a:defRPr sz="1050" b="0">
                <a:solidFill>
                  <a:srgbClr val="506778"/>
                </a:solidFill>
                <a:latin typeface="DejaVu Sans"/>
                <a:ea typeface="DejaVu Sans"/>
                <a:cs typeface="DejaVu Sans"/>
              </a:defRPr>
            </a:lvl6pPr>
            <a:lvl7pPr>
              <a:defRPr sz="1050" b="0">
                <a:solidFill>
                  <a:srgbClr val="506778"/>
                </a:solidFill>
                <a:latin typeface="DejaVu Sans"/>
                <a:ea typeface="DejaVu Sans"/>
                <a:cs typeface="DejaVu Sans"/>
              </a:defRPr>
            </a:lvl7pPr>
            <a:lvl8pPr>
              <a:defRPr sz="1050" b="0">
                <a:solidFill>
                  <a:srgbClr val="506778"/>
                </a:solidFill>
                <a:latin typeface="DejaVu Sans"/>
                <a:ea typeface="DejaVu Sans"/>
                <a:cs typeface="DejaVu Sans"/>
              </a:defRPr>
            </a:lvl8pPr>
            <a:lvl9pPr>
              <a:defRPr sz="1050" b="0">
                <a:solidFill>
                  <a:srgbClr val="506778"/>
                </a:solidFill>
                <a:latin typeface="DejaVu Sans"/>
                <a:ea typeface="DejaVu Sans"/>
                <a:cs typeface="DejaVu Sans"/>
              </a:defRPr>
            </a:lvl9pPr>
          </a:lstStyle>
          <a:p>
            <a:pPr>
              <a:defRPr sz="1050" b="0">
                <a:solidFill>
                  <a:srgbClr val="506778"/>
                </a:solidFill>
                <a:latin typeface="DejaVu Sans"/>
                <a:ea typeface="DejaVu Sans"/>
                <a:cs typeface="DejaVu Sans"/>
              </a:defRPr>
            </a:pPr>
            <a:r>
              <a:rPr sz="1050" b="0">
                <a:solidFill>
                  <a:srgbClr val="506778"/>
                </a:solidFill>
                <a:latin typeface="DejaVu Sans"/>
                <a:ea typeface="DejaVu Sans"/>
                <a:cs typeface="DejaVu Sans"/>
              </a:rPr>
              <a:t>Sumber: E-book Bab 6 (PDF hlm. 10, 14–18)</a:t>
            </a:r>
          </a:p>
        </p:txBody>
      </p:sp>
      <p:sp>
        <p:nvSpPr>
          <p:cNvPr id="4" name="text-3">
            <a:extLst>
              <a:ext uri="{FF2B5EF4-FFF2-40B4-BE49-F238E27FC236}">
                <a16:creationId xmlns:a16="http://schemas.microsoft.com/office/drawing/2014/main" id="{C619AC79-61CE-4F29-8DA7-A7673668DD39}"/>
              </a:ext>
            </a:extLst>
          </p:cNvPr>
          <p:cNvSpPr>
            <a:spLocks noGrp="1"/>
          </p:cNvSpPr>
          <p:nvPr/>
        </p:nvSpPr>
        <p:spPr>
          <a:xfrm>
            <a:off x="11106150" y="6372225"/>
            <a:ext cx="476250" cy="285750"/>
          </a:xfrm>
          <a:prstGeom prst="rect">
            <a:avLst/>
          </a:prstGeom>
          <a:noFill/>
          <a:ln w="0">
            <a:noFill/>
            <a:prstDash val="solid"/>
          </a:ln>
        </p:spPr>
        <p:txBody>
          <a:bodyPr lIns="0" tIns="0" rIns="0" bIns="0" anchor="t">
            <a:noAutofit/>
          </a:bodyPr>
          <a:lstStyle>
            <a:defPPr>
              <a:defRPr sz="1425" b="1">
                <a:solidFill>
                  <a:srgbClr val="007D85"/>
                </a:solidFill>
                <a:latin typeface="DejaVu Sans"/>
                <a:ea typeface="DejaVu Sans"/>
                <a:cs typeface="DejaVu Sans"/>
              </a:defRPr>
            </a:defPPr>
            <a:lvl1pPr>
              <a:defRPr sz="1425" b="1">
                <a:solidFill>
                  <a:srgbClr val="007D85"/>
                </a:solidFill>
                <a:latin typeface="DejaVu Sans"/>
                <a:ea typeface="DejaVu Sans"/>
                <a:cs typeface="DejaVu Sans"/>
              </a:defRPr>
            </a:lvl1pPr>
            <a:lvl2pPr>
              <a:defRPr sz="1425" b="1">
                <a:solidFill>
                  <a:srgbClr val="007D85"/>
                </a:solidFill>
                <a:latin typeface="DejaVu Sans"/>
                <a:ea typeface="DejaVu Sans"/>
                <a:cs typeface="DejaVu Sans"/>
              </a:defRPr>
            </a:lvl2pPr>
            <a:lvl3pPr>
              <a:defRPr sz="1425" b="1">
                <a:solidFill>
                  <a:srgbClr val="007D85"/>
                </a:solidFill>
                <a:latin typeface="DejaVu Sans"/>
                <a:ea typeface="DejaVu Sans"/>
                <a:cs typeface="DejaVu Sans"/>
              </a:defRPr>
            </a:lvl3pPr>
            <a:lvl4pPr>
              <a:defRPr sz="1425" b="1">
                <a:solidFill>
                  <a:srgbClr val="007D85"/>
                </a:solidFill>
                <a:latin typeface="DejaVu Sans"/>
                <a:ea typeface="DejaVu Sans"/>
                <a:cs typeface="DejaVu Sans"/>
              </a:defRPr>
            </a:lvl4pPr>
            <a:lvl5pPr>
              <a:defRPr sz="1425" b="1">
                <a:solidFill>
                  <a:srgbClr val="007D85"/>
                </a:solidFill>
                <a:latin typeface="DejaVu Sans"/>
                <a:ea typeface="DejaVu Sans"/>
                <a:cs typeface="DejaVu Sans"/>
              </a:defRPr>
            </a:lvl5pPr>
            <a:lvl6pPr>
              <a:defRPr sz="1425" b="1">
                <a:solidFill>
                  <a:srgbClr val="007D85"/>
                </a:solidFill>
                <a:latin typeface="DejaVu Sans"/>
                <a:ea typeface="DejaVu Sans"/>
                <a:cs typeface="DejaVu Sans"/>
              </a:defRPr>
            </a:lvl6pPr>
            <a:lvl7pPr>
              <a:defRPr sz="1425" b="1">
                <a:solidFill>
                  <a:srgbClr val="007D85"/>
                </a:solidFill>
                <a:latin typeface="DejaVu Sans"/>
                <a:ea typeface="DejaVu Sans"/>
                <a:cs typeface="DejaVu Sans"/>
              </a:defRPr>
            </a:lvl7pPr>
            <a:lvl8pPr>
              <a:defRPr sz="1425" b="1">
                <a:solidFill>
                  <a:srgbClr val="007D85"/>
                </a:solidFill>
                <a:latin typeface="DejaVu Sans"/>
                <a:ea typeface="DejaVu Sans"/>
                <a:cs typeface="DejaVu Sans"/>
              </a:defRPr>
            </a:lvl8pPr>
            <a:lvl9pPr>
              <a:defRPr sz="1425" b="1">
                <a:solidFill>
                  <a:srgbClr val="007D85"/>
                </a:solidFill>
                <a:latin typeface="DejaVu Sans"/>
                <a:ea typeface="DejaVu Sans"/>
                <a:cs typeface="DejaVu Sans"/>
              </a:defRPr>
            </a:lvl9pPr>
          </a:lstStyle>
          <a:p>
            <a:pPr>
              <a:defRPr sz="1425" b="1">
                <a:solidFill>
                  <a:srgbClr val="007D85"/>
                </a:solidFill>
                <a:latin typeface="DejaVu Sans"/>
                <a:ea typeface="DejaVu Sans"/>
                <a:cs typeface="DejaVu Sans"/>
              </a:defRPr>
            </a:pPr>
            <a:r>
              <a:rPr sz="1425" b="1">
                <a:solidFill>
                  <a:srgbClr val="007D85"/>
                </a:solidFill>
                <a:latin typeface="DejaVu Sans"/>
                <a:ea typeface="DejaVu Sans"/>
                <a:cs typeface="DejaVu Sans"/>
              </a:rPr>
              <a:t>39</a:t>
            </a:r>
          </a:p>
        </p:txBody>
      </p:sp>
      <p:sp>
        <p:nvSpPr>
          <p:cNvPr id="5" name="text-4">
            <a:extLst>
              <a:ext uri="{FF2B5EF4-FFF2-40B4-BE49-F238E27FC236}">
                <a16:creationId xmlns:a16="http://schemas.microsoft.com/office/drawing/2014/main" id="{2615B757-1B47-4671-8C31-04535C884BB3}"/>
              </a:ext>
            </a:extLst>
          </p:cNvPr>
          <p:cNvSpPr>
            <a:spLocks noGrp="1"/>
          </p:cNvSpPr>
          <p:nvPr/>
        </p:nvSpPr>
        <p:spPr>
          <a:xfrm>
            <a:off x="609600" y="195262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Aturan baca/tulis</a:t>
            </a:r>
          </a:p>
        </p:txBody>
      </p:sp>
      <p:sp>
        <p:nvSpPr>
          <p:cNvPr id="6" name="text-5">
            <a:extLst>
              <a:ext uri="{FF2B5EF4-FFF2-40B4-BE49-F238E27FC236}">
                <a16:creationId xmlns:a16="http://schemas.microsoft.com/office/drawing/2014/main" id="{77AD1D11-BFA2-474F-8490-159DD935AF33}"/>
              </a:ext>
            </a:extLst>
          </p:cNvPr>
          <p:cNvSpPr>
            <a:spLocks noGrp="1"/>
          </p:cNvSpPr>
          <p:nvPr/>
        </p:nvSpPr>
        <p:spPr>
          <a:xfrm>
            <a:off x="3714750" y="195262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E-book memperingatkan bahwa read=true dan write=true membuka akses dan tidak aman.</a:t>
            </a:r>
          </a:p>
        </p:txBody>
      </p:sp>
      <p:sp>
        <p:nvSpPr>
          <p:cNvPr id="7" name="text-6">
            <a:extLst>
              <a:ext uri="{FF2B5EF4-FFF2-40B4-BE49-F238E27FC236}">
                <a16:creationId xmlns:a16="http://schemas.microsoft.com/office/drawing/2014/main" id="{73713471-163C-4977-ACB9-1247D1D24DEB}"/>
              </a:ext>
            </a:extLst>
          </p:cNvPr>
          <p:cNvSpPr>
            <a:spLocks noGrp="1"/>
          </p:cNvSpPr>
          <p:nvPr/>
        </p:nvSpPr>
        <p:spPr>
          <a:xfrm>
            <a:off x="609600" y="300037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Autentikasi</a:t>
            </a:r>
          </a:p>
        </p:txBody>
      </p:sp>
      <p:sp>
        <p:nvSpPr>
          <p:cNvPr id="8" name="text-7">
            <a:extLst>
              <a:ext uri="{FF2B5EF4-FFF2-40B4-BE49-F238E27FC236}">
                <a16:creationId xmlns:a16="http://schemas.microsoft.com/office/drawing/2014/main" id="{50EE324A-589E-447B-BBA5-AFE2C8B3CB22}"/>
              </a:ext>
            </a:extLst>
          </p:cNvPr>
          <p:cNvSpPr>
            <a:spLocks noGrp="1"/>
          </p:cNvSpPr>
          <p:nvPr/>
        </p:nvSpPr>
        <p:spPr>
          <a:xfrm>
            <a:off x="3714750" y="300037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Sumber memperkenalkan syarat auth != null. Hak akses tetap perlu disesuaikan dengan data dan pengguna.</a:t>
            </a:r>
          </a:p>
        </p:txBody>
      </p:sp>
      <p:sp>
        <p:nvSpPr>
          <p:cNvPr id="9" name="text-8">
            <a:extLst>
              <a:ext uri="{FF2B5EF4-FFF2-40B4-BE49-F238E27FC236}">
                <a16:creationId xmlns:a16="http://schemas.microsoft.com/office/drawing/2014/main" id="{AE36BB83-11DC-432C-9832-EAF4A96743E5}"/>
              </a:ext>
            </a:extLst>
          </p:cNvPr>
          <p:cNvSpPr>
            <a:spLocks noGrp="1"/>
          </p:cNvSpPr>
          <p:nvPr/>
        </p:nvSpPr>
        <p:spPr>
          <a:xfrm>
            <a:off x="609600" y="404812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Alur aplikasi</a:t>
            </a:r>
          </a:p>
        </p:txBody>
      </p:sp>
      <p:sp>
        <p:nvSpPr>
          <p:cNvPr id="10" name="text-9">
            <a:extLst>
              <a:ext uri="{FF2B5EF4-FFF2-40B4-BE49-F238E27FC236}">
                <a16:creationId xmlns:a16="http://schemas.microsoft.com/office/drawing/2014/main" id="{42B7D015-D048-4699-85E4-4DF1A9EC4ABF}"/>
              </a:ext>
            </a:extLst>
          </p:cNvPr>
          <p:cNvSpPr>
            <a:spLocks noGrp="1"/>
          </p:cNvSpPr>
          <p:nvPr/>
        </p:nvSpPr>
        <p:spPr>
          <a:xfrm>
            <a:off x="3714750" y="404812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Input agenda menghasilkan node baru. Listener memuat daftar, lalu pilihan item membuka dialog perubahan.</a:t>
            </a:r>
          </a:p>
        </p:txBody>
      </p:sp>
      <p:sp>
        <p:nvSpPr>
          <p:cNvPr id="11" name="text-10">
            <a:extLst>
              <a:ext uri="{FF2B5EF4-FFF2-40B4-BE49-F238E27FC236}">
                <a16:creationId xmlns:a16="http://schemas.microsoft.com/office/drawing/2014/main" id="{67BE8F2D-6116-4DC9-80EA-59ACDED5E91D}"/>
              </a:ext>
            </a:extLst>
          </p:cNvPr>
          <p:cNvSpPr>
            <a:spLocks noGrp="1"/>
          </p:cNvSpPr>
          <p:nvPr/>
        </p:nvSpPr>
        <p:spPr>
          <a:xfrm>
            <a:off x="609600" y="509587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Pengujian</a:t>
            </a:r>
          </a:p>
        </p:txBody>
      </p:sp>
      <p:sp>
        <p:nvSpPr>
          <p:cNvPr id="12" name="text-11">
            <a:extLst>
              <a:ext uri="{FF2B5EF4-FFF2-40B4-BE49-F238E27FC236}">
                <a16:creationId xmlns:a16="http://schemas.microsoft.com/office/drawing/2014/main" id="{F06015EB-3AE0-4B7B-8A5F-6216AFB46977}"/>
              </a:ext>
            </a:extLst>
          </p:cNvPr>
          <p:cNvSpPr>
            <a:spLocks noGrp="1"/>
          </p:cNvSpPr>
          <p:nvPr/>
        </p:nvSpPr>
        <p:spPr>
          <a:xfrm>
            <a:off x="3714750" y="509587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Periksa tambah, baca, ubah, hapus, dan pembaruan daftar pada client yang terhubung.</a:t>
            </a:r>
          </a:p>
        </p:txBody>
      </p:sp>
    </p:spTree>
    <p:extLst>
      <p:ext uri="{BB962C8B-B14F-4D97-AF65-F5344CB8AC3E}">
        <p14:creationId xmlns:p14="http://schemas.microsoft.com/office/powerpoint/2010/main" val="16778642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6F9FA"/>
        </a:solidFill>
        <a:effectLst/>
      </p:bgPr>
    </p:bg>
    <p:spTree>
      <p:nvGrpSpPr>
        <p:cNvPr id="1" name=""/>
        <p:cNvGrpSpPr/>
        <p:nvPr/>
      </p:nvGrpSpPr>
      <p:grpSpPr>
        <a:xfrm>
          <a:off x="0" y="0"/>
          <a:ext cx="0" cy="0"/>
          <a:chOff x="0" y="0"/>
          <a:chExt cx="0" cy="0"/>
        </a:xfrm>
      </p:grpSpPr>
      <p:sp>
        <p:nvSpPr>
          <p:cNvPr id="6" name="text-0">
            <a:extLst>
              <a:ext uri="{FF2B5EF4-FFF2-40B4-BE49-F238E27FC236}">
                <a16:creationId xmlns:a16="http://schemas.microsoft.com/office/drawing/2014/main" id="{6280E4CF-58D0-4E1C-A9C3-8871BB7B6C80}"/>
              </a:ext>
            </a:extLst>
          </p:cNvPr>
          <p:cNvSpPr>
            <a:spLocks noGrp="1"/>
          </p:cNvSpPr>
          <p:nvPr/>
        </p:nvSpPr>
        <p:spPr>
          <a:xfrm>
            <a:off x="609600" y="381000"/>
            <a:ext cx="10953750" cy="266700"/>
          </a:xfrm>
          <a:prstGeom prst="rect">
            <a:avLst/>
          </a:prstGeom>
          <a:noFill/>
          <a:ln w="0">
            <a:noFill/>
            <a:prstDash val="solid"/>
          </a:ln>
        </p:spPr>
        <p:txBody>
          <a:bodyPr lIns="0" tIns="0" rIns="0" bIns="0" anchor="t">
            <a:noAutofit/>
          </a:bodyPr>
          <a:lstStyle>
            <a:defPPr>
              <a:defRPr sz="1350" b="1">
                <a:solidFill>
                  <a:srgbClr val="007D85"/>
                </a:solidFill>
                <a:latin typeface="DejaVu Sans"/>
                <a:ea typeface="DejaVu Sans"/>
                <a:cs typeface="DejaVu Sans"/>
              </a:defRPr>
            </a:defPPr>
            <a:lvl1pPr>
              <a:defRPr sz="1350" b="1">
                <a:solidFill>
                  <a:srgbClr val="007D85"/>
                </a:solidFill>
                <a:latin typeface="DejaVu Sans"/>
                <a:ea typeface="DejaVu Sans"/>
                <a:cs typeface="DejaVu Sans"/>
              </a:defRPr>
            </a:lvl1pPr>
            <a:lvl2pPr>
              <a:defRPr sz="1350" b="1">
                <a:solidFill>
                  <a:srgbClr val="007D85"/>
                </a:solidFill>
                <a:latin typeface="DejaVu Sans"/>
                <a:ea typeface="DejaVu Sans"/>
                <a:cs typeface="DejaVu Sans"/>
              </a:defRPr>
            </a:lvl2pPr>
            <a:lvl3pPr>
              <a:defRPr sz="1350" b="1">
                <a:solidFill>
                  <a:srgbClr val="007D85"/>
                </a:solidFill>
                <a:latin typeface="DejaVu Sans"/>
                <a:ea typeface="DejaVu Sans"/>
                <a:cs typeface="DejaVu Sans"/>
              </a:defRPr>
            </a:lvl3pPr>
            <a:lvl4pPr>
              <a:defRPr sz="1350" b="1">
                <a:solidFill>
                  <a:srgbClr val="007D85"/>
                </a:solidFill>
                <a:latin typeface="DejaVu Sans"/>
                <a:ea typeface="DejaVu Sans"/>
                <a:cs typeface="DejaVu Sans"/>
              </a:defRPr>
            </a:lvl4pPr>
            <a:lvl5pPr>
              <a:defRPr sz="1350" b="1">
                <a:solidFill>
                  <a:srgbClr val="007D85"/>
                </a:solidFill>
                <a:latin typeface="DejaVu Sans"/>
                <a:ea typeface="DejaVu Sans"/>
                <a:cs typeface="DejaVu Sans"/>
              </a:defRPr>
            </a:lvl5pPr>
            <a:lvl6pPr>
              <a:defRPr sz="1350" b="1">
                <a:solidFill>
                  <a:srgbClr val="007D85"/>
                </a:solidFill>
                <a:latin typeface="DejaVu Sans"/>
                <a:ea typeface="DejaVu Sans"/>
                <a:cs typeface="DejaVu Sans"/>
              </a:defRPr>
            </a:lvl6pPr>
            <a:lvl7pPr>
              <a:defRPr sz="1350" b="1">
                <a:solidFill>
                  <a:srgbClr val="007D85"/>
                </a:solidFill>
                <a:latin typeface="DejaVu Sans"/>
                <a:ea typeface="DejaVu Sans"/>
                <a:cs typeface="DejaVu Sans"/>
              </a:defRPr>
            </a:lvl7pPr>
            <a:lvl8pPr>
              <a:defRPr sz="1350" b="1">
                <a:solidFill>
                  <a:srgbClr val="007D85"/>
                </a:solidFill>
                <a:latin typeface="DejaVu Sans"/>
                <a:ea typeface="DejaVu Sans"/>
                <a:cs typeface="DejaVu Sans"/>
              </a:defRPr>
            </a:lvl8pPr>
            <a:lvl9pPr>
              <a:defRPr sz="1350" b="1">
                <a:solidFill>
                  <a:srgbClr val="007D85"/>
                </a:solidFill>
                <a:latin typeface="DejaVu Sans"/>
                <a:ea typeface="DejaVu Sans"/>
                <a:cs typeface="DejaVu Sans"/>
              </a:defRPr>
            </a:lvl9pPr>
          </a:lstStyle>
          <a:p>
            <a:pPr>
              <a:defRPr sz="1350" b="1">
                <a:solidFill>
                  <a:srgbClr val="007D85"/>
                </a:solidFill>
                <a:latin typeface="DejaVu Sans"/>
                <a:ea typeface="DejaVu Sans"/>
                <a:cs typeface="DejaVu Sans"/>
              </a:defRPr>
            </a:pPr>
            <a:r>
              <a:rPr sz="1350" b="1">
                <a:solidFill>
                  <a:srgbClr val="007D85"/>
                </a:solidFill>
                <a:latin typeface="DejaVu Sans"/>
                <a:ea typeface="DejaVu Sans"/>
                <a:cs typeface="DejaVu Sans"/>
              </a:rPr>
              <a:t>RANGKUMAN TERPADU</a:t>
            </a:r>
          </a:p>
        </p:txBody>
      </p:sp>
      <p:sp>
        <p:nvSpPr>
          <p:cNvPr id="2" name="text-1">
            <a:extLst>
              <a:ext uri="{FF2B5EF4-FFF2-40B4-BE49-F238E27FC236}">
                <a16:creationId xmlns:a16="http://schemas.microsoft.com/office/drawing/2014/main" id="{EB69080D-EE52-4FB5-85A9-C9E45D5BE224}"/>
              </a:ext>
            </a:extLst>
          </p:cNvPr>
          <p:cNvSpPr>
            <a:spLocks noGrp="1"/>
          </p:cNvSpPr>
          <p:nvPr/>
        </p:nvSpPr>
        <p:spPr>
          <a:xfrm>
            <a:off x="609600" y="866775"/>
            <a:ext cx="10953750" cy="895350"/>
          </a:xfrm>
          <a:prstGeom prst="rect">
            <a:avLst/>
          </a:prstGeom>
          <a:noFill/>
          <a:ln w="0">
            <a:noFill/>
            <a:prstDash val="solid"/>
          </a:ln>
        </p:spPr>
        <p:txBody>
          <a:bodyPr lIns="0" tIns="0" rIns="0" bIns="0" anchor="t">
            <a:noAutofit/>
          </a:bodyPr>
          <a:lstStyle>
            <a:defPPr>
              <a:defRPr sz="3150" b="1">
                <a:solidFill>
                  <a:srgbClr val="10283F"/>
                </a:solidFill>
                <a:latin typeface="DejaVu Sans"/>
                <a:ea typeface="DejaVu Sans"/>
                <a:cs typeface="DejaVu Sans"/>
              </a:defRPr>
            </a:defPPr>
            <a:lvl1pPr>
              <a:defRPr sz="3150" b="1">
                <a:solidFill>
                  <a:srgbClr val="10283F"/>
                </a:solidFill>
                <a:latin typeface="DejaVu Sans"/>
                <a:ea typeface="DejaVu Sans"/>
                <a:cs typeface="DejaVu Sans"/>
              </a:defRPr>
            </a:lvl1pPr>
            <a:lvl2pPr>
              <a:defRPr sz="3150" b="1">
                <a:solidFill>
                  <a:srgbClr val="10283F"/>
                </a:solidFill>
                <a:latin typeface="DejaVu Sans"/>
                <a:ea typeface="DejaVu Sans"/>
                <a:cs typeface="DejaVu Sans"/>
              </a:defRPr>
            </a:lvl2pPr>
            <a:lvl3pPr>
              <a:defRPr sz="3150" b="1">
                <a:solidFill>
                  <a:srgbClr val="10283F"/>
                </a:solidFill>
                <a:latin typeface="DejaVu Sans"/>
                <a:ea typeface="DejaVu Sans"/>
                <a:cs typeface="DejaVu Sans"/>
              </a:defRPr>
            </a:lvl3pPr>
            <a:lvl4pPr>
              <a:defRPr sz="3150" b="1">
                <a:solidFill>
                  <a:srgbClr val="10283F"/>
                </a:solidFill>
                <a:latin typeface="DejaVu Sans"/>
                <a:ea typeface="DejaVu Sans"/>
                <a:cs typeface="DejaVu Sans"/>
              </a:defRPr>
            </a:lvl4pPr>
            <a:lvl5pPr>
              <a:defRPr sz="3150" b="1">
                <a:solidFill>
                  <a:srgbClr val="10283F"/>
                </a:solidFill>
                <a:latin typeface="DejaVu Sans"/>
                <a:ea typeface="DejaVu Sans"/>
                <a:cs typeface="DejaVu Sans"/>
              </a:defRPr>
            </a:lvl5pPr>
            <a:lvl6pPr>
              <a:defRPr sz="3150" b="1">
                <a:solidFill>
                  <a:srgbClr val="10283F"/>
                </a:solidFill>
                <a:latin typeface="DejaVu Sans"/>
                <a:ea typeface="DejaVu Sans"/>
                <a:cs typeface="DejaVu Sans"/>
              </a:defRPr>
            </a:lvl6pPr>
            <a:lvl7pPr>
              <a:defRPr sz="3150" b="1">
                <a:solidFill>
                  <a:srgbClr val="10283F"/>
                </a:solidFill>
                <a:latin typeface="DejaVu Sans"/>
                <a:ea typeface="DejaVu Sans"/>
                <a:cs typeface="DejaVu Sans"/>
              </a:defRPr>
            </a:lvl7pPr>
            <a:lvl8pPr>
              <a:defRPr sz="3150" b="1">
                <a:solidFill>
                  <a:srgbClr val="10283F"/>
                </a:solidFill>
                <a:latin typeface="DejaVu Sans"/>
                <a:ea typeface="DejaVu Sans"/>
                <a:cs typeface="DejaVu Sans"/>
              </a:defRPr>
            </a:lvl8pPr>
            <a:lvl9pPr>
              <a:defRPr sz="3150" b="1">
                <a:solidFill>
                  <a:srgbClr val="10283F"/>
                </a:solidFill>
                <a:latin typeface="DejaVu Sans"/>
                <a:ea typeface="DejaVu Sans"/>
                <a:cs typeface="DejaVu Sans"/>
              </a:defRPr>
            </a:lvl9pPr>
          </a:lstStyle>
          <a:p>
            <a:pPr>
              <a:defRPr sz="3150" b="1">
                <a:solidFill>
                  <a:srgbClr val="10283F"/>
                </a:solidFill>
                <a:latin typeface="DejaVu Sans"/>
                <a:ea typeface="DejaVu Sans"/>
                <a:cs typeface="DejaVu Sans"/>
              </a:defRPr>
            </a:pPr>
            <a:r>
              <a:rPr sz="3150" b="1">
                <a:solidFill>
                  <a:srgbClr val="10283F"/>
                </a:solidFill>
                <a:latin typeface="DejaVu Sans"/>
                <a:ea typeface="DejaVu Sans"/>
                <a:cs typeface="DejaVu Sans"/>
              </a:rPr>
              <a:t>Hubungan antarmateri</a:t>
            </a:r>
          </a:p>
        </p:txBody>
      </p:sp>
      <p:sp>
        <p:nvSpPr>
          <p:cNvPr id="3" name="text-2">
            <a:extLst>
              <a:ext uri="{FF2B5EF4-FFF2-40B4-BE49-F238E27FC236}">
                <a16:creationId xmlns:a16="http://schemas.microsoft.com/office/drawing/2014/main" id="{DAC83200-68A8-4AEA-8252-FA1214108674}"/>
              </a:ext>
            </a:extLst>
          </p:cNvPr>
          <p:cNvSpPr>
            <a:spLocks noGrp="1"/>
          </p:cNvSpPr>
          <p:nvPr/>
        </p:nvSpPr>
        <p:spPr>
          <a:xfrm>
            <a:off x="609600" y="6410325"/>
            <a:ext cx="10096500" cy="238125"/>
          </a:xfrm>
          <a:prstGeom prst="rect">
            <a:avLst/>
          </a:prstGeom>
          <a:noFill/>
          <a:ln w="0">
            <a:noFill/>
            <a:prstDash val="solid"/>
          </a:ln>
        </p:spPr>
        <p:txBody>
          <a:bodyPr lIns="0" tIns="0" rIns="0" bIns="0" anchor="t">
            <a:noAutofit/>
          </a:bodyPr>
          <a:lstStyle>
            <a:defPPr>
              <a:defRPr sz="1050" b="0">
                <a:solidFill>
                  <a:srgbClr val="506778"/>
                </a:solidFill>
                <a:latin typeface="DejaVu Sans"/>
                <a:ea typeface="DejaVu Sans"/>
                <a:cs typeface="DejaVu Sans"/>
              </a:defRPr>
            </a:defPPr>
            <a:lvl1pPr>
              <a:defRPr sz="1050" b="0">
                <a:solidFill>
                  <a:srgbClr val="506778"/>
                </a:solidFill>
                <a:latin typeface="DejaVu Sans"/>
                <a:ea typeface="DejaVu Sans"/>
                <a:cs typeface="DejaVu Sans"/>
              </a:defRPr>
            </a:lvl1pPr>
            <a:lvl2pPr>
              <a:defRPr sz="1050" b="0">
                <a:solidFill>
                  <a:srgbClr val="506778"/>
                </a:solidFill>
                <a:latin typeface="DejaVu Sans"/>
                <a:ea typeface="DejaVu Sans"/>
                <a:cs typeface="DejaVu Sans"/>
              </a:defRPr>
            </a:lvl2pPr>
            <a:lvl3pPr>
              <a:defRPr sz="1050" b="0">
                <a:solidFill>
                  <a:srgbClr val="506778"/>
                </a:solidFill>
                <a:latin typeface="DejaVu Sans"/>
                <a:ea typeface="DejaVu Sans"/>
                <a:cs typeface="DejaVu Sans"/>
              </a:defRPr>
            </a:lvl3pPr>
            <a:lvl4pPr>
              <a:defRPr sz="1050" b="0">
                <a:solidFill>
                  <a:srgbClr val="506778"/>
                </a:solidFill>
                <a:latin typeface="DejaVu Sans"/>
                <a:ea typeface="DejaVu Sans"/>
                <a:cs typeface="DejaVu Sans"/>
              </a:defRPr>
            </a:lvl4pPr>
            <a:lvl5pPr>
              <a:defRPr sz="1050" b="0">
                <a:solidFill>
                  <a:srgbClr val="506778"/>
                </a:solidFill>
                <a:latin typeface="DejaVu Sans"/>
                <a:ea typeface="DejaVu Sans"/>
                <a:cs typeface="DejaVu Sans"/>
              </a:defRPr>
            </a:lvl5pPr>
            <a:lvl6pPr>
              <a:defRPr sz="1050" b="0">
                <a:solidFill>
                  <a:srgbClr val="506778"/>
                </a:solidFill>
                <a:latin typeface="DejaVu Sans"/>
                <a:ea typeface="DejaVu Sans"/>
                <a:cs typeface="DejaVu Sans"/>
              </a:defRPr>
            </a:lvl6pPr>
            <a:lvl7pPr>
              <a:defRPr sz="1050" b="0">
                <a:solidFill>
                  <a:srgbClr val="506778"/>
                </a:solidFill>
                <a:latin typeface="DejaVu Sans"/>
                <a:ea typeface="DejaVu Sans"/>
                <a:cs typeface="DejaVu Sans"/>
              </a:defRPr>
            </a:lvl7pPr>
            <a:lvl8pPr>
              <a:defRPr sz="1050" b="0">
                <a:solidFill>
                  <a:srgbClr val="506778"/>
                </a:solidFill>
                <a:latin typeface="DejaVu Sans"/>
                <a:ea typeface="DejaVu Sans"/>
                <a:cs typeface="DejaVu Sans"/>
              </a:defRPr>
            </a:lvl8pPr>
            <a:lvl9pPr>
              <a:defRPr sz="1050" b="0">
                <a:solidFill>
                  <a:srgbClr val="506778"/>
                </a:solidFill>
                <a:latin typeface="DejaVu Sans"/>
                <a:ea typeface="DejaVu Sans"/>
                <a:cs typeface="DejaVu Sans"/>
              </a:defRPr>
            </a:lvl9pPr>
          </a:lstStyle>
          <a:p>
            <a:pPr>
              <a:defRPr sz="1050" b="0">
                <a:solidFill>
                  <a:srgbClr val="506778"/>
                </a:solidFill>
                <a:latin typeface="DejaVu Sans"/>
                <a:ea typeface="DejaVu Sans"/>
                <a:cs typeface="DejaVu Sans"/>
              </a:defRPr>
            </a:pPr>
            <a:r>
              <a:rPr sz="1050" b="0">
                <a:solidFill>
                  <a:srgbClr val="506778"/>
                </a:solidFill>
                <a:latin typeface="DejaVu Sans"/>
                <a:ea typeface="DejaVu Sans"/>
                <a:cs typeface="DejaVu Sans"/>
              </a:rPr>
              <a:t>Pemrograman Mobile Android dengan Java • Erma Susanti (2020)</a:t>
            </a:r>
          </a:p>
        </p:txBody>
      </p:sp>
      <p:sp>
        <p:nvSpPr>
          <p:cNvPr id="4" name="text-3">
            <a:extLst>
              <a:ext uri="{FF2B5EF4-FFF2-40B4-BE49-F238E27FC236}">
                <a16:creationId xmlns:a16="http://schemas.microsoft.com/office/drawing/2014/main" id="{9FFC0911-2281-455A-A740-22AC605EB3A2}"/>
              </a:ext>
            </a:extLst>
          </p:cNvPr>
          <p:cNvSpPr>
            <a:spLocks noGrp="1"/>
          </p:cNvSpPr>
          <p:nvPr/>
        </p:nvSpPr>
        <p:spPr>
          <a:xfrm>
            <a:off x="11106150" y="6372225"/>
            <a:ext cx="476250" cy="285750"/>
          </a:xfrm>
          <a:prstGeom prst="rect">
            <a:avLst/>
          </a:prstGeom>
          <a:noFill/>
          <a:ln w="0">
            <a:noFill/>
            <a:prstDash val="solid"/>
          </a:ln>
        </p:spPr>
        <p:txBody>
          <a:bodyPr lIns="0" tIns="0" rIns="0" bIns="0" anchor="t">
            <a:noAutofit/>
          </a:bodyPr>
          <a:lstStyle>
            <a:defPPr>
              <a:defRPr sz="1425" b="1">
                <a:solidFill>
                  <a:srgbClr val="007D85"/>
                </a:solidFill>
                <a:latin typeface="DejaVu Sans"/>
                <a:ea typeface="DejaVu Sans"/>
                <a:cs typeface="DejaVu Sans"/>
              </a:defRPr>
            </a:defPPr>
            <a:lvl1pPr>
              <a:defRPr sz="1425" b="1">
                <a:solidFill>
                  <a:srgbClr val="007D85"/>
                </a:solidFill>
                <a:latin typeface="DejaVu Sans"/>
                <a:ea typeface="DejaVu Sans"/>
                <a:cs typeface="DejaVu Sans"/>
              </a:defRPr>
            </a:lvl1pPr>
            <a:lvl2pPr>
              <a:defRPr sz="1425" b="1">
                <a:solidFill>
                  <a:srgbClr val="007D85"/>
                </a:solidFill>
                <a:latin typeface="DejaVu Sans"/>
                <a:ea typeface="DejaVu Sans"/>
                <a:cs typeface="DejaVu Sans"/>
              </a:defRPr>
            </a:lvl2pPr>
            <a:lvl3pPr>
              <a:defRPr sz="1425" b="1">
                <a:solidFill>
                  <a:srgbClr val="007D85"/>
                </a:solidFill>
                <a:latin typeface="DejaVu Sans"/>
                <a:ea typeface="DejaVu Sans"/>
                <a:cs typeface="DejaVu Sans"/>
              </a:defRPr>
            </a:lvl3pPr>
            <a:lvl4pPr>
              <a:defRPr sz="1425" b="1">
                <a:solidFill>
                  <a:srgbClr val="007D85"/>
                </a:solidFill>
                <a:latin typeface="DejaVu Sans"/>
                <a:ea typeface="DejaVu Sans"/>
                <a:cs typeface="DejaVu Sans"/>
              </a:defRPr>
            </a:lvl4pPr>
            <a:lvl5pPr>
              <a:defRPr sz="1425" b="1">
                <a:solidFill>
                  <a:srgbClr val="007D85"/>
                </a:solidFill>
                <a:latin typeface="DejaVu Sans"/>
                <a:ea typeface="DejaVu Sans"/>
                <a:cs typeface="DejaVu Sans"/>
              </a:defRPr>
            </a:lvl5pPr>
            <a:lvl6pPr>
              <a:defRPr sz="1425" b="1">
                <a:solidFill>
                  <a:srgbClr val="007D85"/>
                </a:solidFill>
                <a:latin typeface="DejaVu Sans"/>
                <a:ea typeface="DejaVu Sans"/>
                <a:cs typeface="DejaVu Sans"/>
              </a:defRPr>
            </a:lvl6pPr>
            <a:lvl7pPr>
              <a:defRPr sz="1425" b="1">
                <a:solidFill>
                  <a:srgbClr val="007D85"/>
                </a:solidFill>
                <a:latin typeface="DejaVu Sans"/>
                <a:ea typeface="DejaVu Sans"/>
                <a:cs typeface="DejaVu Sans"/>
              </a:defRPr>
            </a:lvl7pPr>
            <a:lvl8pPr>
              <a:defRPr sz="1425" b="1">
                <a:solidFill>
                  <a:srgbClr val="007D85"/>
                </a:solidFill>
                <a:latin typeface="DejaVu Sans"/>
                <a:ea typeface="DejaVu Sans"/>
                <a:cs typeface="DejaVu Sans"/>
              </a:defRPr>
            </a:lvl8pPr>
            <a:lvl9pPr>
              <a:defRPr sz="1425" b="1">
                <a:solidFill>
                  <a:srgbClr val="007D85"/>
                </a:solidFill>
                <a:latin typeface="DejaVu Sans"/>
                <a:ea typeface="DejaVu Sans"/>
                <a:cs typeface="DejaVu Sans"/>
              </a:defRPr>
            </a:lvl9pPr>
          </a:lstStyle>
          <a:p>
            <a:pPr>
              <a:defRPr sz="1425" b="1">
                <a:solidFill>
                  <a:srgbClr val="007D85"/>
                </a:solidFill>
                <a:latin typeface="DejaVu Sans"/>
                <a:ea typeface="DejaVu Sans"/>
                <a:cs typeface="DejaVu Sans"/>
              </a:defRPr>
            </a:pPr>
            <a:r>
              <a:rPr sz="1425" b="1">
                <a:solidFill>
                  <a:srgbClr val="007D85"/>
                </a:solidFill>
                <a:latin typeface="DejaVu Sans"/>
                <a:ea typeface="DejaVu Sans"/>
                <a:cs typeface="DejaVu Sans"/>
              </a:rPr>
              <a:t>40</a:t>
            </a:r>
          </a:p>
        </p:txBody>
      </p:sp>
      <p:graphicFrame>
        <p:nvGraphicFramePr>
          <p:cNvPr id="5" name="Table 4">
            <a:extLst>
              <a:ext uri="{FF2B5EF4-FFF2-40B4-BE49-F238E27FC236}">
                <a16:creationId xmlns:a16="http://schemas.microsoft.com/office/drawing/2014/main" id="{4F6783BC-12B5-47B6-8D17-6CEBC6661670}"/>
              </a:ext>
            </a:extLst>
          </p:cNvPr>
          <p:cNvGraphicFramePr/>
          <p:nvPr/>
        </p:nvGraphicFramePr>
        <p:xfrm>
          <a:off x="609600" y="1924050"/>
          <a:ext cx="10972800" cy="3714750"/>
        </p:xfrm>
        <a:graphic>
          <a:graphicData uri="http://schemas.openxmlformats.org/drawingml/2006/table">
            <a:tbl>
              <a:tblPr/>
              <a:tblGrid>
                <a:gridCol w="4333875">
                  <a:extLst>
                    <a:ext uri="{9D8B030D-6E8A-4147-A177-3AD203B41FA5}">
                      <a16:colId xmlns:a16="http://schemas.microsoft.com/office/drawing/2014/main" val="20000"/>
                    </a:ext>
                  </a:extLst>
                </a:gridCol>
                <a:gridCol w="6638925">
                  <a:extLst>
                    <a:ext uri="{9D8B030D-6E8A-4147-A177-3AD203B41FA5}">
                      <a16:colId xmlns:a16="http://schemas.microsoft.com/office/drawing/2014/main" val="20001"/>
                    </a:ext>
                  </a:extLst>
                </a:gridCol>
              </a:tblGrid>
              <a:tr h="619125">
                <a:tc>
                  <a:txBody>
                    <a:bodyPr/>
                    <a:lstStyle/>
                    <a:p>
                      <a:r>
                        <a:rPr sz="1800" b="1">
                          <a:solidFill>
                            <a:srgbClr val="FFFFFF"/>
                          </a:solidFill>
                          <a:latin typeface="DejaVu Sans"/>
                          <a:ea typeface="DejaVu Sans"/>
                          <a:cs typeface="DejaVu Sans"/>
                        </a:rPr>
                        <a:t>Kebutuhan aplikasi</a:t>
                      </a:r>
                    </a:p>
                  </a:txBody>
                  <a:tcPr>
                    <a:lnL w="9525">
                      <a:solidFill>
                        <a:srgbClr val="D9E3E8"/>
                      </a:solidFill>
                      <a:prstDash val="solid"/>
                    </a:lnL>
                    <a:lnR w="9525">
                      <a:solidFill>
                        <a:srgbClr val="D9E3E8"/>
                      </a:solidFill>
                      <a:prstDash val="solid"/>
                    </a:lnR>
                    <a:lnT w="9525">
                      <a:solidFill>
                        <a:srgbClr val="D9E3E8"/>
                      </a:solidFill>
                      <a:prstDash val="solid"/>
                    </a:lnT>
                    <a:lnB w="9525">
                      <a:solidFill>
                        <a:srgbClr val="D9E3E8"/>
                      </a:solidFill>
                      <a:prstDash val="solid"/>
                    </a:lnB>
                    <a:solidFill>
                      <a:srgbClr val="10283F"/>
                    </a:solidFill>
                  </a:tcPr>
                </a:tc>
                <a:tc>
                  <a:txBody>
                    <a:bodyPr/>
                    <a:lstStyle/>
                    <a:p>
                      <a:r>
                        <a:rPr sz="1800" b="1">
                          <a:solidFill>
                            <a:srgbClr val="FFFFFF"/>
                          </a:solidFill>
                          <a:latin typeface="DejaVu Sans"/>
                          <a:ea typeface="DejaVu Sans"/>
                          <a:cs typeface="DejaVu Sans"/>
                        </a:rPr>
                        <a:t>Materi yang mendukung</a:t>
                      </a:r>
                    </a:p>
                  </a:txBody>
                  <a:tcPr>
                    <a:lnL w="9525" cap="flat" cmpd="sng" algn="ctr">
                      <a:solidFill>
                        <a:srgbClr val="D9E3E8"/>
                      </a:solidFill>
                      <a:prstDash val="solid"/>
                      <a:round/>
                      <a:headEnd type="none" w="med" len="med"/>
                      <a:tailEnd type="none" w="med" len="med"/>
                    </a:lnL>
                    <a:lnR w="9525">
                      <a:solidFill>
                        <a:srgbClr val="D9E3E8"/>
                      </a:solidFill>
                      <a:prstDash val="solid"/>
                    </a:lnR>
                    <a:lnT w="9525">
                      <a:solidFill>
                        <a:srgbClr val="D9E3E8"/>
                      </a:solidFill>
                      <a:prstDash val="solid"/>
                    </a:lnT>
                    <a:lnB w="9525">
                      <a:solidFill>
                        <a:srgbClr val="D9E3E8"/>
                      </a:solidFill>
                      <a:prstDash val="solid"/>
                    </a:lnB>
                    <a:solidFill>
                      <a:srgbClr val="10283F"/>
                    </a:solidFill>
                  </a:tcPr>
                </a:tc>
                <a:extLst>
                  <a:ext uri="{0D108BD9-81ED-4DB2-BD59-A6C34878D82A}">
                    <a16:rowId xmlns:a16="http://schemas.microsoft.com/office/drawing/2014/main" val="10000"/>
                  </a:ext>
                </a:extLst>
              </a:tr>
              <a:tr h="619125">
                <a:tc>
                  <a:txBody>
                    <a:bodyPr/>
                    <a:lstStyle/>
                    <a:p>
                      <a:r>
                        <a:rPr sz="1725" b="0">
                          <a:solidFill>
                            <a:srgbClr val="183349"/>
                          </a:solidFill>
                          <a:latin typeface="DejaVu Sans"/>
                          <a:ea typeface="DejaVu Sans"/>
                          <a:cs typeface="DejaVu Sans"/>
                        </a:rPr>
                        <a:t>Layar dan perpindahan</a:t>
                      </a:r>
                    </a:p>
                  </a:txBody>
                  <a:tcPr>
                    <a:lnL w="9525">
                      <a:solidFill>
                        <a:srgbClr val="D9E3E8"/>
                      </a:solidFill>
                      <a:prstDash val="soli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FFFFFF"/>
                    </a:solidFill>
                  </a:tcPr>
                </a:tc>
                <a:tc>
                  <a:txBody>
                    <a:bodyPr/>
                    <a:lstStyle/>
                    <a:p>
                      <a:r>
                        <a:rPr sz="1725" b="0">
                          <a:solidFill>
                            <a:srgbClr val="183349"/>
                          </a:solidFill>
                          <a:latin typeface="DejaVu Sans"/>
                          <a:ea typeface="DejaVu Sans"/>
                          <a:cs typeface="DejaVu Sans"/>
                        </a:rPr>
                        <a:t>Activity, Fragment, dan Intent.</a:t>
                      </a:r>
                    </a:p>
                  </a:txBody>
                  <a:tcPr>
                    <a:lnL w="9525" cap="flat" cmpd="sng" algn="ctr">
                      <a:solidFill>
                        <a:srgbClr val="D9E3E8"/>
                      </a:solidFill>
                      <a:prstDash val="solid"/>
                      <a:round/>
                      <a:headEnd type="none" w="med" len="med"/>
                      <a:tailEnd type="none" w="med" len="me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FFFFFF"/>
                    </a:solidFill>
                  </a:tcPr>
                </a:tc>
                <a:extLst>
                  <a:ext uri="{0D108BD9-81ED-4DB2-BD59-A6C34878D82A}">
                    <a16:rowId xmlns:a16="http://schemas.microsoft.com/office/drawing/2014/main" val="10001"/>
                  </a:ext>
                </a:extLst>
              </a:tr>
              <a:tr h="619125">
                <a:tc>
                  <a:txBody>
                    <a:bodyPr/>
                    <a:lstStyle/>
                    <a:p>
                      <a:r>
                        <a:rPr sz="1725" b="0">
                          <a:solidFill>
                            <a:srgbClr val="183349"/>
                          </a:solidFill>
                          <a:latin typeface="DejaVu Sans"/>
                          <a:ea typeface="DejaVu Sans"/>
                          <a:cs typeface="DejaVu Sans"/>
                        </a:rPr>
                        <a:t>Input dan penyajian data</a:t>
                      </a:r>
                    </a:p>
                  </a:txBody>
                  <a:tcPr>
                    <a:lnL w="9525">
                      <a:solidFill>
                        <a:srgbClr val="D9E3E8"/>
                      </a:solidFill>
                      <a:prstDash val="soli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EAF1F4"/>
                    </a:solidFill>
                  </a:tcPr>
                </a:tc>
                <a:tc>
                  <a:txBody>
                    <a:bodyPr/>
                    <a:lstStyle/>
                    <a:p>
                      <a:r>
                        <a:rPr sz="1725" b="0">
                          <a:solidFill>
                            <a:srgbClr val="183349"/>
                          </a:solidFill>
                          <a:latin typeface="DejaVu Sans"/>
                          <a:ea typeface="DejaVu Sans"/>
                          <a:cs typeface="DejaVu Sans"/>
                        </a:rPr>
                        <a:t>View, layout, kontrol input, adapter, RecyclerView/ListView.</a:t>
                      </a:r>
                    </a:p>
                  </a:txBody>
                  <a:tcPr>
                    <a:lnL w="9525" cap="flat" cmpd="sng" algn="ctr">
                      <a:solidFill>
                        <a:srgbClr val="D9E3E8"/>
                      </a:solidFill>
                      <a:prstDash val="solid"/>
                      <a:round/>
                      <a:headEnd type="none" w="med" len="med"/>
                      <a:tailEnd type="none" w="med" len="me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EAF1F4"/>
                    </a:solidFill>
                  </a:tcPr>
                </a:tc>
                <a:extLst>
                  <a:ext uri="{0D108BD9-81ED-4DB2-BD59-A6C34878D82A}">
                    <a16:rowId xmlns:a16="http://schemas.microsoft.com/office/drawing/2014/main" val="10002"/>
                  </a:ext>
                </a:extLst>
              </a:tr>
              <a:tr h="619125">
                <a:tc>
                  <a:txBody>
                    <a:bodyPr/>
                    <a:lstStyle/>
                    <a:p>
                      <a:r>
                        <a:rPr sz="1725" b="0">
                          <a:solidFill>
                            <a:srgbClr val="183349"/>
                          </a:solidFill>
                          <a:latin typeface="DejaVu Sans"/>
                          <a:ea typeface="DejaVu Sans"/>
                          <a:cs typeface="DejaVu Sans"/>
                        </a:rPr>
                        <a:t>Pengingat kegiatan</a:t>
                      </a:r>
                    </a:p>
                  </a:txBody>
                  <a:tcPr>
                    <a:lnL w="9525">
                      <a:solidFill>
                        <a:srgbClr val="D9E3E8"/>
                      </a:solidFill>
                      <a:prstDash val="soli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FFFFFF"/>
                    </a:solidFill>
                  </a:tcPr>
                </a:tc>
                <a:tc>
                  <a:txBody>
                    <a:bodyPr/>
                    <a:lstStyle/>
                    <a:p>
                      <a:r>
                        <a:rPr sz="1725" b="0">
                          <a:solidFill>
                            <a:srgbClr val="183349"/>
                          </a:solidFill>
                          <a:latin typeface="DejaVu Sans"/>
                          <a:ea typeface="DejaVu Sans"/>
                          <a:cs typeface="DejaVu Sans"/>
                        </a:rPr>
                        <a:t>AlarmManager, JobScheduler, dan notifikasi.</a:t>
                      </a:r>
                    </a:p>
                  </a:txBody>
                  <a:tcPr>
                    <a:lnL w="9525" cap="flat" cmpd="sng" algn="ctr">
                      <a:solidFill>
                        <a:srgbClr val="D9E3E8"/>
                      </a:solidFill>
                      <a:prstDash val="solid"/>
                      <a:round/>
                      <a:headEnd type="none" w="med" len="med"/>
                      <a:tailEnd type="none" w="med" len="me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FFFFFF"/>
                    </a:solidFill>
                  </a:tcPr>
                </a:tc>
                <a:extLst>
                  <a:ext uri="{0D108BD9-81ED-4DB2-BD59-A6C34878D82A}">
                    <a16:rowId xmlns:a16="http://schemas.microsoft.com/office/drawing/2014/main" val="10003"/>
                  </a:ext>
                </a:extLst>
              </a:tr>
              <a:tr h="619125">
                <a:tc>
                  <a:txBody>
                    <a:bodyPr/>
                    <a:lstStyle/>
                    <a:p>
                      <a:r>
                        <a:rPr sz="1725" b="0">
                          <a:solidFill>
                            <a:srgbClr val="183349"/>
                          </a:solidFill>
                          <a:latin typeface="DejaVu Sans"/>
                          <a:ea typeface="DejaVu Sans"/>
                          <a:cs typeface="DejaVu Sans"/>
                        </a:rPr>
                        <a:t>Preferensi dan data lokal</a:t>
                      </a:r>
                    </a:p>
                  </a:txBody>
                  <a:tcPr>
                    <a:lnL w="9525">
                      <a:solidFill>
                        <a:srgbClr val="D9E3E8"/>
                      </a:solidFill>
                      <a:prstDash val="soli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EAF1F4"/>
                    </a:solidFill>
                  </a:tcPr>
                </a:tc>
                <a:tc>
                  <a:txBody>
                    <a:bodyPr/>
                    <a:lstStyle/>
                    <a:p>
                      <a:r>
                        <a:rPr sz="1725" b="0">
                          <a:solidFill>
                            <a:srgbClr val="183349"/>
                          </a:solidFill>
                          <a:latin typeface="DejaVu Sans"/>
                          <a:ea typeface="DejaVu Sans"/>
                          <a:cs typeface="DejaVu Sans"/>
                        </a:rPr>
                        <a:t>SharedPreferences, file, dan SQLite.</a:t>
                      </a:r>
                    </a:p>
                  </a:txBody>
                  <a:tcPr>
                    <a:lnL w="9525" cap="flat" cmpd="sng" algn="ctr">
                      <a:solidFill>
                        <a:srgbClr val="D9E3E8"/>
                      </a:solidFill>
                      <a:prstDash val="solid"/>
                      <a:round/>
                      <a:headEnd type="none" w="med" len="med"/>
                      <a:tailEnd type="none" w="med" len="me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EAF1F4"/>
                    </a:solidFill>
                  </a:tcPr>
                </a:tc>
                <a:extLst>
                  <a:ext uri="{0D108BD9-81ED-4DB2-BD59-A6C34878D82A}">
                    <a16:rowId xmlns:a16="http://schemas.microsoft.com/office/drawing/2014/main" val="10004"/>
                  </a:ext>
                </a:extLst>
              </a:tr>
              <a:tr h="619125">
                <a:tc>
                  <a:txBody>
                    <a:bodyPr/>
                    <a:lstStyle/>
                    <a:p>
                      <a:r>
                        <a:rPr sz="1725" b="0">
                          <a:solidFill>
                            <a:srgbClr val="183349"/>
                          </a:solidFill>
                          <a:latin typeface="DejaVu Sans"/>
                          <a:ea typeface="DejaVu Sans"/>
                          <a:cs typeface="DejaVu Sans"/>
                        </a:rPr>
                        <a:t>Data bersama antar-client</a:t>
                      </a:r>
                    </a:p>
                  </a:txBody>
                  <a:tcPr>
                    <a:lnL w="9525">
                      <a:solidFill>
                        <a:srgbClr val="D9E3E8"/>
                      </a:solidFill>
                      <a:prstDash val="soli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FFFFFF"/>
                    </a:solidFill>
                  </a:tcPr>
                </a:tc>
                <a:tc>
                  <a:txBody>
                    <a:bodyPr/>
                    <a:lstStyle/>
                    <a:p>
                      <a:r>
                        <a:rPr sz="1725" b="0">
                          <a:solidFill>
                            <a:srgbClr val="183349"/>
                          </a:solidFill>
                          <a:latin typeface="DejaVu Sans"/>
                          <a:ea typeface="DejaVu Sans"/>
                          <a:cs typeface="DejaVu Sans"/>
                        </a:rPr>
                        <a:t>Firebase Realtime Database dan listener.</a:t>
                      </a:r>
                    </a:p>
                  </a:txBody>
                  <a:tcPr>
                    <a:lnL w="9525" cap="flat" cmpd="sng" algn="ctr">
                      <a:solidFill>
                        <a:srgbClr val="D9E3E8"/>
                      </a:solidFill>
                      <a:prstDash val="solid"/>
                      <a:round/>
                      <a:headEnd type="none" w="med" len="med"/>
                      <a:tailEnd type="none" w="med" len="med"/>
                    </a:lnL>
                    <a:lnR w="9525">
                      <a:solidFill>
                        <a:srgbClr val="D9E3E8"/>
                      </a:solidFill>
                      <a:prstDash val="solid"/>
                    </a:lnR>
                    <a:lnT w="9525" cap="flat" cmpd="sng" algn="ctr">
                      <a:solidFill>
                        <a:srgbClr val="D9E3E8"/>
                      </a:solidFill>
                      <a:prstDash val="solid"/>
                      <a:round/>
                      <a:headEnd type="none" w="med" len="med"/>
                      <a:tailEnd type="none" w="med" len="med"/>
                    </a:lnT>
                    <a:lnB w="9525">
                      <a:solidFill>
                        <a:srgbClr val="D9E3E8"/>
                      </a:solidFill>
                      <a:prstDash val="soli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5693360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6F9FA"/>
        </a:solidFill>
        <a:effectLst/>
      </p:bgPr>
    </p:bg>
    <p:spTree>
      <p:nvGrpSpPr>
        <p:cNvPr id="1" name=""/>
        <p:cNvGrpSpPr/>
        <p:nvPr/>
      </p:nvGrpSpPr>
      <p:grpSpPr>
        <a:xfrm>
          <a:off x="0" y="0"/>
          <a:ext cx="0" cy="0"/>
          <a:chOff x="0" y="0"/>
          <a:chExt cx="0" cy="0"/>
        </a:xfrm>
      </p:grpSpPr>
      <p:sp>
        <p:nvSpPr>
          <p:cNvPr id="13" name="text-0">
            <a:extLst>
              <a:ext uri="{FF2B5EF4-FFF2-40B4-BE49-F238E27FC236}">
                <a16:creationId xmlns:a16="http://schemas.microsoft.com/office/drawing/2014/main" id="{6DDCF095-2E77-4D64-8E54-8AF8E91F6149}"/>
              </a:ext>
            </a:extLst>
          </p:cNvPr>
          <p:cNvSpPr>
            <a:spLocks noGrp="1"/>
          </p:cNvSpPr>
          <p:nvPr/>
        </p:nvSpPr>
        <p:spPr>
          <a:xfrm>
            <a:off x="609600" y="381000"/>
            <a:ext cx="10953750" cy="266700"/>
          </a:xfrm>
          <a:prstGeom prst="rect">
            <a:avLst/>
          </a:prstGeom>
          <a:noFill/>
          <a:ln w="0">
            <a:noFill/>
            <a:prstDash val="solid"/>
          </a:ln>
        </p:spPr>
        <p:txBody>
          <a:bodyPr lIns="0" tIns="0" rIns="0" bIns="0" anchor="t">
            <a:noAutofit/>
          </a:bodyPr>
          <a:lstStyle>
            <a:defPPr>
              <a:defRPr sz="1350" b="1">
                <a:solidFill>
                  <a:srgbClr val="007D85"/>
                </a:solidFill>
                <a:latin typeface="DejaVu Sans"/>
                <a:ea typeface="DejaVu Sans"/>
                <a:cs typeface="DejaVu Sans"/>
              </a:defRPr>
            </a:defPPr>
            <a:lvl1pPr>
              <a:defRPr sz="1350" b="1">
                <a:solidFill>
                  <a:srgbClr val="007D85"/>
                </a:solidFill>
                <a:latin typeface="DejaVu Sans"/>
                <a:ea typeface="DejaVu Sans"/>
                <a:cs typeface="DejaVu Sans"/>
              </a:defRPr>
            </a:lvl1pPr>
            <a:lvl2pPr>
              <a:defRPr sz="1350" b="1">
                <a:solidFill>
                  <a:srgbClr val="007D85"/>
                </a:solidFill>
                <a:latin typeface="DejaVu Sans"/>
                <a:ea typeface="DejaVu Sans"/>
                <a:cs typeface="DejaVu Sans"/>
              </a:defRPr>
            </a:lvl2pPr>
            <a:lvl3pPr>
              <a:defRPr sz="1350" b="1">
                <a:solidFill>
                  <a:srgbClr val="007D85"/>
                </a:solidFill>
                <a:latin typeface="DejaVu Sans"/>
                <a:ea typeface="DejaVu Sans"/>
                <a:cs typeface="DejaVu Sans"/>
              </a:defRPr>
            </a:lvl3pPr>
            <a:lvl4pPr>
              <a:defRPr sz="1350" b="1">
                <a:solidFill>
                  <a:srgbClr val="007D85"/>
                </a:solidFill>
                <a:latin typeface="DejaVu Sans"/>
                <a:ea typeface="DejaVu Sans"/>
                <a:cs typeface="DejaVu Sans"/>
              </a:defRPr>
            </a:lvl4pPr>
            <a:lvl5pPr>
              <a:defRPr sz="1350" b="1">
                <a:solidFill>
                  <a:srgbClr val="007D85"/>
                </a:solidFill>
                <a:latin typeface="DejaVu Sans"/>
                <a:ea typeface="DejaVu Sans"/>
                <a:cs typeface="DejaVu Sans"/>
              </a:defRPr>
            </a:lvl5pPr>
            <a:lvl6pPr>
              <a:defRPr sz="1350" b="1">
                <a:solidFill>
                  <a:srgbClr val="007D85"/>
                </a:solidFill>
                <a:latin typeface="DejaVu Sans"/>
                <a:ea typeface="DejaVu Sans"/>
                <a:cs typeface="DejaVu Sans"/>
              </a:defRPr>
            </a:lvl6pPr>
            <a:lvl7pPr>
              <a:defRPr sz="1350" b="1">
                <a:solidFill>
                  <a:srgbClr val="007D85"/>
                </a:solidFill>
                <a:latin typeface="DejaVu Sans"/>
                <a:ea typeface="DejaVu Sans"/>
                <a:cs typeface="DejaVu Sans"/>
              </a:defRPr>
            </a:lvl7pPr>
            <a:lvl8pPr>
              <a:defRPr sz="1350" b="1">
                <a:solidFill>
                  <a:srgbClr val="007D85"/>
                </a:solidFill>
                <a:latin typeface="DejaVu Sans"/>
                <a:ea typeface="DejaVu Sans"/>
                <a:cs typeface="DejaVu Sans"/>
              </a:defRPr>
            </a:lvl8pPr>
            <a:lvl9pPr>
              <a:defRPr sz="1350" b="1">
                <a:solidFill>
                  <a:srgbClr val="007D85"/>
                </a:solidFill>
                <a:latin typeface="DejaVu Sans"/>
                <a:ea typeface="DejaVu Sans"/>
                <a:cs typeface="DejaVu Sans"/>
              </a:defRPr>
            </a:lvl9pPr>
          </a:lstStyle>
          <a:p>
            <a:pPr>
              <a:defRPr sz="1350" b="1">
                <a:solidFill>
                  <a:srgbClr val="007D85"/>
                </a:solidFill>
                <a:latin typeface="DejaVu Sans"/>
                <a:ea typeface="DejaVu Sans"/>
                <a:cs typeface="DejaVu Sans"/>
              </a:defRPr>
            </a:pPr>
            <a:r>
              <a:rPr sz="1350" b="1">
                <a:solidFill>
                  <a:srgbClr val="007D85"/>
                </a:solidFill>
                <a:latin typeface="DejaVu Sans"/>
                <a:ea typeface="DejaVu Sans"/>
                <a:cs typeface="DejaVu Sans"/>
              </a:rPr>
              <a:t>RANGKUMAN TERPADU</a:t>
            </a:r>
          </a:p>
        </p:txBody>
      </p:sp>
      <p:sp>
        <p:nvSpPr>
          <p:cNvPr id="2" name="text-1">
            <a:extLst>
              <a:ext uri="{FF2B5EF4-FFF2-40B4-BE49-F238E27FC236}">
                <a16:creationId xmlns:a16="http://schemas.microsoft.com/office/drawing/2014/main" id="{E7F6A341-6AF6-44A7-8A9F-4242E4611E07}"/>
              </a:ext>
            </a:extLst>
          </p:cNvPr>
          <p:cNvSpPr>
            <a:spLocks noGrp="1"/>
          </p:cNvSpPr>
          <p:nvPr/>
        </p:nvSpPr>
        <p:spPr>
          <a:xfrm>
            <a:off x="609600" y="866775"/>
            <a:ext cx="10953750" cy="895350"/>
          </a:xfrm>
          <a:prstGeom prst="rect">
            <a:avLst/>
          </a:prstGeom>
          <a:noFill/>
          <a:ln w="0">
            <a:noFill/>
            <a:prstDash val="solid"/>
          </a:ln>
        </p:spPr>
        <p:txBody>
          <a:bodyPr lIns="0" tIns="0" rIns="0" bIns="0" anchor="t">
            <a:noAutofit/>
          </a:bodyPr>
          <a:lstStyle>
            <a:defPPr>
              <a:defRPr sz="3150" b="1">
                <a:solidFill>
                  <a:srgbClr val="10283F"/>
                </a:solidFill>
                <a:latin typeface="DejaVu Sans"/>
                <a:ea typeface="DejaVu Sans"/>
                <a:cs typeface="DejaVu Sans"/>
              </a:defRPr>
            </a:defPPr>
            <a:lvl1pPr>
              <a:defRPr sz="3150" b="1">
                <a:solidFill>
                  <a:srgbClr val="10283F"/>
                </a:solidFill>
                <a:latin typeface="DejaVu Sans"/>
                <a:ea typeface="DejaVu Sans"/>
                <a:cs typeface="DejaVu Sans"/>
              </a:defRPr>
            </a:lvl1pPr>
            <a:lvl2pPr>
              <a:defRPr sz="3150" b="1">
                <a:solidFill>
                  <a:srgbClr val="10283F"/>
                </a:solidFill>
                <a:latin typeface="DejaVu Sans"/>
                <a:ea typeface="DejaVu Sans"/>
                <a:cs typeface="DejaVu Sans"/>
              </a:defRPr>
            </a:lvl2pPr>
            <a:lvl3pPr>
              <a:defRPr sz="3150" b="1">
                <a:solidFill>
                  <a:srgbClr val="10283F"/>
                </a:solidFill>
                <a:latin typeface="DejaVu Sans"/>
                <a:ea typeface="DejaVu Sans"/>
                <a:cs typeface="DejaVu Sans"/>
              </a:defRPr>
            </a:lvl3pPr>
            <a:lvl4pPr>
              <a:defRPr sz="3150" b="1">
                <a:solidFill>
                  <a:srgbClr val="10283F"/>
                </a:solidFill>
                <a:latin typeface="DejaVu Sans"/>
                <a:ea typeface="DejaVu Sans"/>
                <a:cs typeface="DejaVu Sans"/>
              </a:defRPr>
            </a:lvl4pPr>
            <a:lvl5pPr>
              <a:defRPr sz="3150" b="1">
                <a:solidFill>
                  <a:srgbClr val="10283F"/>
                </a:solidFill>
                <a:latin typeface="DejaVu Sans"/>
                <a:ea typeface="DejaVu Sans"/>
                <a:cs typeface="DejaVu Sans"/>
              </a:defRPr>
            </a:lvl5pPr>
            <a:lvl6pPr>
              <a:defRPr sz="3150" b="1">
                <a:solidFill>
                  <a:srgbClr val="10283F"/>
                </a:solidFill>
                <a:latin typeface="DejaVu Sans"/>
                <a:ea typeface="DejaVu Sans"/>
                <a:cs typeface="DejaVu Sans"/>
              </a:defRPr>
            </a:lvl6pPr>
            <a:lvl7pPr>
              <a:defRPr sz="3150" b="1">
                <a:solidFill>
                  <a:srgbClr val="10283F"/>
                </a:solidFill>
                <a:latin typeface="DejaVu Sans"/>
                <a:ea typeface="DejaVu Sans"/>
                <a:cs typeface="DejaVu Sans"/>
              </a:defRPr>
            </a:lvl7pPr>
            <a:lvl8pPr>
              <a:defRPr sz="3150" b="1">
                <a:solidFill>
                  <a:srgbClr val="10283F"/>
                </a:solidFill>
                <a:latin typeface="DejaVu Sans"/>
                <a:ea typeface="DejaVu Sans"/>
                <a:cs typeface="DejaVu Sans"/>
              </a:defRPr>
            </a:lvl8pPr>
            <a:lvl9pPr>
              <a:defRPr sz="3150" b="1">
                <a:solidFill>
                  <a:srgbClr val="10283F"/>
                </a:solidFill>
                <a:latin typeface="DejaVu Sans"/>
                <a:ea typeface="DejaVu Sans"/>
                <a:cs typeface="DejaVu Sans"/>
              </a:defRPr>
            </a:lvl9pPr>
          </a:lstStyle>
          <a:p>
            <a:pPr>
              <a:defRPr sz="3150" b="1">
                <a:solidFill>
                  <a:srgbClr val="10283F"/>
                </a:solidFill>
                <a:latin typeface="DejaVu Sans"/>
                <a:ea typeface="DejaVu Sans"/>
                <a:cs typeface="DejaVu Sans"/>
              </a:defRPr>
            </a:pPr>
            <a:r>
              <a:rPr sz="3150" b="1">
                <a:solidFill>
                  <a:srgbClr val="10283F"/>
                </a:solidFill>
                <a:latin typeface="DejaVu Sans"/>
                <a:ea typeface="DejaVu Sans"/>
                <a:cs typeface="DejaVu Sans"/>
              </a:rPr>
              <a:t>Kesimpulan pembelajaran</a:t>
            </a:r>
          </a:p>
        </p:txBody>
      </p:sp>
      <p:sp>
        <p:nvSpPr>
          <p:cNvPr id="3" name="text-2">
            <a:extLst>
              <a:ext uri="{FF2B5EF4-FFF2-40B4-BE49-F238E27FC236}">
                <a16:creationId xmlns:a16="http://schemas.microsoft.com/office/drawing/2014/main" id="{B6844927-6D8D-4E3E-81FB-85B533C81953}"/>
              </a:ext>
            </a:extLst>
          </p:cNvPr>
          <p:cNvSpPr>
            <a:spLocks noGrp="1"/>
          </p:cNvSpPr>
          <p:nvPr/>
        </p:nvSpPr>
        <p:spPr>
          <a:xfrm>
            <a:off x="609600" y="6410325"/>
            <a:ext cx="10096500" cy="238125"/>
          </a:xfrm>
          <a:prstGeom prst="rect">
            <a:avLst/>
          </a:prstGeom>
          <a:noFill/>
          <a:ln w="0">
            <a:noFill/>
            <a:prstDash val="solid"/>
          </a:ln>
        </p:spPr>
        <p:txBody>
          <a:bodyPr lIns="0" tIns="0" rIns="0" bIns="0" anchor="t">
            <a:noAutofit/>
          </a:bodyPr>
          <a:lstStyle>
            <a:defPPr>
              <a:defRPr sz="1050" b="0">
                <a:solidFill>
                  <a:srgbClr val="506778"/>
                </a:solidFill>
                <a:latin typeface="DejaVu Sans"/>
                <a:ea typeface="DejaVu Sans"/>
                <a:cs typeface="DejaVu Sans"/>
              </a:defRPr>
            </a:defPPr>
            <a:lvl1pPr>
              <a:defRPr sz="1050" b="0">
                <a:solidFill>
                  <a:srgbClr val="506778"/>
                </a:solidFill>
                <a:latin typeface="DejaVu Sans"/>
                <a:ea typeface="DejaVu Sans"/>
                <a:cs typeface="DejaVu Sans"/>
              </a:defRPr>
            </a:lvl1pPr>
            <a:lvl2pPr>
              <a:defRPr sz="1050" b="0">
                <a:solidFill>
                  <a:srgbClr val="506778"/>
                </a:solidFill>
                <a:latin typeface="DejaVu Sans"/>
                <a:ea typeface="DejaVu Sans"/>
                <a:cs typeface="DejaVu Sans"/>
              </a:defRPr>
            </a:lvl2pPr>
            <a:lvl3pPr>
              <a:defRPr sz="1050" b="0">
                <a:solidFill>
                  <a:srgbClr val="506778"/>
                </a:solidFill>
                <a:latin typeface="DejaVu Sans"/>
                <a:ea typeface="DejaVu Sans"/>
                <a:cs typeface="DejaVu Sans"/>
              </a:defRPr>
            </a:lvl3pPr>
            <a:lvl4pPr>
              <a:defRPr sz="1050" b="0">
                <a:solidFill>
                  <a:srgbClr val="506778"/>
                </a:solidFill>
                <a:latin typeface="DejaVu Sans"/>
                <a:ea typeface="DejaVu Sans"/>
                <a:cs typeface="DejaVu Sans"/>
              </a:defRPr>
            </a:lvl4pPr>
            <a:lvl5pPr>
              <a:defRPr sz="1050" b="0">
                <a:solidFill>
                  <a:srgbClr val="506778"/>
                </a:solidFill>
                <a:latin typeface="DejaVu Sans"/>
                <a:ea typeface="DejaVu Sans"/>
                <a:cs typeface="DejaVu Sans"/>
              </a:defRPr>
            </a:lvl5pPr>
            <a:lvl6pPr>
              <a:defRPr sz="1050" b="0">
                <a:solidFill>
                  <a:srgbClr val="506778"/>
                </a:solidFill>
                <a:latin typeface="DejaVu Sans"/>
                <a:ea typeface="DejaVu Sans"/>
                <a:cs typeface="DejaVu Sans"/>
              </a:defRPr>
            </a:lvl6pPr>
            <a:lvl7pPr>
              <a:defRPr sz="1050" b="0">
                <a:solidFill>
                  <a:srgbClr val="506778"/>
                </a:solidFill>
                <a:latin typeface="DejaVu Sans"/>
                <a:ea typeface="DejaVu Sans"/>
                <a:cs typeface="DejaVu Sans"/>
              </a:defRPr>
            </a:lvl7pPr>
            <a:lvl8pPr>
              <a:defRPr sz="1050" b="0">
                <a:solidFill>
                  <a:srgbClr val="506778"/>
                </a:solidFill>
                <a:latin typeface="DejaVu Sans"/>
                <a:ea typeface="DejaVu Sans"/>
                <a:cs typeface="DejaVu Sans"/>
              </a:defRPr>
            </a:lvl8pPr>
            <a:lvl9pPr>
              <a:defRPr sz="1050" b="0">
                <a:solidFill>
                  <a:srgbClr val="506778"/>
                </a:solidFill>
                <a:latin typeface="DejaVu Sans"/>
                <a:ea typeface="DejaVu Sans"/>
                <a:cs typeface="DejaVu Sans"/>
              </a:defRPr>
            </a:lvl9pPr>
          </a:lstStyle>
          <a:p>
            <a:pPr>
              <a:defRPr sz="1050" b="0">
                <a:solidFill>
                  <a:srgbClr val="506778"/>
                </a:solidFill>
                <a:latin typeface="DejaVu Sans"/>
                <a:ea typeface="DejaVu Sans"/>
                <a:cs typeface="DejaVu Sans"/>
              </a:defRPr>
            </a:pPr>
            <a:r>
              <a:rPr sz="1050" b="0">
                <a:solidFill>
                  <a:srgbClr val="506778"/>
                </a:solidFill>
                <a:latin typeface="DejaVu Sans"/>
                <a:ea typeface="DejaVu Sans"/>
                <a:cs typeface="DejaVu Sans"/>
              </a:rPr>
              <a:t>Pemrograman Mobile Android dengan Java • Erma Susanti (2020)</a:t>
            </a:r>
          </a:p>
        </p:txBody>
      </p:sp>
      <p:sp>
        <p:nvSpPr>
          <p:cNvPr id="4" name="text-3">
            <a:extLst>
              <a:ext uri="{FF2B5EF4-FFF2-40B4-BE49-F238E27FC236}">
                <a16:creationId xmlns:a16="http://schemas.microsoft.com/office/drawing/2014/main" id="{C6819BA8-6494-443A-A5B2-21C1E343911C}"/>
              </a:ext>
            </a:extLst>
          </p:cNvPr>
          <p:cNvSpPr>
            <a:spLocks noGrp="1"/>
          </p:cNvSpPr>
          <p:nvPr/>
        </p:nvSpPr>
        <p:spPr>
          <a:xfrm>
            <a:off x="11106150" y="6372225"/>
            <a:ext cx="476250" cy="285750"/>
          </a:xfrm>
          <a:prstGeom prst="rect">
            <a:avLst/>
          </a:prstGeom>
          <a:noFill/>
          <a:ln w="0">
            <a:noFill/>
            <a:prstDash val="solid"/>
          </a:ln>
        </p:spPr>
        <p:txBody>
          <a:bodyPr lIns="0" tIns="0" rIns="0" bIns="0" anchor="t">
            <a:noAutofit/>
          </a:bodyPr>
          <a:lstStyle>
            <a:defPPr>
              <a:defRPr sz="1425" b="1">
                <a:solidFill>
                  <a:srgbClr val="007D85"/>
                </a:solidFill>
                <a:latin typeface="DejaVu Sans"/>
                <a:ea typeface="DejaVu Sans"/>
                <a:cs typeface="DejaVu Sans"/>
              </a:defRPr>
            </a:defPPr>
            <a:lvl1pPr>
              <a:defRPr sz="1425" b="1">
                <a:solidFill>
                  <a:srgbClr val="007D85"/>
                </a:solidFill>
                <a:latin typeface="DejaVu Sans"/>
                <a:ea typeface="DejaVu Sans"/>
                <a:cs typeface="DejaVu Sans"/>
              </a:defRPr>
            </a:lvl1pPr>
            <a:lvl2pPr>
              <a:defRPr sz="1425" b="1">
                <a:solidFill>
                  <a:srgbClr val="007D85"/>
                </a:solidFill>
                <a:latin typeface="DejaVu Sans"/>
                <a:ea typeface="DejaVu Sans"/>
                <a:cs typeface="DejaVu Sans"/>
              </a:defRPr>
            </a:lvl2pPr>
            <a:lvl3pPr>
              <a:defRPr sz="1425" b="1">
                <a:solidFill>
                  <a:srgbClr val="007D85"/>
                </a:solidFill>
                <a:latin typeface="DejaVu Sans"/>
                <a:ea typeface="DejaVu Sans"/>
                <a:cs typeface="DejaVu Sans"/>
              </a:defRPr>
            </a:lvl3pPr>
            <a:lvl4pPr>
              <a:defRPr sz="1425" b="1">
                <a:solidFill>
                  <a:srgbClr val="007D85"/>
                </a:solidFill>
                <a:latin typeface="DejaVu Sans"/>
                <a:ea typeface="DejaVu Sans"/>
                <a:cs typeface="DejaVu Sans"/>
              </a:defRPr>
            </a:lvl4pPr>
            <a:lvl5pPr>
              <a:defRPr sz="1425" b="1">
                <a:solidFill>
                  <a:srgbClr val="007D85"/>
                </a:solidFill>
                <a:latin typeface="DejaVu Sans"/>
                <a:ea typeface="DejaVu Sans"/>
                <a:cs typeface="DejaVu Sans"/>
              </a:defRPr>
            </a:lvl5pPr>
            <a:lvl6pPr>
              <a:defRPr sz="1425" b="1">
                <a:solidFill>
                  <a:srgbClr val="007D85"/>
                </a:solidFill>
                <a:latin typeface="DejaVu Sans"/>
                <a:ea typeface="DejaVu Sans"/>
                <a:cs typeface="DejaVu Sans"/>
              </a:defRPr>
            </a:lvl6pPr>
            <a:lvl7pPr>
              <a:defRPr sz="1425" b="1">
                <a:solidFill>
                  <a:srgbClr val="007D85"/>
                </a:solidFill>
                <a:latin typeface="DejaVu Sans"/>
                <a:ea typeface="DejaVu Sans"/>
                <a:cs typeface="DejaVu Sans"/>
              </a:defRPr>
            </a:lvl7pPr>
            <a:lvl8pPr>
              <a:defRPr sz="1425" b="1">
                <a:solidFill>
                  <a:srgbClr val="007D85"/>
                </a:solidFill>
                <a:latin typeface="DejaVu Sans"/>
                <a:ea typeface="DejaVu Sans"/>
                <a:cs typeface="DejaVu Sans"/>
              </a:defRPr>
            </a:lvl8pPr>
            <a:lvl9pPr>
              <a:defRPr sz="1425" b="1">
                <a:solidFill>
                  <a:srgbClr val="007D85"/>
                </a:solidFill>
                <a:latin typeface="DejaVu Sans"/>
                <a:ea typeface="DejaVu Sans"/>
                <a:cs typeface="DejaVu Sans"/>
              </a:defRPr>
            </a:lvl9pPr>
          </a:lstStyle>
          <a:p>
            <a:pPr>
              <a:defRPr sz="1425" b="1">
                <a:solidFill>
                  <a:srgbClr val="007D85"/>
                </a:solidFill>
                <a:latin typeface="DejaVu Sans"/>
                <a:ea typeface="DejaVu Sans"/>
                <a:cs typeface="DejaVu Sans"/>
              </a:defRPr>
            </a:pPr>
            <a:r>
              <a:rPr sz="1425" b="1">
                <a:solidFill>
                  <a:srgbClr val="007D85"/>
                </a:solidFill>
                <a:latin typeface="DejaVu Sans"/>
                <a:ea typeface="DejaVu Sans"/>
                <a:cs typeface="DejaVu Sans"/>
              </a:rPr>
              <a:t>41</a:t>
            </a:r>
          </a:p>
        </p:txBody>
      </p:sp>
      <p:sp>
        <p:nvSpPr>
          <p:cNvPr id="5" name="text-4">
            <a:extLst>
              <a:ext uri="{FF2B5EF4-FFF2-40B4-BE49-F238E27FC236}">
                <a16:creationId xmlns:a16="http://schemas.microsoft.com/office/drawing/2014/main" id="{59F148CB-0F73-46C1-B267-DB25478AFEB1}"/>
              </a:ext>
            </a:extLst>
          </p:cNvPr>
          <p:cNvSpPr>
            <a:spLocks noGrp="1"/>
          </p:cNvSpPr>
          <p:nvPr/>
        </p:nvSpPr>
        <p:spPr>
          <a:xfrm>
            <a:off x="609600" y="195262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Fondasi</a:t>
            </a:r>
          </a:p>
        </p:txBody>
      </p:sp>
      <p:sp>
        <p:nvSpPr>
          <p:cNvPr id="6" name="text-5">
            <a:extLst>
              <a:ext uri="{FF2B5EF4-FFF2-40B4-BE49-F238E27FC236}">
                <a16:creationId xmlns:a16="http://schemas.microsoft.com/office/drawing/2014/main" id="{6A92A218-DFDF-4E8E-927E-DC6600F74E9E}"/>
              </a:ext>
            </a:extLst>
          </p:cNvPr>
          <p:cNvSpPr>
            <a:spLocks noGrp="1"/>
          </p:cNvSpPr>
          <p:nvPr/>
        </p:nvSpPr>
        <p:spPr>
          <a:xfrm>
            <a:off x="3714750" y="195262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Android Studio, SDK, struktur proyek, dan perangkat uji mendukung proses pengembangan.</a:t>
            </a:r>
          </a:p>
        </p:txBody>
      </p:sp>
      <p:sp>
        <p:nvSpPr>
          <p:cNvPr id="7" name="text-6">
            <a:extLst>
              <a:ext uri="{FF2B5EF4-FFF2-40B4-BE49-F238E27FC236}">
                <a16:creationId xmlns:a16="http://schemas.microsoft.com/office/drawing/2014/main" id="{5F4A691B-C53A-478C-A686-70731E40CDEB}"/>
              </a:ext>
            </a:extLst>
          </p:cNvPr>
          <p:cNvSpPr>
            <a:spLocks noGrp="1"/>
          </p:cNvSpPr>
          <p:nvPr/>
        </p:nvSpPr>
        <p:spPr>
          <a:xfrm>
            <a:off x="609600" y="300037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Interaksi</a:t>
            </a:r>
          </a:p>
        </p:txBody>
      </p:sp>
      <p:sp>
        <p:nvSpPr>
          <p:cNvPr id="8" name="text-7">
            <a:extLst>
              <a:ext uri="{FF2B5EF4-FFF2-40B4-BE49-F238E27FC236}">
                <a16:creationId xmlns:a16="http://schemas.microsoft.com/office/drawing/2014/main" id="{B1338A30-A1D0-46F3-9970-0BCC0788A735}"/>
              </a:ext>
            </a:extLst>
          </p:cNvPr>
          <p:cNvSpPr>
            <a:spLocks noGrp="1"/>
          </p:cNvSpPr>
          <p:nvPr/>
        </p:nvSpPr>
        <p:spPr>
          <a:xfrm>
            <a:off x="3714750" y="300037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Activity dan Intent menghubungkan layar, sedangkan layout serta kontrol membentuk pengalaman pengguna.</a:t>
            </a:r>
          </a:p>
        </p:txBody>
      </p:sp>
      <p:sp>
        <p:nvSpPr>
          <p:cNvPr id="9" name="text-8">
            <a:extLst>
              <a:ext uri="{FF2B5EF4-FFF2-40B4-BE49-F238E27FC236}">
                <a16:creationId xmlns:a16="http://schemas.microsoft.com/office/drawing/2014/main" id="{6D421389-14A5-4578-8AF0-2BBDC0105C9A}"/>
              </a:ext>
            </a:extLst>
          </p:cNvPr>
          <p:cNvSpPr>
            <a:spLocks noGrp="1"/>
          </p:cNvSpPr>
          <p:nvPr/>
        </p:nvSpPr>
        <p:spPr>
          <a:xfrm>
            <a:off x="609600" y="404812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Proses terjadwal</a:t>
            </a:r>
          </a:p>
        </p:txBody>
      </p:sp>
      <p:sp>
        <p:nvSpPr>
          <p:cNvPr id="10" name="text-9">
            <a:extLst>
              <a:ext uri="{FF2B5EF4-FFF2-40B4-BE49-F238E27FC236}">
                <a16:creationId xmlns:a16="http://schemas.microsoft.com/office/drawing/2014/main" id="{38168FB4-B44E-43F3-8E0E-10DC7477BDBF}"/>
              </a:ext>
            </a:extLst>
          </p:cNvPr>
          <p:cNvSpPr>
            <a:spLocks noGrp="1"/>
          </p:cNvSpPr>
          <p:nvPr/>
        </p:nvSpPr>
        <p:spPr>
          <a:xfrm>
            <a:off x="3714750" y="404812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AlarmManager dan JobScheduler mengatur pemicu pekerjaan, notifikasi menyampaikan informasi.</a:t>
            </a:r>
          </a:p>
        </p:txBody>
      </p:sp>
      <p:sp>
        <p:nvSpPr>
          <p:cNvPr id="11" name="text-10">
            <a:extLst>
              <a:ext uri="{FF2B5EF4-FFF2-40B4-BE49-F238E27FC236}">
                <a16:creationId xmlns:a16="http://schemas.microsoft.com/office/drawing/2014/main" id="{2203221D-BB7D-4669-B936-DB03DA4D8E84}"/>
              </a:ext>
            </a:extLst>
          </p:cNvPr>
          <p:cNvSpPr>
            <a:spLocks noGrp="1"/>
          </p:cNvSpPr>
          <p:nvPr/>
        </p:nvSpPr>
        <p:spPr>
          <a:xfrm>
            <a:off x="609600" y="5095875"/>
            <a:ext cx="2857500" cy="742950"/>
          </a:xfrm>
          <a:prstGeom prst="rect">
            <a:avLst/>
          </a:prstGeom>
          <a:noFill/>
          <a:ln w="0">
            <a:noFill/>
            <a:prstDash val="solid"/>
          </a:ln>
        </p:spPr>
        <p:txBody>
          <a:bodyPr lIns="0" tIns="0" rIns="0" bIns="0" anchor="t">
            <a:noAutofit/>
          </a:bodyPr>
          <a:lstStyle>
            <a:defPPr>
              <a:defRPr sz="1875" b="1">
                <a:solidFill>
                  <a:srgbClr val="007D85"/>
                </a:solidFill>
                <a:latin typeface="DejaVu Sans"/>
                <a:ea typeface="DejaVu Sans"/>
                <a:cs typeface="DejaVu Sans"/>
              </a:defRPr>
            </a:defPPr>
            <a:lvl1pPr>
              <a:defRPr sz="1875" b="1">
                <a:solidFill>
                  <a:srgbClr val="007D85"/>
                </a:solidFill>
                <a:latin typeface="DejaVu Sans"/>
                <a:ea typeface="DejaVu Sans"/>
                <a:cs typeface="DejaVu Sans"/>
              </a:defRPr>
            </a:lvl1pPr>
            <a:lvl2pPr>
              <a:defRPr sz="1875" b="1">
                <a:solidFill>
                  <a:srgbClr val="007D85"/>
                </a:solidFill>
                <a:latin typeface="DejaVu Sans"/>
                <a:ea typeface="DejaVu Sans"/>
                <a:cs typeface="DejaVu Sans"/>
              </a:defRPr>
            </a:lvl2pPr>
            <a:lvl3pPr>
              <a:defRPr sz="1875" b="1">
                <a:solidFill>
                  <a:srgbClr val="007D85"/>
                </a:solidFill>
                <a:latin typeface="DejaVu Sans"/>
                <a:ea typeface="DejaVu Sans"/>
                <a:cs typeface="DejaVu Sans"/>
              </a:defRPr>
            </a:lvl3pPr>
            <a:lvl4pPr>
              <a:defRPr sz="1875" b="1">
                <a:solidFill>
                  <a:srgbClr val="007D85"/>
                </a:solidFill>
                <a:latin typeface="DejaVu Sans"/>
                <a:ea typeface="DejaVu Sans"/>
                <a:cs typeface="DejaVu Sans"/>
              </a:defRPr>
            </a:lvl4pPr>
            <a:lvl5pPr>
              <a:defRPr sz="1875" b="1">
                <a:solidFill>
                  <a:srgbClr val="007D85"/>
                </a:solidFill>
                <a:latin typeface="DejaVu Sans"/>
                <a:ea typeface="DejaVu Sans"/>
                <a:cs typeface="DejaVu Sans"/>
              </a:defRPr>
            </a:lvl5pPr>
            <a:lvl6pPr>
              <a:defRPr sz="1875" b="1">
                <a:solidFill>
                  <a:srgbClr val="007D85"/>
                </a:solidFill>
                <a:latin typeface="DejaVu Sans"/>
                <a:ea typeface="DejaVu Sans"/>
                <a:cs typeface="DejaVu Sans"/>
              </a:defRPr>
            </a:lvl6pPr>
            <a:lvl7pPr>
              <a:defRPr sz="1875" b="1">
                <a:solidFill>
                  <a:srgbClr val="007D85"/>
                </a:solidFill>
                <a:latin typeface="DejaVu Sans"/>
                <a:ea typeface="DejaVu Sans"/>
                <a:cs typeface="DejaVu Sans"/>
              </a:defRPr>
            </a:lvl7pPr>
            <a:lvl8pPr>
              <a:defRPr sz="1875" b="1">
                <a:solidFill>
                  <a:srgbClr val="007D85"/>
                </a:solidFill>
                <a:latin typeface="DejaVu Sans"/>
                <a:ea typeface="DejaVu Sans"/>
                <a:cs typeface="DejaVu Sans"/>
              </a:defRPr>
            </a:lvl8pPr>
            <a:lvl9pPr>
              <a:defRPr sz="1875" b="1">
                <a:solidFill>
                  <a:srgbClr val="007D85"/>
                </a:solidFill>
                <a:latin typeface="DejaVu Sans"/>
                <a:ea typeface="DejaVu Sans"/>
                <a:cs typeface="DejaVu Sans"/>
              </a:defRPr>
            </a:lvl9pPr>
          </a:lstStyle>
          <a:p>
            <a:pPr>
              <a:defRPr sz="1875" b="1">
                <a:solidFill>
                  <a:srgbClr val="007D85"/>
                </a:solidFill>
                <a:latin typeface="DejaVu Sans"/>
                <a:ea typeface="DejaVu Sans"/>
                <a:cs typeface="DejaVu Sans"/>
              </a:defRPr>
            </a:pPr>
            <a:r>
              <a:rPr sz="1875" b="1">
                <a:solidFill>
                  <a:srgbClr val="007D85"/>
                </a:solidFill>
                <a:latin typeface="DejaVu Sans"/>
                <a:ea typeface="DejaVu Sans"/>
                <a:cs typeface="DejaVu Sans"/>
              </a:rPr>
              <a:t>Persistensi</a:t>
            </a:r>
          </a:p>
        </p:txBody>
      </p:sp>
      <p:sp>
        <p:nvSpPr>
          <p:cNvPr id="12" name="text-11">
            <a:extLst>
              <a:ext uri="{FF2B5EF4-FFF2-40B4-BE49-F238E27FC236}">
                <a16:creationId xmlns:a16="http://schemas.microsoft.com/office/drawing/2014/main" id="{980E8DB4-6C58-4A5C-9FC1-29A0F1120431}"/>
              </a:ext>
            </a:extLst>
          </p:cNvPr>
          <p:cNvSpPr>
            <a:spLocks noGrp="1"/>
          </p:cNvSpPr>
          <p:nvPr/>
        </p:nvSpPr>
        <p:spPr>
          <a:xfrm>
            <a:off x="3714750" y="5095875"/>
            <a:ext cx="7867650" cy="857250"/>
          </a:xfrm>
          <a:prstGeom prst="rect">
            <a:avLst/>
          </a:prstGeom>
          <a:noFill/>
          <a:ln w="0">
            <a:noFill/>
            <a:prstDash val="solid"/>
          </a:ln>
        </p:spPr>
        <p:txBody>
          <a:bodyPr lIns="0" tIns="0" rIns="0" bIns="0" anchor="t">
            <a:noAutofit/>
          </a:bodyPr>
          <a:lstStyle>
            <a:defPPr>
              <a:defRPr sz="2025" b="0">
                <a:solidFill>
                  <a:srgbClr val="183349"/>
                </a:solidFill>
                <a:latin typeface="DejaVu Sans"/>
                <a:ea typeface="DejaVu Sans"/>
                <a:cs typeface="DejaVu Sans"/>
              </a:defRPr>
            </a:defPPr>
            <a:lvl1pPr>
              <a:defRPr sz="2025" b="0">
                <a:solidFill>
                  <a:srgbClr val="183349"/>
                </a:solidFill>
                <a:latin typeface="DejaVu Sans"/>
                <a:ea typeface="DejaVu Sans"/>
                <a:cs typeface="DejaVu Sans"/>
              </a:defRPr>
            </a:lvl1pPr>
            <a:lvl2pPr>
              <a:defRPr sz="2025" b="0">
                <a:solidFill>
                  <a:srgbClr val="183349"/>
                </a:solidFill>
                <a:latin typeface="DejaVu Sans"/>
                <a:ea typeface="DejaVu Sans"/>
                <a:cs typeface="DejaVu Sans"/>
              </a:defRPr>
            </a:lvl2pPr>
            <a:lvl3pPr>
              <a:defRPr sz="2025" b="0">
                <a:solidFill>
                  <a:srgbClr val="183349"/>
                </a:solidFill>
                <a:latin typeface="DejaVu Sans"/>
                <a:ea typeface="DejaVu Sans"/>
                <a:cs typeface="DejaVu Sans"/>
              </a:defRPr>
            </a:lvl3pPr>
            <a:lvl4pPr>
              <a:defRPr sz="2025" b="0">
                <a:solidFill>
                  <a:srgbClr val="183349"/>
                </a:solidFill>
                <a:latin typeface="DejaVu Sans"/>
                <a:ea typeface="DejaVu Sans"/>
                <a:cs typeface="DejaVu Sans"/>
              </a:defRPr>
            </a:lvl4pPr>
            <a:lvl5pPr>
              <a:defRPr sz="2025" b="0">
                <a:solidFill>
                  <a:srgbClr val="183349"/>
                </a:solidFill>
                <a:latin typeface="DejaVu Sans"/>
                <a:ea typeface="DejaVu Sans"/>
                <a:cs typeface="DejaVu Sans"/>
              </a:defRPr>
            </a:lvl5pPr>
            <a:lvl6pPr>
              <a:defRPr sz="2025" b="0">
                <a:solidFill>
                  <a:srgbClr val="183349"/>
                </a:solidFill>
                <a:latin typeface="DejaVu Sans"/>
                <a:ea typeface="DejaVu Sans"/>
                <a:cs typeface="DejaVu Sans"/>
              </a:defRPr>
            </a:lvl6pPr>
            <a:lvl7pPr>
              <a:defRPr sz="2025" b="0">
                <a:solidFill>
                  <a:srgbClr val="183349"/>
                </a:solidFill>
                <a:latin typeface="DejaVu Sans"/>
                <a:ea typeface="DejaVu Sans"/>
                <a:cs typeface="DejaVu Sans"/>
              </a:defRPr>
            </a:lvl7pPr>
            <a:lvl8pPr>
              <a:defRPr sz="2025" b="0">
                <a:solidFill>
                  <a:srgbClr val="183349"/>
                </a:solidFill>
                <a:latin typeface="DejaVu Sans"/>
                <a:ea typeface="DejaVu Sans"/>
                <a:cs typeface="DejaVu Sans"/>
              </a:defRPr>
            </a:lvl8pPr>
            <a:lvl9pPr>
              <a:defRPr sz="2025" b="0">
                <a:solidFill>
                  <a:srgbClr val="183349"/>
                </a:solidFill>
                <a:latin typeface="DejaVu Sans"/>
                <a:ea typeface="DejaVu Sans"/>
                <a:cs typeface="DejaVu Sans"/>
              </a:defRPr>
            </a:lvl9pPr>
          </a:lstStyle>
          <a:p>
            <a:pPr>
              <a:defRPr sz="2025" b="0">
                <a:solidFill>
                  <a:srgbClr val="183349"/>
                </a:solidFill>
                <a:latin typeface="DejaVu Sans"/>
                <a:ea typeface="DejaVu Sans"/>
                <a:cs typeface="DejaVu Sans"/>
              </a:defRPr>
            </a:pPr>
            <a:r>
              <a:rPr sz="2025" b="0">
                <a:solidFill>
                  <a:srgbClr val="183349"/>
                </a:solidFill>
                <a:latin typeface="DejaVu Sans"/>
                <a:ea typeface="DejaVu Sans"/>
                <a:cs typeface="DejaVu Sans"/>
              </a:rPr>
              <a:t>SharedPreferences menangani nilai sederhana, SQLite menangani tabel lokal, Firebase mendukung sinkronisasi data.</a:t>
            </a:r>
          </a:p>
        </p:txBody>
      </p:sp>
    </p:spTree>
    <p:extLst>
      <p:ext uri="{BB962C8B-B14F-4D97-AF65-F5344CB8AC3E}">
        <p14:creationId xmlns:p14="http://schemas.microsoft.com/office/powerpoint/2010/main" val="18478454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5058</Words>
  <Application>Microsoft Office PowerPoint</Application>
  <DocSecurity>0</DocSecurity>
  <PresentationFormat>Widescreen</PresentationFormat>
  <Paragraphs>607</Paragraphs>
  <Slides>41</Slides>
  <Notes>41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41</vt:i4>
      </vt:variant>
    </vt:vector>
  </HeadingPairs>
  <TitlesOfParts>
    <vt:vector size="45" baseType="lpstr">
      <vt:lpstr>Aptos</vt:lpstr>
      <vt:lpstr>DejaVu Sans</vt:lpstr>
      <vt:lpstr>DejaVu Sans Mono</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syafwanhalick@gmail.com</cp:lastModifiedBy>
  <cp:revision>1</cp:revision>
  <dcterms:created xsi:type="dcterms:W3CDTF">2026-10-24T10:38:48Z</dcterms:created>
  <dcterms:modified xsi:type="dcterms:W3CDTF">2026-10-24T10:41:11Z</dcterms:modified>
</cp:coreProperties>
</file>